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256" r:id="rId2"/>
    <p:sldId id="268" r:id="rId3"/>
    <p:sldId id="269" r:id="rId4"/>
    <p:sldId id="257" r:id="rId5"/>
    <p:sldId id="266" r:id="rId6"/>
    <p:sldId id="309" r:id="rId7"/>
    <p:sldId id="314" r:id="rId8"/>
    <p:sldId id="271" r:id="rId9"/>
    <p:sldId id="258" r:id="rId10"/>
    <p:sldId id="270" r:id="rId11"/>
    <p:sldId id="272" r:id="rId12"/>
    <p:sldId id="259" r:id="rId13"/>
    <p:sldId id="273" r:id="rId14"/>
    <p:sldId id="306" r:id="rId15"/>
    <p:sldId id="310" r:id="rId16"/>
    <p:sldId id="313" r:id="rId17"/>
    <p:sldId id="277" r:id="rId18"/>
    <p:sldId id="278" r:id="rId19"/>
    <p:sldId id="279" r:id="rId20"/>
    <p:sldId id="301" r:id="rId21"/>
    <p:sldId id="284" r:id="rId22"/>
    <p:sldId id="293" r:id="rId23"/>
    <p:sldId id="282" r:id="rId24"/>
    <p:sldId id="285" r:id="rId25"/>
    <p:sldId id="305" r:id="rId26"/>
    <p:sldId id="297" r:id="rId27"/>
    <p:sldId id="311" r:id="rId28"/>
    <p:sldId id="316" r:id="rId29"/>
    <p:sldId id="287" r:id="rId30"/>
    <p:sldId id="288" r:id="rId31"/>
    <p:sldId id="290" r:id="rId32"/>
    <p:sldId id="302" r:id="rId33"/>
    <p:sldId id="319" r:id="rId34"/>
    <p:sldId id="292" r:id="rId35"/>
    <p:sldId id="280" r:id="rId36"/>
    <p:sldId id="298" r:id="rId37"/>
    <p:sldId id="299" r:id="rId38"/>
    <p:sldId id="303" r:id="rId39"/>
    <p:sldId id="315" r:id="rId40"/>
    <p:sldId id="312" r:id="rId41"/>
    <p:sldId id="308" r:id="rId42"/>
    <p:sldId id="304" r:id="rId43"/>
    <p:sldId id="307" r:id="rId44"/>
    <p:sldId id="317" r:id="rId45"/>
    <p:sldId id="318" r:id="rId46"/>
    <p:sldId id="260" r:id="rId47"/>
    <p:sldId id="294" r:id="rId48"/>
  </p:sldIdLst>
  <p:sldSz cx="18288000" cy="10287000"/>
  <p:notesSz cx="6858000" cy="9144000"/>
  <p:embeddedFontLst>
    <p:embeddedFont>
      <p:font typeface="Cooper Hewitt Bold" panose="020B0604020202020204" charset="0"/>
      <p:regular r:id="rId50"/>
    </p:embeddedFont>
    <p:embeddedFont>
      <p:font typeface="HGPMinchoE" panose="02020800000000000000" pitchFamily="18" charset="-128"/>
      <p:regular r:id="rId51"/>
    </p:embeddedFont>
    <p:embeddedFont>
      <p:font typeface="Inter" panose="020B0604020202020204" charset="0"/>
      <p:regular r:id="rId52"/>
    </p:embeddedFont>
    <p:embeddedFont>
      <p:font typeface="Inter Light" panose="020B0604020202020204" charset="0"/>
      <p:regular r:id="rId53"/>
    </p:embeddedFont>
    <p:embeddedFont>
      <p:font typeface="Inter Medium" panose="020B0604020202020204" charset="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AF495A-F6BC-4A37-A823-77AEDCFF7A1B}" v="3" dt="2025-12-06T15:56:38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22" autoAdjust="0"/>
  </p:normalViewPr>
  <p:slideViewPr>
    <p:cSldViewPr>
      <p:cViewPr>
        <p:scale>
          <a:sx n="50" d="100"/>
          <a:sy n="50" d="100"/>
        </p:scale>
        <p:origin x="210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-mhassankhalil20" userId="603f93c2-f830-45bf-9bde-0863a403b894" providerId="ADAL" clId="{D9702146-83F2-44C2-886B-9E7EA2DC0928}"/>
    <pc:docChg chg="undo custSel addSld delSld modSld sldOrd modMainMaster">
      <pc:chgData name="es-mhassankhalil20" userId="603f93c2-f830-45bf-9bde-0863a403b894" providerId="ADAL" clId="{D9702146-83F2-44C2-886B-9E7EA2DC0928}" dt="2025-12-06T16:30:50.908" v="497" actId="20577"/>
      <pc:docMkLst>
        <pc:docMk/>
      </pc:docMkLst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0" sldId="256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0" sldId="257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0" sldId="258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0" sldId="259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0" sldId="260"/>
        </pc:sldMkLst>
      </pc:sldChg>
      <pc:sldChg chg="addSp 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907769902" sldId="266"/>
        </pc:sldMkLst>
        <pc:spChg chg="add mod">
          <ac:chgData name="es-mhassankhalil20" userId="603f93c2-f830-45bf-9bde-0863a403b894" providerId="ADAL" clId="{D9702146-83F2-44C2-886B-9E7EA2DC0928}" dt="2025-12-06T14:27:24.944" v="426" actId="1038"/>
          <ac:spMkLst>
            <pc:docMk/>
            <pc:sldMk cId="3907769902" sldId="266"/>
            <ac:spMk id="14" creationId="{EBD99608-A517-14C1-9235-1F27F0DE6127}"/>
          </ac:spMkLst>
        </pc:spChg>
        <pc:spChg chg="mod">
          <ac:chgData name="es-mhassankhalil20" userId="603f93c2-f830-45bf-9bde-0863a403b894" providerId="ADAL" clId="{D9702146-83F2-44C2-886B-9E7EA2DC0928}" dt="2025-12-06T14:26:50.263" v="416" actId="1035"/>
          <ac:spMkLst>
            <pc:docMk/>
            <pc:sldMk cId="3907769902" sldId="266"/>
            <ac:spMk id="25" creationId="{93AFB75D-8778-9836-608A-0BDCF18D3FD1}"/>
          </ac:spMkLst>
        </pc:spChg>
        <pc:spChg chg="mod">
          <ac:chgData name="es-mhassankhalil20" userId="603f93c2-f830-45bf-9bde-0863a403b894" providerId="ADAL" clId="{D9702146-83F2-44C2-886B-9E7EA2DC0928}" dt="2025-12-06T14:26:52.127" v="420" actId="1035"/>
          <ac:spMkLst>
            <pc:docMk/>
            <pc:sldMk cId="3907769902" sldId="266"/>
            <ac:spMk id="26" creationId="{AF1EB33F-FF23-F831-D370-74EEE3280CB7}"/>
          </ac:spMkLst>
        </pc:spChg>
        <pc:spChg chg="mod">
          <ac:chgData name="es-mhassankhalil20" userId="603f93c2-f830-45bf-9bde-0863a403b894" providerId="ADAL" clId="{D9702146-83F2-44C2-886B-9E7EA2DC0928}" dt="2025-12-06T15:55:58.260" v="486" actId="1035"/>
          <ac:spMkLst>
            <pc:docMk/>
            <pc:sldMk cId="3907769902" sldId="266"/>
            <ac:spMk id="29" creationId="{9EEE9131-3D3B-554F-4508-D3FF532C5240}"/>
          </ac:spMkLst>
        </pc:spChg>
        <pc:spChg chg="mod">
          <ac:chgData name="es-mhassankhalil20" userId="603f93c2-f830-45bf-9bde-0863a403b894" providerId="ADAL" clId="{D9702146-83F2-44C2-886B-9E7EA2DC0928}" dt="2025-12-06T15:56:03.405" v="488" actId="1037"/>
          <ac:spMkLst>
            <pc:docMk/>
            <pc:sldMk cId="3907769902" sldId="266"/>
            <ac:spMk id="30" creationId="{866BEC76-7879-14CC-B056-F3218524DC19}"/>
          </ac:spMkLst>
        </pc:spChg>
        <pc:spChg chg="mod">
          <ac:chgData name="es-mhassankhalil20" userId="603f93c2-f830-45bf-9bde-0863a403b894" providerId="ADAL" clId="{D9702146-83F2-44C2-886B-9E7EA2DC0928}" dt="2025-12-06T15:56:07.957" v="489" actId="1036"/>
          <ac:spMkLst>
            <pc:docMk/>
            <pc:sldMk cId="3907769902" sldId="266"/>
            <ac:spMk id="31" creationId="{570A0D0A-6EA8-BC22-661B-7257D9AF606F}"/>
          </ac:spMkLst>
        </pc:spChg>
        <pc:spChg chg="mod">
          <ac:chgData name="es-mhassankhalil20" userId="603f93c2-f830-45bf-9bde-0863a403b894" providerId="ADAL" clId="{D9702146-83F2-44C2-886B-9E7EA2DC0928}" dt="2025-12-06T14:27:39.034" v="429" actId="1076"/>
          <ac:spMkLst>
            <pc:docMk/>
            <pc:sldMk cId="3907769902" sldId="266"/>
            <ac:spMk id="32" creationId="{380F2F7B-C72E-EC92-A5ED-60D7B50EBC5D}"/>
          </ac:spMkLst>
        </pc:spChg>
        <pc:grpChg chg="mod">
          <ac:chgData name="es-mhassankhalil20" userId="603f93c2-f830-45bf-9bde-0863a403b894" providerId="ADAL" clId="{D9702146-83F2-44C2-886B-9E7EA2DC0928}" dt="2025-12-06T14:27:34.800" v="428" actId="1076"/>
          <ac:grpSpMkLst>
            <pc:docMk/>
            <pc:sldMk cId="3907769902" sldId="266"/>
            <ac:grpSpMk id="2" creationId="{F5CDA4E8-7B45-3D33-4422-B53FF5EB2C49}"/>
          </ac:grpSpMkLst>
        </pc:grpChg>
      </pc:sldChg>
      <pc:sldChg chg="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96551866" sldId="268"/>
        </pc:sldMkLst>
        <pc:spChg chg="mod">
          <ac:chgData name="es-mhassankhalil20" userId="603f93c2-f830-45bf-9bde-0863a403b894" providerId="ADAL" clId="{D9702146-83F2-44C2-886B-9E7EA2DC0928}" dt="2025-12-06T14:21:04.553" v="413" actId="1037"/>
          <ac:spMkLst>
            <pc:docMk/>
            <pc:sldMk cId="96551866" sldId="268"/>
            <ac:spMk id="59" creationId="{8789CAB4-8566-2949-C6C3-E3CE8D38361B}"/>
          </ac:spMkLst>
        </pc:spChg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00803562" sldId="269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1043391024" sldId="270"/>
        </pc:sldMkLst>
      </pc:sldChg>
      <pc:sldChg chg="addSp delSp 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759758799" sldId="271"/>
        </pc:sldMkLst>
        <pc:spChg chg="add mod">
          <ac:chgData name="es-mhassankhalil20" userId="603f93c2-f830-45bf-9bde-0863a403b894" providerId="ADAL" clId="{D9702146-83F2-44C2-886B-9E7EA2DC0928}" dt="2025-12-03T21:57:37.498" v="11"/>
          <ac:spMkLst>
            <pc:docMk/>
            <pc:sldMk cId="2759758799" sldId="271"/>
            <ac:spMk id="22" creationId="{C54DC81A-AEE8-E14C-F121-4534CA95CD91}"/>
          </ac:spMkLst>
        </pc:spChg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1936617288" sldId="272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769956028" sldId="273"/>
        </pc:sldMkLst>
      </pc:sldChg>
      <pc:sldChg chg="addSp delSp 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114284794" sldId="277"/>
        </pc:sldMkLst>
        <pc:spChg chg="add mod">
          <ac:chgData name="es-mhassankhalil20" userId="603f93c2-f830-45bf-9bde-0863a403b894" providerId="ADAL" clId="{D9702146-83F2-44C2-886B-9E7EA2DC0928}" dt="2025-12-03T21:57:25.367" v="9"/>
          <ac:spMkLst>
            <pc:docMk/>
            <pc:sldMk cId="114284794" sldId="277"/>
            <ac:spMk id="22" creationId="{1B0DBF4B-87FD-2C87-DF4C-F83E450D67B5}"/>
          </ac:spMkLst>
        </pc:spChg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426954963" sldId="278"/>
        </pc:sldMkLst>
      </pc:sldChg>
      <pc:sldChg chg="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228820379" sldId="279"/>
        </pc:sldMkLst>
        <pc:spChg chg="mod">
          <ac:chgData name="es-mhassankhalil20" userId="603f93c2-f830-45bf-9bde-0863a403b894" providerId="ADAL" clId="{D9702146-83F2-44C2-886B-9E7EA2DC0928}" dt="2025-12-06T14:46:28.738" v="473" actId="2711"/>
          <ac:spMkLst>
            <pc:docMk/>
            <pc:sldMk cId="2228820379" sldId="279"/>
            <ac:spMk id="54" creationId="{CA6F3FEC-3DE1-2A2B-12F7-EF6FBA229061}"/>
          </ac:spMkLst>
        </pc:spChg>
        <pc:grpChg chg="mod">
          <ac:chgData name="es-mhassankhalil20" userId="603f93c2-f830-45bf-9bde-0863a403b894" providerId="ADAL" clId="{D9702146-83F2-44C2-886B-9E7EA2DC0928}" dt="2025-12-06T14:45:42.095" v="431" actId="1076"/>
          <ac:grpSpMkLst>
            <pc:docMk/>
            <pc:sldMk cId="2228820379" sldId="279"/>
            <ac:grpSpMk id="2" creationId="{8697488F-B180-04B7-6175-28FA57692B15}"/>
          </ac:grpSpMkLst>
        </pc:grpChg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06793279" sldId="280"/>
        </pc:sldMkLst>
      </pc:sldChg>
      <pc:sldChg chg="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881728474" sldId="282"/>
        </pc:sldMkLst>
        <pc:spChg chg="mod">
          <ac:chgData name="es-mhassankhalil20" userId="603f93c2-f830-45bf-9bde-0863a403b894" providerId="ADAL" clId="{D9702146-83F2-44C2-886B-9E7EA2DC0928}" dt="2025-12-06T15:09:56.002" v="477" actId="20577"/>
          <ac:spMkLst>
            <pc:docMk/>
            <pc:sldMk cId="881728474" sldId="282"/>
            <ac:spMk id="30" creationId="{5BF3CFEB-4D38-1510-74F9-036EEB29DF45}"/>
          </ac:spMkLst>
        </pc:spChg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65025518" sldId="284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050937222" sldId="285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900396581" sldId="287"/>
        </pc:sldMkLst>
      </pc:sldChg>
      <pc:sldChg chg="addSp delSp 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696014939" sldId="288"/>
        </pc:sldMkLst>
        <pc:spChg chg="add mod">
          <ac:chgData name="es-mhassankhalil20" userId="603f93c2-f830-45bf-9bde-0863a403b894" providerId="ADAL" clId="{D9702146-83F2-44C2-886B-9E7EA2DC0928}" dt="2025-12-03T21:57:06.266" v="5"/>
          <ac:spMkLst>
            <pc:docMk/>
            <pc:sldMk cId="3696014939" sldId="288"/>
            <ac:spMk id="22" creationId="{066D53B8-F082-4CBC-1784-603B23BA9503}"/>
          </ac:spMkLst>
        </pc:spChg>
      </pc:sldChg>
      <pc:sldChg chg="addSp delSp 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1704920801" sldId="290"/>
        </pc:sldMkLst>
        <pc:spChg chg="add mod">
          <ac:chgData name="es-mhassankhalil20" userId="603f93c2-f830-45bf-9bde-0863a403b894" providerId="ADAL" clId="{D9702146-83F2-44C2-886B-9E7EA2DC0928}" dt="2025-12-03T21:57:09.728" v="7"/>
          <ac:spMkLst>
            <pc:docMk/>
            <pc:sldMk cId="1704920801" sldId="290"/>
            <ac:spMk id="57" creationId="{6D53DDB8-4E92-16C5-DAF2-50C79BD9CBAA}"/>
          </ac:spMkLst>
        </pc:spChg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495293973" sldId="292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1083712721" sldId="293"/>
        </pc:sldMkLst>
      </pc:sldChg>
      <pc:sldChg chg="modSp mod modTransition">
        <pc:chgData name="es-mhassankhalil20" userId="603f93c2-f830-45bf-9bde-0863a403b894" providerId="ADAL" clId="{D9702146-83F2-44C2-886B-9E7EA2DC0928}" dt="2025-12-06T16:30:50.908" v="497" actId="20577"/>
        <pc:sldMkLst>
          <pc:docMk/>
          <pc:sldMk cId="2979284020" sldId="294"/>
        </pc:sldMkLst>
        <pc:spChg chg="mod">
          <ac:chgData name="es-mhassankhalil20" userId="603f93c2-f830-45bf-9bde-0863a403b894" providerId="ADAL" clId="{D9702146-83F2-44C2-886B-9E7EA2DC0928}" dt="2025-12-06T16:30:50.908" v="497" actId="20577"/>
          <ac:spMkLst>
            <pc:docMk/>
            <pc:sldMk cId="2979284020" sldId="294"/>
            <ac:spMk id="32" creationId="{2E6A2AB8-90BB-3077-CC76-ECA2AA1802AB}"/>
          </ac:spMkLst>
        </pc:spChg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866178823" sldId="297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177986871" sldId="298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814858018" sldId="299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815539518" sldId="301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1205966824" sldId="302"/>
        </pc:sldMkLst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1300221473" sldId="303"/>
        </pc:sldMkLst>
      </pc:sldChg>
      <pc:sldChg chg="addSp delSp modSp mod modTransition">
        <pc:chgData name="es-mhassankhalil20" userId="603f93c2-f830-45bf-9bde-0863a403b894" providerId="ADAL" clId="{D9702146-83F2-44C2-886B-9E7EA2DC0928}" dt="2025-12-06T16:01:00.729" v="496" actId="1076"/>
        <pc:sldMkLst>
          <pc:docMk/>
          <pc:sldMk cId="1621025240" sldId="304"/>
        </pc:sldMkLst>
        <pc:picChg chg="add mod">
          <ac:chgData name="es-mhassankhalil20" userId="603f93c2-f830-45bf-9bde-0863a403b894" providerId="ADAL" clId="{D9702146-83F2-44C2-886B-9E7EA2DC0928}" dt="2025-12-06T16:01:00.729" v="496" actId="1076"/>
          <ac:picMkLst>
            <pc:docMk/>
            <pc:sldMk cId="1621025240" sldId="304"/>
            <ac:picMk id="7" creationId="{DA6C4009-7ECA-6249-5868-94CB46DE0D1B}"/>
          </ac:picMkLst>
        </pc:picChg>
        <pc:picChg chg="del">
          <ac:chgData name="es-mhassankhalil20" userId="603f93c2-f830-45bf-9bde-0863a403b894" providerId="ADAL" clId="{D9702146-83F2-44C2-886B-9E7EA2DC0928}" dt="2025-12-06T16:00:01.458" v="492" actId="478"/>
          <ac:picMkLst>
            <pc:docMk/>
            <pc:sldMk cId="1621025240" sldId="304"/>
            <ac:picMk id="34" creationId="{E6C0D5A0-63EC-8B9A-2AB8-95E75C94548B}"/>
          </ac:picMkLst>
        </pc:picChg>
        <pc:picChg chg="mod">
          <ac:chgData name="es-mhassankhalil20" userId="603f93c2-f830-45bf-9bde-0863a403b894" providerId="ADAL" clId="{D9702146-83F2-44C2-886B-9E7EA2DC0928}" dt="2025-12-06T16:00:51.184" v="495" actId="1076"/>
          <ac:picMkLst>
            <pc:docMk/>
            <pc:sldMk cId="1621025240" sldId="304"/>
            <ac:picMk id="36" creationId="{D5A88117-90C6-3576-45EB-1507C47B12F0}"/>
          </ac:picMkLst>
        </pc:picChg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293188257" sldId="305"/>
        </pc:sldMkLst>
      </pc:sldChg>
      <pc:sldChg chg="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76923088" sldId="306"/>
        </pc:sldMkLst>
        <pc:spChg chg="mod">
          <ac:chgData name="es-mhassankhalil20" userId="603f93c2-f830-45bf-9bde-0863a403b894" providerId="ADAL" clId="{D9702146-83F2-44C2-886B-9E7EA2DC0928}" dt="2025-12-03T22:00:52.762" v="31" actId="1076"/>
          <ac:spMkLst>
            <pc:docMk/>
            <pc:sldMk cId="76923088" sldId="306"/>
            <ac:spMk id="30" creationId="{27290B5D-6004-FEDD-68A6-C3F02C25D7B6}"/>
          </ac:spMkLst>
        </pc:spChg>
        <pc:picChg chg="mod">
          <ac:chgData name="es-mhassankhalil20" userId="603f93c2-f830-45bf-9bde-0863a403b894" providerId="ADAL" clId="{D9702146-83F2-44C2-886B-9E7EA2DC0928}" dt="2025-12-03T22:00:54.536" v="32" actId="1076"/>
          <ac:picMkLst>
            <pc:docMk/>
            <pc:sldMk cId="76923088" sldId="306"/>
            <ac:picMk id="20" creationId="{6FAEC8ED-DC3D-A2E9-1E22-83433628A8AE}"/>
          </ac:picMkLst>
        </pc:picChg>
      </pc:sldChg>
      <pc:sldChg chg="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146353304" sldId="307"/>
        </pc:sldMkLst>
      </pc:sldChg>
      <pc:sldChg chg="modSp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962578809" sldId="308"/>
        </pc:sldMkLst>
        <pc:spChg chg="mod">
          <ac:chgData name="es-mhassankhalil20" userId="603f93c2-f830-45bf-9bde-0863a403b894" providerId="ADAL" clId="{D9702146-83F2-44C2-886B-9E7EA2DC0928}" dt="2025-12-03T22:22:20.891" v="401" actId="20577"/>
          <ac:spMkLst>
            <pc:docMk/>
            <pc:sldMk cId="3962578809" sldId="308"/>
            <ac:spMk id="19" creationId="{98198026-6F4C-33AD-803D-3BE676E24D0F}"/>
          </ac:spMkLst>
        </pc:spChg>
      </pc:sldChg>
      <pc:sldChg chg="delSp modSp add mod or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843355358" sldId="309"/>
        </pc:sldMkLst>
        <pc:spChg chg="mod">
          <ac:chgData name="es-mhassankhalil20" userId="603f93c2-f830-45bf-9bde-0863a403b894" providerId="ADAL" clId="{D9702146-83F2-44C2-886B-9E7EA2DC0928}" dt="2025-12-03T22:01:33.283" v="38" actId="1076"/>
          <ac:spMkLst>
            <pc:docMk/>
            <pc:sldMk cId="843355358" sldId="309"/>
            <ac:spMk id="21" creationId="{EDF0B382-4ABE-41ED-7C3A-3169708A60D3}"/>
          </ac:spMkLst>
        </pc:spChg>
        <pc:spChg chg="mod">
          <ac:chgData name="es-mhassankhalil20" userId="603f93c2-f830-45bf-9bde-0863a403b894" providerId="ADAL" clId="{D9702146-83F2-44C2-886B-9E7EA2DC0928}" dt="2025-12-03T22:01:59.951" v="44"/>
          <ac:spMkLst>
            <pc:docMk/>
            <pc:sldMk cId="843355358" sldId="309"/>
            <ac:spMk id="22" creationId="{44D89CF0-FD94-B2E3-0F12-636C6088E352}"/>
          </ac:spMkLst>
        </pc:spChg>
      </pc:sldChg>
      <pc:sldChg chg="delSp modSp add del mod">
        <pc:chgData name="es-mhassankhalil20" userId="603f93c2-f830-45bf-9bde-0863a403b894" providerId="ADAL" clId="{D9702146-83F2-44C2-886B-9E7EA2DC0928}" dt="2025-12-03T22:00:00.584" v="30" actId="47"/>
        <pc:sldMkLst>
          <pc:docMk/>
          <pc:sldMk cId="2104115190" sldId="309"/>
        </pc:sldMkLst>
      </pc:sldChg>
      <pc:sldChg chg="ad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752396294" sldId="310"/>
        </pc:sldMkLst>
      </pc:sldChg>
      <pc:sldChg chg="addSp delSp modSp add mod or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701246265" sldId="311"/>
        </pc:sldMkLst>
        <pc:spChg chg="add mod">
          <ac:chgData name="es-mhassankhalil20" userId="603f93c2-f830-45bf-9bde-0863a403b894" providerId="ADAL" clId="{D9702146-83F2-44C2-886B-9E7EA2DC0928}" dt="2025-12-03T22:02:39.368" v="78"/>
          <ac:spMkLst>
            <pc:docMk/>
            <pc:sldMk cId="2701246265" sldId="311"/>
            <ac:spMk id="18" creationId="{3F84FEA1-A3AC-8CAF-D0CA-BD35B4F96291}"/>
          </ac:spMkLst>
        </pc:spChg>
      </pc:sldChg>
      <pc:sldChg chg="addSp delSp modSp add mod or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845019791" sldId="312"/>
        </pc:sldMkLst>
        <pc:spChg chg="add mod">
          <ac:chgData name="es-mhassankhalil20" userId="603f93c2-f830-45bf-9bde-0863a403b894" providerId="ADAL" clId="{D9702146-83F2-44C2-886B-9E7EA2DC0928}" dt="2025-12-03T22:04:38.577" v="115"/>
          <ac:spMkLst>
            <pc:docMk/>
            <pc:sldMk cId="2845019791" sldId="312"/>
            <ac:spMk id="17" creationId="{8E618301-2DC1-C141-DAD1-6F53078675D3}"/>
          </ac:spMkLst>
        </pc:spChg>
        <pc:spChg chg="add mod">
          <ac:chgData name="es-mhassankhalil20" userId="603f93c2-f830-45bf-9bde-0863a403b894" providerId="ADAL" clId="{D9702146-83F2-44C2-886B-9E7EA2DC0928}" dt="2025-12-03T22:06:29.602" v="139"/>
          <ac:spMkLst>
            <pc:docMk/>
            <pc:sldMk cId="2845019791" sldId="312"/>
            <ac:spMk id="20" creationId="{EEFA42CE-4BF2-780D-94BB-59775F5D5A89}"/>
          </ac:spMkLst>
        </pc:spChg>
        <pc:grpChg chg="mod">
          <ac:chgData name="es-mhassankhalil20" userId="603f93c2-f830-45bf-9bde-0863a403b894" providerId="ADAL" clId="{D9702146-83F2-44C2-886B-9E7EA2DC0928}" dt="2025-12-03T22:04:22.759" v="105" actId="1076"/>
          <ac:grpSpMkLst>
            <pc:docMk/>
            <pc:sldMk cId="2845019791" sldId="312"/>
            <ac:grpSpMk id="14" creationId="{DEB1B7A6-DBF9-1801-1F8F-2EC2431BB04D}"/>
          </ac:grpSpMkLst>
        </pc:grpChg>
      </pc:sldChg>
      <pc:sldChg chg="addSp delSp modSp add mod or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454476594" sldId="313"/>
        </pc:sldMkLst>
        <pc:spChg chg="add mod">
          <ac:chgData name="es-mhassankhalil20" userId="603f93c2-f830-45bf-9bde-0863a403b894" providerId="ADAL" clId="{D9702146-83F2-44C2-886B-9E7EA2DC0928}" dt="2025-12-03T22:05:20.867" v="122"/>
          <ac:spMkLst>
            <pc:docMk/>
            <pc:sldMk cId="3454476594" sldId="313"/>
            <ac:spMk id="19" creationId="{A17D50A4-32D1-698B-6A9E-8690A0576727}"/>
          </ac:spMkLst>
        </pc:spChg>
      </pc:sldChg>
      <pc:sldChg chg="addSp delSp modSp add mod or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328816501" sldId="314"/>
        </pc:sldMkLst>
        <pc:spChg chg="add mod">
          <ac:chgData name="es-mhassankhalil20" userId="603f93c2-f830-45bf-9bde-0863a403b894" providerId="ADAL" clId="{D9702146-83F2-44C2-886B-9E7EA2DC0928}" dt="2025-12-03T22:05:51.618" v="131"/>
          <ac:spMkLst>
            <pc:docMk/>
            <pc:sldMk cId="328816501" sldId="314"/>
            <ac:spMk id="20" creationId="{0FD8E177-35D3-2616-3E53-409B1D740F42}"/>
          </ac:spMkLst>
        </pc:spChg>
        <pc:grpChg chg="add del">
          <ac:chgData name="es-mhassankhalil20" userId="603f93c2-f830-45bf-9bde-0863a403b894" providerId="ADAL" clId="{D9702146-83F2-44C2-886B-9E7EA2DC0928}" dt="2025-12-03T22:05:49.581" v="129" actId="478"/>
          <ac:grpSpMkLst>
            <pc:docMk/>
            <pc:sldMk cId="328816501" sldId="314"/>
            <ac:grpSpMk id="14" creationId="{E7654003-AC66-9037-110F-57A625451C95}"/>
          </ac:grpSpMkLst>
        </pc:grpChg>
      </pc:sldChg>
      <pc:sldChg chg="addSp delSp modSp add mod or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831600345" sldId="315"/>
        </pc:sldMkLst>
        <pc:spChg chg="add mod">
          <ac:chgData name="es-mhassankhalil20" userId="603f93c2-f830-45bf-9bde-0863a403b894" providerId="ADAL" clId="{D9702146-83F2-44C2-886B-9E7EA2DC0928}" dt="2025-12-03T22:06:26.666" v="137"/>
          <ac:spMkLst>
            <pc:docMk/>
            <pc:sldMk cId="2831600345" sldId="315"/>
            <ac:spMk id="14" creationId="{768E8B2F-B77E-608A-2A64-A48588ADAA3C}"/>
          </ac:spMkLst>
        </pc:spChg>
      </pc:sldChg>
      <pc:sldChg chg="ad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162356322" sldId="316"/>
        </pc:sldMkLst>
      </pc:sldChg>
      <pc:sldChg chg="addSp delSp modSp add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253097873" sldId="317"/>
        </pc:sldMkLst>
        <pc:spChg chg="mod">
          <ac:chgData name="es-mhassankhalil20" userId="603f93c2-f830-45bf-9bde-0863a403b894" providerId="ADAL" clId="{D9702146-83F2-44C2-886B-9E7EA2DC0928}" dt="2025-12-03T22:20:43.889" v="390" actId="113"/>
          <ac:spMkLst>
            <pc:docMk/>
            <pc:sldMk cId="2253097873" sldId="317"/>
            <ac:spMk id="20" creationId="{67740F18-7561-E19E-602A-6453E10E37CB}"/>
          </ac:spMkLst>
        </pc:spChg>
        <pc:spChg chg="mod">
          <ac:chgData name="es-mhassankhalil20" userId="603f93c2-f830-45bf-9bde-0863a403b894" providerId="ADAL" clId="{D9702146-83F2-44C2-886B-9E7EA2DC0928}" dt="2025-12-03T22:15:51.492" v="202" actId="20577"/>
          <ac:spMkLst>
            <pc:docMk/>
            <pc:sldMk cId="2253097873" sldId="317"/>
            <ac:spMk id="30" creationId="{201EAB9E-6CCF-1F52-E6B7-363F921B522E}"/>
          </ac:spMkLst>
        </pc:spChg>
        <pc:picChg chg="add mod">
          <ac:chgData name="es-mhassankhalil20" userId="603f93c2-f830-45bf-9bde-0863a403b894" providerId="ADAL" clId="{D9702146-83F2-44C2-886B-9E7EA2DC0928}" dt="2025-12-03T22:22:45.794" v="408" actId="14100"/>
          <ac:picMkLst>
            <pc:docMk/>
            <pc:sldMk cId="2253097873" sldId="317"/>
            <ac:picMk id="9" creationId="{71A4A499-3490-BC78-B3E1-2FE2917C9978}"/>
          </ac:picMkLst>
        </pc:picChg>
        <pc:picChg chg="add mod">
          <ac:chgData name="es-mhassankhalil20" userId="603f93c2-f830-45bf-9bde-0863a403b894" providerId="ADAL" clId="{D9702146-83F2-44C2-886B-9E7EA2DC0928}" dt="2025-12-03T22:22:42.435" v="407" actId="1036"/>
          <ac:picMkLst>
            <pc:docMk/>
            <pc:sldMk cId="2253097873" sldId="317"/>
            <ac:picMk id="17" creationId="{794C6924-0A0A-EC6D-3B0D-3B1BE76855DD}"/>
          </ac:picMkLst>
        </pc:picChg>
        <pc:cxnChg chg="add mod">
          <ac:chgData name="es-mhassankhalil20" userId="603f93c2-f830-45bf-9bde-0863a403b894" providerId="ADAL" clId="{D9702146-83F2-44C2-886B-9E7EA2DC0928}" dt="2025-12-03T22:23:02.057" v="411" actId="1582"/>
          <ac:cxnSpMkLst>
            <pc:docMk/>
            <pc:sldMk cId="2253097873" sldId="317"/>
            <ac:cxnSpMk id="24" creationId="{CE0635FD-7FCB-DC06-8D03-188E4EBC5626}"/>
          </ac:cxnSpMkLst>
        </pc:cxnChg>
      </pc:sldChg>
      <pc:sldChg chg="addSp delSp modSp add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732391988" sldId="318"/>
        </pc:sldMkLst>
        <pc:picChg chg="add mod">
          <ac:chgData name="es-mhassankhalil20" userId="603f93c2-f830-45bf-9bde-0863a403b894" providerId="ADAL" clId="{D9702146-83F2-44C2-886B-9E7EA2DC0928}" dt="2025-12-03T22:22:03.083" v="397" actId="1076"/>
          <ac:picMkLst>
            <pc:docMk/>
            <pc:sldMk cId="732391988" sldId="318"/>
            <ac:picMk id="7" creationId="{5B184130-492B-272F-768C-094835E9F02A}"/>
          </ac:picMkLst>
        </pc:picChg>
      </pc:sldChg>
      <pc:sldChg chg="addSp delSp modSp add mod modTransition">
        <pc:chgData name="es-mhassankhalil20" userId="603f93c2-f830-45bf-9bde-0863a403b894" providerId="ADAL" clId="{D9702146-83F2-44C2-886B-9E7EA2DC0928}" dt="2025-12-06T15:56:38.566" v="491"/>
        <pc:sldMkLst>
          <pc:docMk/>
          <pc:sldMk cId="203435385" sldId="319"/>
        </pc:sldMkLst>
        <pc:picChg chg="add mod">
          <ac:chgData name="es-mhassankhalil20" userId="603f93c2-f830-45bf-9bde-0863a403b894" providerId="ADAL" clId="{D9702146-83F2-44C2-886B-9E7EA2DC0928}" dt="2025-12-06T15:47:25.108" v="485" actId="14100"/>
          <ac:picMkLst>
            <pc:docMk/>
            <pc:sldMk cId="203435385" sldId="319"/>
            <ac:picMk id="18" creationId="{22DCF296-A8FC-5351-3F39-80B6B5E3E1FA}"/>
          </ac:picMkLst>
        </pc:picChg>
        <pc:picChg chg="del">
          <ac:chgData name="es-mhassankhalil20" userId="603f93c2-f830-45bf-9bde-0863a403b894" providerId="ADAL" clId="{D9702146-83F2-44C2-886B-9E7EA2DC0928}" dt="2025-12-06T15:47:13.157" v="479" actId="478"/>
          <ac:picMkLst>
            <pc:docMk/>
            <pc:sldMk cId="203435385" sldId="319"/>
            <ac:picMk id="23" creationId="{87AAB563-8459-4AB6-0F9C-6FBB15DC45F8}"/>
          </ac:picMkLst>
        </pc:picChg>
      </pc:sldChg>
      <pc:sldMasterChg chg="modTransition modSldLayout">
        <pc:chgData name="es-mhassankhalil20" userId="603f93c2-f830-45bf-9bde-0863a403b894" providerId="ADAL" clId="{D9702146-83F2-44C2-886B-9E7EA2DC0928}" dt="2025-12-06T15:56:38.566" v="491"/>
        <pc:sldMasterMkLst>
          <pc:docMk/>
          <pc:sldMasterMk cId="0" sldId="2147483648"/>
        </pc:sldMasterMkLst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es-mhassankhalil20" userId="603f93c2-f830-45bf-9bde-0863a403b894" providerId="ADAL" clId="{D9702146-83F2-44C2-886B-9E7EA2DC0928}" dt="2025-12-06T15:56:38.566" v="491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ohamed Elshenawy" userId="4d8e66f3-dfeb-45bd-b928-a45168e8cbc1" providerId="ADAL" clId="{853970D4-D7F5-4920-A97A-565AF79390A5}"/>
    <pc:docChg chg="undo redo custSel addSld delSld modSld sldOrd">
      <pc:chgData name="Mohamed Elshenawy" userId="4d8e66f3-dfeb-45bd-b928-a45168e8cbc1" providerId="ADAL" clId="{853970D4-D7F5-4920-A97A-565AF79390A5}" dt="2025-12-03T14:42:46.353" v="2761" actId="20577"/>
      <pc:docMkLst>
        <pc:docMk/>
      </pc:docMkLst>
      <pc:sldChg chg="del">
        <pc:chgData name="Mohamed Elshenawy" userId="4d8e66f3-dfeb-45bd-b928-a45168e8cbc1" providerId="ADAL" clId="{853970D4-D7F5-4920-A97A-565AF79390A5}" dt="2025-12-03T12:42:49.646" v="1387" actId="47"/>
        <pc:sldMkLst>
          <pc:docMk/>
          <pc:sldMk cId="0" sldId="261"/>
        </pc:sldMkLst>
      </pc:sldChg>
      <pc:sldChg chg="del">
        <pc:chgData name="Mohamed Elshenawy" userId="4d8e66f3-dfeb-45bd-b928-a45168e8cbc1" providerId="ADAL" clId="{853970D4-D7F5-4920-A97A-565AF79390A5}" dt="2025-12-03T12:42:49.646" v="1387" actId="47"/>
        <pc:sldMkLst>
          <pc:docMk/>
          <pc:sldMk cId="0" sldId="262"/>
        </pc:sldMkLst>
      </pc:sldChg>
      <pc:sldChg chg="del">
        <pc:chgData name="Mohamed Elshenawy" userId="4d8e66f3-dfeb-45bd-b928-a45168e8cbc1" providerId="ADAL" clId="{853970D4-D7F5-4920-A97A-565AF79390A5}" dt="2025-12-03T12:42:49.646" v="1387" actId="47"/>
        <pc:sldMkLst>
          <pc:docMk/>
          <pc:sldMk cId="0" sldId="263"/>
        </pc:sldMkLst>
      </pc:sldChg>
      <pc:sldChg chg="del">
        <pc:chgData name="Mohamed Elshenawy" userId="4d8e66f3-dfeb-45bd-b928-a45168e8cbc1" providerId="ADAL" clId="{853970D4-D7F5-4920-A97A-565AF79390A5}" dt="2025-12-03T12:42:49.646" v="1387" actId="47"/>
        <pc:sldMkLst>
          <pc:docMk/>
          <pc:sldMk cId="0" sldId="264"/>
        </pc:sldMkLst>
      </pc:sldChg>
      <pc:sldChg chg="modSp mod">
        <pc:chgData name="Mohamed Elshenawy" userId="4d8e66f3-dfeb-45bd-b928-a45168e8cbc1" providerId="ADAL" clId="{853970D4-D7F5-4920-A97A-565AF79390A5}" dt="2025-12-03T14:31:01.766" v="2530" actId="1037"/>
        <pc:sldMkLst>
          <pc:docMk/>
          <pc:sldMk cId="3907769902" sldId="266"/>
        </pc:sldMkLst>
        <pc:spChg chg="mod">
          <ac:chgData name="Mohamed Elshenawy" userId="4d8e66f3-dfeb-45bd-b928-a45168e8cbc1" providerId="ADAL" clId="{853970D4-D7F5-4920-A97A-565AF79390A5}" dt="2025-12-03T14:30:46.846" v="2509" actId="20577"/>
          <ac:spMkLst>
            <pc:docMk/>
            <pc:sldMk cId="3907769902" sldId="266"/>
            <ac:spMk id="26" creationId="{AF1EB33F-FF23-F831-D370-74EEE3280CB7}"/>
          </ac:spMkLst>
        </pc:spChg>
        <pc:spChg chg="mod">
          <ac:chgData name="Mohamed Elshenawy" userId="4d8e66f3-dfeb-45bd-b928-a45168e8cbc1" providerId="ADAL" clId="{853970D4-D7F5-4920-A97A-565AF79390A5}" dt="2025-12-03T14:30:56.236" v="2511" actId="1076"/>
          <ac:spMkLst>
            <pc:docMk/>
            <pc:sldMk cId="3907769902" sldId="266"/>
            <ac:spMk id="29" creationId="{9EEE9131-3D3B-554F-4508-D3FF532C5240}"/>
          </ac:spMkLst>
        </pc:spChg>
        <pc:spChg chg="mod">
          <ac:chgData name="Mohamed Elshenawy" userId="4d8e66f3-dfeb-45bd-b928-a45168e8cbc1" providerId="ADAL" clId="{853970D4-D7F5-4920-A97A-565AF79390A5}" dt="2025-12-03T14:31:01.766" v="2530" actId="1037"/>
          <ac:spMkLst>
            <pc:docMk/>
            <pc:sldMk cId="3907769902" sldId="266"/>
            <ac:spMk id="30" creationId="{866BEC76-7879-14CC-B056-F3218524DC19}"/>
          </ac:spMkLst>
        </pc:spChg>
        <pc:spChg chg="mod">
          <ac:chgData name="Mohamed Elshenawy" userId="4d8e66f3-dfeb-45bd-b928-a45168e8cbc1" providerId="ADAL" clId="{853970D4-D7F5-4920-A97A-565AF79390A5}" dt="2025-12-03T14:30:59.950" v="2525" actId="1037"/>
          <ac:spMkLst>
            <pc:docMk/>
            <pc:sldMk cId="3907769902" sldId="266"/>
            <ac:spMk id="31" creationId="{570A0D0A-6EA8-BC22-661B-7257D9AF606F}"/>
          </ac:spMkLst>
        </pc:spChg>
        <pc:spChg chg="mod">
          <ac:chgData name="Mohamed Elshenawy" userId="4d8e66f3-dfeb-45bd-b928-a45168e8cbc1" providerId="ADAL" clId="{853970D4-D7F5-4920-A97A-565AF79390A5}" dt="2025-12-03T14:30:52.332" v="2510" actId="1076"/>
          <ac:spMkLst>
            <pc:docMk/>
            <pc:sldMk cId="3907769902" sldId="266"/>
            <ac:spMk id="32" creationId="{380F2F7B-C72E-EC92-A5ED-60D7B50EBC5D}"/>
          </ac:spMkLst>
        </pc:spChg>
      </pc:sldChg>
      <pc:sldChg chg="del">
        <pc:chgData name="Mohamed Elshenawy" userId="4d8e66f3-dfeb-45bd-b928-a45168e8cbc1" providerId="ADAL" clId="{853970D4-D7F5-4920-A97A-565AF79390A5}" dt="2025-12-03T12:42:49.646" v="1387" actId="47"/>
        <pc:sldMkLst>
          <pc:docMk/>
          <pc:sldMk cId="1546507651" sldId="267"/>
        </pc:sldMkLst>
      </pc:sldChg>
      <pc:sldChg chg="modSp del mod">
        <pc:chgData name="Mohamed Elshenawy" userId="4d8e66f3-dfeb-45bd-b928-a45168e8cbc1" providerId="ADAL" clId="{853970D4-D7F5-4920-A97A-565AF79390A5}" dt="2025-12-03T12:42:42.333" v="1386" actId="47"/>
        <pc:sldMkLst>
          <pc:docMk/>
          <pc:sldMk cId="4148323466" sldId="275"/>
        </pc:sldMkLst>
      </pc:sldChg>
      <pc:sldChg chg="addSp delSp modSp mod">
        <pc:chgData name="Mohamed Elshenawy" userId="4d8e66f3-dfeb-45bd-b928-a45168e8cbc1" providerId="ADAL" clId="{853970D4-D7F5-4920-A97A-565AF79390A5}" dt="2025-12-03T11:26:02.813" v="664" actId="1582"/>
        <pc:sldMkLst>
          <pc:docMk/>
          <pc:sldMk cId="306793279" sldId="280"/>
        </pc:sldMkLst>
        <pc:spChg chg="mod">
          <ac:chgData name="Mohamed Elshenawy" userId="4d8e66f3-dfeb-45bd-b928-a45168e8cbc1" providerId="ADAL" clId="{853970D4-D7F5-4920-A97A-565AF79390A5}" dt="2025-12-03T11:25:47.483" v="660" actId="20577"/>
          <ac:spMkLst>
            <pc:docMk/>
            <pc:sldMk cId="306793279" sldId="280"/>
            <ac:spMk id="34" creationId="{E95E0D92-4D30-5E5D-6BAD-D847AA0F5D49}"/>
          </ac:spMkLst>
        </pc:spChg>
        <pc:grpChg chg="mod">
          <ac:chgData name="Mohamed Elshenawy" userId="4d8e66f3-dfeb-45bd-b928-a45168e8cbc1" providerId="ADAL" clId="{853970D4-D7F5-4920-A97A-565AF79390A5}" dt="2025-12-03T11:22:47.976" v="545" actId="1076"/>
          <ac:grpSpMkLst>
            <pc:docMk/>
            <pc:sldMk cId="306793279" sldId="280"/>
            <ac:grpSpMk id="15" creationId="{60D5C26A-133B-B637-E4B0-0D6CE9F83236}"/>
          </ac:grpSpMkLst>
        </pc:grpChg>
        <pc:picChg chg="add mod modCrop">
          <ac:chgData name="Mohamed Elshenawy" userId="4d8e66f3-dfeb-45bd-b928-a45168e8cbc1" providerId="ADAL" clId="{853970D4-D7F5-4920-A97A-565AF79390A5}" dt="2025-12-03T11:25:08.728" v="572" actId="1076"/>
          <ac:picMkLst>
            <pc:docMk/>
            <pc:sldMk cId="306793279" sldId="280"/>
            <ac:picMk id="22" creationId="{22E5C09D-50B3-50D7-5506-05F4E5C40B34}"/>
          </ac:picMkLst>
        </pc:picChg>
        <pc:picChg chg="add mod">
          <ac:chgData name="Mohamed Elshenawy" userId="4d8e66f3-dfeb-45bd-b928-a45168e8cbc1" providerId="ADAL" clId="{853970D4-D7F5-4920-A97A-565AF79390A5}" dt="2025-12-03T11:24:42.041" v="568" actId="1076"/>
          <ac:picMkLst>
            <pc:docMk/>
            <pc:sldMk cId="306793279" sldId="280"/>
            <ac:picMk id="25" creationId="{CC0A52BB-E4AA-B971-DD2A-9DFA12AD3774}"/>
          </ac:picMkLst>
        </pc:picChg>
        <pc:picChg chg="add mod">
          <ac:chgData name="Mohamed Elshenawy" userId="4d8e66f3-dfeb-45bd-b928-a45168e8cbc1" providerId="ADAL" clId="{853970D4-D7F5-4920-A97A-565AF79390A5}" dt="2025-12-03T11:25:13.928" v="574" actId="14100"/>
          <ac:picMkLst>
            <pc:docMk/>
            <pc:sldMk cId="306793279" sldId="280"/>
            <ac:picMk id="28" creationId="{750F5BF2-99DF-1ED9-5AF8-6506E7A823B7}"/>
          </ac:picMkLst>
        </pc:picChg>
        <pc:picChg chg="add mod">
          <ac:chgData name="Mohamed Elshenawy" userId="4d8e66f3-dfeb-45bd-b928-a45168e8cbc1" providerId="ADAL" clId="{853970D4-D7F5-4920-A97A-565AF79390A5}" dt="2025-12-01T14:35:42.029" v="220" actId="1076"/>
          <ac:picMkLst>
            <pc:docMk/>
            <pc:sldMk cId="306793279" sldId="280"/>
            <ac:picMk id="29" creationId="{7064F7E0-3B25-80C1-2D99-51B4795B9021}"/>
          </ac:picMkLst>
        </pc:picChg>
        <pc:picChg chg="add mod modCrop">
          <ac:chgData name="Mohamed Elshenawy" userId="4d8e66f3-dfeb-45bd-b928-a45168e8cbc1" providerId="ADAL" clId="{853970D4-D7F5-4920-A97A-565AF79390A5}" dt="2025-12-03T11:23:50.106" v="553" actId="14100"/>
          <ac:picMkLst>
            <pc:docMk/>
            <pc:sldMk cId="306793279" sldId="280"/>
            <ac:picMk id="33" creationId="{29322877-D0C5-1E8F-F2CD-E0DEEA093338}"/>
          </ac:picMkLst>
        </pc:picChg>
        <pc:picChg chg="add mod">
          <ac:chgData name="Mohamed Elshenawy" userId="4d8e66f3-dfeb-45bd-b928-a45168e8cbc1" providerId="ADAL" clId="{853970D4-D7F5-4920-A97A-565AF79390A5}" dt="2025-12-03T11:25:50.440" v="661" actId="1076"/>
          <ac:picMkLst>
            <pc:docMk/>
            <pc:sldMk cId="306793279" sldId="280"/>
            <ac:picMk id="36" creationId="{E73F556D-7C83-22B6-D212-4C018CD8E099}"/>
          </ac:picMkLst>
        </pc:picChg>
        <pc:cxnChg chg="add mod">
          <ac:chgData name="Mohamed Elshenawy" userId="4d8e66f3-dfeb-45bd-b928-a45168e8cbc1" providerId="ADAL" clId="{853970D4-D7F5-4920-A97A-565AF79390A5}" dt="2025-12-03T11:26:02.813" v="664" actId="1582"/>
          <ac:cxnSpMkLst>
            <pc:docMk/>
            <pc:sldMk cId="306793279" sldId="280"/>
            <ac:cxnSpMk id="31" creationId="{4D485830-B5F0-ECDD-FBDF-6BE922256DAB}"/>
          </ac:cxnSpMkLst>
        </pc:cxnChg>
      </pc:sldChg>
      <pc:sldChg chg="addSp delSp modSp mod">
        <pc:chgData name="Mohamed Elshenawy" userId="4d8e66f3-dfeb-45bd-b928-a45168e8cbc1" providerId="ADAL" clId="{853970D4-D7F5-4920-A97A-565AF79390A5}" dt="2025-12-01T13:31:25.701" v="125" actId="14100"/>
        <pc:sldMkLst>
          <pc:docMk/>
          <pc:sldMk cId="881728474" sldId="282"/>
        </pc:sldMkLst>
        <pc:picChg chg="add mod">
          <ac:chgData name="Mohamed Elshenawy" userId="4d8e66f3-dfeb-45bd-b928-a45168e8cbc1" providerId="ADAL" clId="{853970D4-D7F5-4920-A97A-565AF79390A5}" dt="2025-12-01T13:31:25.701" v="125" actId="14100"/>
          <ac:picMkLst>
            <pc:docMk/>
            <pc:sldMk cId="881728474" sldId="282"/>
            <ac:picMk id="20" creationId="{88060092-F025-5300-03E5-0201F59F2F86}"/>
          </ac:picMkLst>
        </pc:picChg>
        <pc:picChg chg="add mod">
          <ac:chgData name="Mohamed Elshenawy" userId="4d8e66f3-dfeb-45bd-b928-a45168e8cbc1" providerId="ADAL" clId="{853970D4-D7F5-4920-A97A-565AF79390A5}" dt="2025-12-01T13:31:21.183" v="124" actId="1036"/>
          <ac:picMkLst>
            <pc:docMk/>
            <pc:sldMk cId="881728474" sldId="282"/>
            <ac:picMk id="23" creationId="{1A972502-6F2C-D57D-DDDE-F29B3D1CA79A}"/>
          </ac:picMkLst>
        </pc:picChg>
        <pc:picChg chg="add mod">
          <ac:chgData name="Mohamed Elshenawy" userId="4d8e66f3-dfeb-45bd-b928-a45168e8cbc1" providerId="ADAL" clId="{853970D4-D7F5-4920-A97A-565AF79390A5}" dt="2025-12-01T13:31:14.727" v="113" actId="1037"/>
          <ac:picMkLst>
            <pc:docMk/>
            <pc:sldMk cId="881728474" sldId="282"/>
            <ac:picMk id="28" creationId="{96299D3F-2BD6-38ED-903B-425BEAA712B1}"/>
          </ac:picMkLst>
        </pc:picChg>
        <pc:picChg chg="add mod">
          <ac:chgData name="Mohamed Elshenawy" userId="4d8e66f3-dfeb-45bd-b928-a45168e8cbc1" providerId="ADAL" clId="{853970D4-D7F5-4920-A97A-565AF79390A5}" dt="2025-12-01T13:31:17.166" v="118" actId="1037"/>
          <ac:picMkLst>
            <pc:docMk/>
            <pc:sldMk cId="881728474" sldId="282"/>
            <ac:picMk id="31" creationId="{A15907AF-09C4-5467-4A1C-E473A03F6F2E}"/>
          </ac:picMkLst>
        </pc:picChg>
      </pc:sldChg>
      <pc:sldChg chg="del">
        <pc:chgData name="Mohamed Elshenawy" userId="4d8e66f3-dfeb-45bd-b928-a45168e8cbc1" providerId="ADAL" clId="{853970D4-D7F5-4920-A97A-565AF79390A5}" dt="2025-12-03T12:42:39.874" v="1385" actId="47"/>
        <pc:sldMkLst>
          <pc:docMk/>
          <pc:sldMk cId="545124314" sldId="283"/>
        </pc:sldMkLst>
      </pc:sldChg>
      <pc:sldChg chg="ord">
        <pc:chgData name="Mohamed Elshenawy" userId="4d8e66f3-dfeb-45bd-b928-a45168e8cbc1" providerId="ADAL" clId="{853970D4-D7F5-4920-A97A-565AF79390A5}" dt="2025-12-03T08:07:50.522" v="506"/>
        <pc:sldMkLst>
          <pc:docMk/>
          <pc:sldMk cId="3050937222" sldId="285"/>
        </pc:sldMkLst>
      </pc:sldChg>
      <pc:sldChg chg="del">
        <pc:chgData name="Mohamed Elshenawy" userId="4d8e66f3-dfeb-45bd-b928-a45168e8cbc1" providerId="ADAL" clId="{853970D4-D7F5-4920-A97A-565AF79390A5}" dt="2025-12-03T12:42:35.739" v="1384" actId="47"/>
        <pc:sldMkLst>
          <pc:docMk/>
          <pc:sldMk cId="1764934770" sldId="291"/>
        </pc:sldMkLst>
      </pc:sldChg>
      <pc:sldChg chg="addSp delSp modSp mod ord">
        <pc:chgData name="Mohamed Elshenawy" userId="4d8e66f3-dfeb-45bd-b928-a45168e8cbc1" providerId="ADAL" clId="{853970D4-D7F5-4920-A97A-565AF79390A5}" dt="2025-12-01T14:32:21.956" v="205"/>
        <pc:sldMkLst>
          <pc:docMk/>
          <pc:sldMk cId="2495293973" sldId="292"/>
        </pc:sldMkLst>
        <pc:picChg chg="add mod">
          <ac:chgData name="Mohamed Elshenawy" userId="4d8e66f3-dfeb-45bd-b928-a45168e8cbc1" providerId="ADAL" clId="{853970D4-D7F5-4920-A97A-565AF79390A5}" dt="2025-12-01T14:31:44.686" v="200" actId="1076"/>
          <ac:picMkLst>
            <pc:docMk/>
            <pc:sldMk cId="2495293973" sldId="292"/>
            <ac:picMk id="19" creationId="{BD1188B9-D722-3922-A907-8359A5549D41}"/>
          </ac:picMkLst>
        </pc:picChg>
        <pc:picChg chg="add mod">
          <ac:chgData name="Mohamed Elshenawy" userId="4d8e66f3-dfeb-45bd-b928-a45168e8cbc1" providerId="ADAL" clId="{853970D4-D7F5-4920-A97A-565AF79390A5}" dt="2025-12-01T14:31:51.743" v="203" actId="1076"/>
          <ac:picMkLst>
            <pc:docMk/>
            <pc:sldMk cId="2495293973" sldId="292"/>
            <ac:picMk id="22" creationId="{A3A1C669-1A55-A9D5-51E9-D5D0A64A55A1}"/>
          </ac:picMkLst>
        </pc:picChg>
      </pc:sldChg>
      <pc:sldChg chg="addSp delSp modSp mod">
        <pc:chgData name="Mohamed Elshenawy" userId="4d8e66f3-dfeb-45bd-b928-a45168e8cbc1" providerId="ADAL" clId="{853970D4-D7F5-4920-A97A-565AF79390A5}" dt="2025-12-01T13:23:57.786" v="61" actId="1076"/>
        <pc:sldMkLst>
          <pc:docMk/>
          <pc:sldMk cId="1083712721" sldId="293"/>
        </pc:sldMkLst>
        <pc:spChg chg="mod">
          <ac:chgData name="Mohamed Elshenawy" userId="4d8e66f3-dfeb-45bd-b928-a45168e8cbc1" providerId="ADAL" clId="{853970D4-D7F5-4920-A97A-565AF79390A5}" dt="2025-12-01T13:18:55.382" v="24" actId="20577"/>
          <ac:spMkLst>
            <pc:docMk/>
            <pc:sldMk cId="1083712721" sldId="293"/>
            <ac:spMk id="34" creationId="{735D1021-B3E1-2062-BBFB-7BF41850D930}"/>
          </ac:spMkLst>
        </pc:spChg>
        <pc:picChg chg="add mod">
          <ac:chgData name="Mohamed Elshenawy" userId="4d8e66f3-dfeb-45bd-b928-a45168e8cbc1" providerId="ADAL" clId="{853970D4-D7F5-4920-A97A-565AF79390A5}" dt="2025-12-01T13:22:49.522" v="54" actId="1076"/>
          <ac:picMkLst>
            <pc:docMk/>
            <pc:sldMk cId="1083712721" sldId="293"/>
            <ac:picMk id="29" creationId="{2CFED564-F788-3920-5C64-6C40C6BB29C7}"/>
          </ac:picMkLst>
        </pc:picChg>
        <pc:picChg chg="add mod">
          <ac:chgData name="Mohamed Elshenawy" userId="4d8e66f3-dfeb-45bd-b928-a45168e8cbc1" providerId="ADAL" clId="{853970D4-D7F5-4920-A97A-565AF79390A5}" dt="2025-12-01T13:23:57.786" v="61" actId="1076"/>
          <ac:picMkLst>
            <pc:docMk/>
            <pc:sldMk cId="1083712721" sldId="293"/>
            <ac:picMk id="31" creationId="{B77EB98A-A395-3837-26DB-C21026E7ED2C}"/>
          </ac:picMkLst>
        </pc:picChg>
      </pc:sldChg>
      <pc:sldChg chg="addSp delSp modSp add del mod ord">
        <pc:chgData name="Mohamed Elshenawy" userId="4d8e66f3-dfeb-45bd-b928-a45168e8cbc1" providerId="ADAL" clId="{853970D4-D7F5-4920-A97A-565AF79390A5}" dt="2025-12-03T14:18:20.922" v="2170" actId="47"/>
        <pc:sldMkLst>
          <pc:docMk/>
          <pc:sldMk cId="1968665526" sldId="295"/>
        </pc:sldMkLst>
      </pc:sldChg>
      <pc:sldChg chg="addSp delSp modSp add del mod ord">
        <pc:chgData name="Mohamed Elshenawy" userId="4d8e66f3-dfeb-45bd-b928-a45168e8cbc1" providerId="ADAL" clId="{853970D4-D7F5-4920-A97A-565AF79390A5}" dt="2025-12-03T12:23:01.568" v="1129" actId="47"/>
        <pc:sldMkLst>
          <pc:docMk/>
          <pc:sldMk cId="4241011793" sldId="296"/>
        </pc:sldMkLst>
      </pc:sldChg>
      <pc:sldChg chg="addSp delSp modSp add mod ord">
        <pc:chgData name="Mohamed Elshenawy" userId="4d8e66f3-dfeb-45bd-b928-a45168e8cbc1" providerId="ADAL" clId="{853970D4-D7F5-4920-A97A-565AF79390A5}" dt="2025-12-03T11:45:41.395" v="805" actId="20577"/>
        <pc:sldMkLst>
          <pc:docMk/>
          <pc:sldMk cId="2866178823" sldId="297"/>
        </pc:sldMkLst>
        <pc:spChg chg="add mod">
          <ac:chgData name="Mohamed Elshenawy" userId="4d8e66f3-dfeb-45bd-b928-a45168e8cbc1" providerId="ADAL" clId="{853970D4-D7F5-4920-A97A-565AF79390A5}" dt="2025-12-03T11:45:41.395" v="805" actId="20577"/>
          <ac:spMkLst>
            <pc:docMk/>
            <pc:sldMk cId="2866178823" sldId="297"/>
            <ac:spMk id="10" creationId="{A3CD2BF2-A75B-B692-ECCA-01443A42B8B6}"/>
          </ac:spMkLst>
        </pc:spChg>
        <pc:picChg chg="add mod">
          <ac:chgData name="Mohamed Elshenawy" userId="4d8e66f3-dfeb-45bd-b928-a45168e8cbc1" providerId="ADAL" clId="{853970D4-D7F5-4920-A97A-565AF79390A5}" dt="2025-12-03T08:07:16.015" v="504" actId="1076"/>
          <ac:picMkLst>
            <pc:docMk/>
            <pc:sldMk cId="2866178823" sldId="297"/>
            <ac:picMk id="7" creationId="{8BEA97DE-FD94-2DB2-0948-9A9BB255CCA2}"/>
          </ac:picMkLst>
        </pc:picChg>
      </pc:sldChg>
      <pc:sldChg chg="addSp delSp modSp add mod ord">
        <pc:chgData name="Mohamed Elshenawy" userId="4d8e66f3-dfeb-45bd-b928-a45168e8cbc1" providerId="ADAL" clId="{853970D4-D7F5-4920-A97A-565AF79390A5}" dt="2025-12-03T11:46:11.014" v="828" actId="1076"/>
        <pc:sldMkLst>
          <pc:docMk/>
          <pc:sldMk cId="3177986871" sldId="298"/>
        </pc:sldMkLst>
        <pc:spChg chg="add mod">
          <ac:chgData name="Mohamed Elshenawy" userId="4d8e66f3-dfeb-45bd-b928-a45168e8cbc1" providerId="ADAL" clId="{853970D4-D7F5-4920-A97A-565AF79390A5}" dt="2025-12-03T11:46:11.014" v="828" actId="1076"/>
          <ac:spMkLst>
            <pc:docMk/>
            <pc:sldMk cId="3177986871" sldId="298"/>
            <ac:spMk id="17" creationId="{8543BC65-5DA1-4B40-2DD8-E8B65C4745B7}"/>
          </ac:spMkLst>
        </pc:spChg>
        <pc:picChg chg="add mod">
          <ac:chgData name="Mohamed Elshenawy" userId="4d8e66f3-dfeb-45bd-b928-a45168e8cbc1" providerId="ADAL" clId="{853970D4-D7F5-4920-A97A-565AF79390A5}" dt="2025-12-03T11:15:40.733" v="540" actId="1076"/>
          <ac:picMkLst>
            <pc:docMk/>
            <pc:sldMk cId="3177986871" sldId="298"/>
            <ac:picMk id="16" creationId="{C63D34DF-A6D4-E367-F322-2F045FFD4F5F}"/>
          </ac:picMkLst>
        </pc:picChg>
      </pc:sldChg>
      <pc:sldChg chg="addSp delSp modSp add mod">
        <pc:chgData name="Mohamed Elshenawy" userId="4d8e66f3-dfeb-45bd-b928-a45168e8cbc1" providerId="ADAL" clId="{853970D4-D7F5-4920-A97A-565AF79390A5}" dt="2025-12-03T11:45:03.282" v="788" actId="207"/>
        <pc:sldMkLst>
          <pc:docMk/>
          <pc:sldMk cId="2814858018" sldId="299"/>
        </pc:sldMkLst>
        <pc:spChg chg="add mod">
          <ac:chgData name="Mohamed Elshenawy" userId="4d8e66f3-dfeb-45bd-b928-a45168e8cbc1" providerId="ADAL" clId="{853970D4-D7F5-4920-A97A-565AF79390A5}" dt="2025-12-03T11:45:03.282" v="788" actId="207"/>
          <ac:spMkLst>
            <pc:docMk/>
            <pc:sldMk cId="2814858018" sldId="299"/>
            <ac:spMk id="9" creationId="{BF4BB29B-76D8-93FE-6EEF-E3EB6C72C582}"/>
          </ac:spMkLst>
        </pc:spChg>
        <pc:spChg chg="mod">
          <ac:chgData name="Mohamed Elshenawy" userId="4d8e66f3-dfeb-45bd-b928-a45168e8cbc1" providerId="ADAL" clId="{853970D4-D7F5-4920-A97A-565AF79390A5}" dt="2025-12-03T11:42:56.143" v="698" actId="20577"/>
          <ac:spMkLst>
            <pc:docMk/>
            <pc:sldMk cId="2814858018" sldId="299"/>
            <ac:spMk id="30" creationId="{833DB152-4630-AE05-9F06-0A9E619E3DAC}"/>
          </ac:spMkLst>
        </pc:spChg>
        <pc:picChg chg="add mod">
          <ac:chgData name="Mohamed Elshenawy" userId="4d8e66f3-dfeb-45bd-b928-a45168e8cbc1" providerId="ADAL" clId="{853970D4-D7F5-4920-A97A-565AF79390A5}" dt="2025-12-03T11:42:58.277" v="700" actId="1076"/>
          <ac:picMkLst>
            <pc:docMk/>
            <pc:sldMk cId="2814858018" sldId="299"/>
            <ac:picMk id="7" creationId="{BF679713-74E5-3219-8F30-3AEE4607F5B0}"/>
          </ac:picMkLst>
        </pc:picChg>
      </pc:sldChg>
      <pc:sldChg chg="delSp modSp add del mod">
        <pc:chgData name="Mohamed Elshenawy" userId="4d8e66f3-dfeb-45bd-b928-a45168e8cbc1" providerId="ADAL" clId="{853970D4-D7F5-4920-A97A-565AF79390A5}" dt="2025-12-03T12:19:06.454" v="1059" actId="47"/>
        <pc:sldMkLst>
          <pc:docMk/>
          <pc:sldMk cId="2302980276" sldId="300"/>
        </pc:sldMkLst>
      </pc:sldChg>
      <pc:sldChg chg="addSp delSp modSp add mod">
        <pc:chgData name="Mohamed Elshenawy" userId="4d8e66f3-dfeb-45bd-b928-a45168e8cbc1" providerId="ADAL" clId="{853970D4-D7F5-4920-A97A-565AF79390A5}" dt="2025-12-03T12:18:48.548" v="1058" actId="1037"/>
        <pc:sldMkLst>
          <pc:docMk/>
          <pc:sldMk cId="3815539518" sldId="301"/>
        </pc:sldMkLst>
        <pc:spChg chg="mod">
          <ac:chgData name="Mohamed Elshenawy" userId="4d8e66f3-dfeb-45bd-b928-a45168e8cbc1" providerId="ADAL" clId="{853970D4-D7F5-4920-A97A-565AF79390A5}" dt="2025-12-03T12:16:12.994" v="983" actId="1036"/>
          <ac:spMkLst>
            <pc:docMk/>
            <pc:sldMk cId="3815539518" sldId="301"/>
            <ac:spMk id="14" creationId="{295F02D6-4A38-F672-D943-204ED4972DC1}"/>
          </ac:spMkLst>
        </pc:spChg>
        <pc:spChg chg="mod">
          <ac:chgData name="Mohamed Elshenawy" userId="4d8e66f3-dfeb-45bd-b928-a45168e8cbc1" providerId="ADAL" clId="{853970D4-D7F5-4920-A97A-565AF79390A5}" dt="2025-12-03T12:17:50.151" v="1043" actId="20577"/>
          <ac:spMkLst>
            <pc:docMk/>
            <pc:sldMk cId="3815539518" sldId="301"/>
            <ac:spMk id="52" creationId="{57502044-2D94-204D-006F-673F5170E9F8}"/>
          </ac:spMkLst>
        </pc:spChg>
        <pc:spChg chg="mod">
          <ac:chgData name="Mohamed Elshenawy" userId="4d8e66f3-dfeb-45bd-b928-a45168e8cbc1" providerId="ADAL" clId="{853970D4-D7F5-4920-A97A-565AF79390A5}" dt="2025-12-03T12:16:18.973" v="1006" actId="1036"/>
          <ac:spMkLst>
            <pc:docMk/>
            <pc:sldMk cId="3815539518" sldId="301"/>
            <ac:spMk id="55" creationId="{B13A7D2A-F0FD-AC91-3B86-D1085CE9DE0B}"/>
          </ac:spMkLst>
        </pc:spChg>
        <pc:grpChg chg="add del mod">
          <ac:chgData name="Mohamed Elshenawy" userId="4d8e66f3-dfeb-45bd-b928-a45168e8cbc1" providerId="ADAL" clId="{853970D4-D7F5-4920-A97A-565AF79390A5}" dt="2025-12-03T12:14:50.539" v="923" actId="478"/>
          <ac:grpSpMkLst>
            <pc:docMk/>
            <pc:sldMk cId="3815539518" sldId="301"/>
            <ac:grpSpMk id="2" creationId="{033A90E9-B0BE-E2D5-C92F-6C29ADEE1BD3}"/>
          </ac:grpSpMkLst>
        </pc:grpChg>
        <pc:picChg chg="add mod">
          <ac:chgData name="Mohamed Elshenawy" userId="4d8e66f3-dfeb-45bd-b928-a45168e8cbc1" providerId="ADAL" clId="{853970D4-D7F5-4920-A97A-565AF79390A5}" dt="2025-12-03T12:16:37.284" v="1013" actId="1038"/>
          <ac:picMkLst>
            <pc:docMk/>
            <pc:sldMk cId="3815539518" sldId="301"/>
            <ac:picMk id="62" creationId="{2D94359B-3CE1-2D75-7E78-C79244D82B52}"/>
          </ac:picMkLst>
        </pc:picChg>
        <pc:picChg chg="add mod">
          <ac:chgData name="Mohamed Elshenawy" userId="4d8e66f3-dfeb-45bd-b928-a45168e8cbc1" providerId="ADAL" clId="{853970D4-D7F5-4920-A97A-565AF79390A5}" dt="2025-12-03T12:17:28.318" v="1022" actId="1035"/>
          <ac:picMkLst>
            <pc:docMk/>
            <pc:sldMk cId="3815539518" sldId="301"/>
            <ac:picMk id="64" creationId="{882B8301-04B2-36CB-583C-3A8F5161505F}"/>
          </ac:picMkLst>
        </pc:picChg>
        <pc:cxnChg chg="add mod">
          <ac:chgData name="Mohamed Elshenawy" userId="4d8e66f3-dfeb-45bd-b928-a45168e8cbc1" providerId="ADAL" clId="{853970D4-D7F5-4920-A97A-565AF79390A5}" dt="2025-12-03T12:18:48.548" v="1058" actId="1037"/>
          <ac:cxnSpMkLst>
            <pc:docMk/>
            <pc:sldMk cId="3815539518" sldId="301"/>
            <ac:cxnSpMk id="66" creationId="{C78B6A36-9B45-646A-0E8F-48B0F164CF17}"/>
          </ac:cxnSpMkLst>
        </pc:cxnChg>
        <pc:cxnChg chg="add mod">
          <ac:chgData name="Mohamed Elshenawy" userId="4d8e66f3-dfeb-45bd-b928-a45168e8cbc1" providerId="ADAL" clId="{853970D4-D7F5-4920-A97A-565AF79390A5}" dt="2025-12-03T12:18:47.429" v="1057" actId="1038"/>
          <ac:cxnSpMkLst>
            <pc:docMk/>
            <pc:sldMk cId="3815539518" sldId="301"/>
            <ac:cxnSpMk id="68" creationId="{BA580FBA-AF35-0CDB-91F6-FC3E2C29A648}"/>
          </ac:cxnSpMkLst>
        </pc:cxnChg>
      </pc:sldChg>
      <pc:sldChg chg="addSp delSp modSp add mod ord">
        <pc:chgData name="Mohamed Elshenawy" userId="4d8e66f3-dfeb-45bd-b928-a45168e8cbc1" providerId="ADAL" clId="{853970D4-D7F5-4920-A97A-565AF79390A5}" dt="2025-12-03T12:21:47.920" v="1128" actId="14100"/>
        <pc:sldMkLst>
          <pc:docMk/>
          <pc:sldMk cId="1205966824" sldId="302"/>
        </pc:sldMkLst>
        <pc:spChg chg="mod">
          <ac:chgData name="Mohamed Elshenawy" userId="4d8e66f3-dfeb-45bd-b928-a45168e8cbc1" providerId="ADAL" clId="{853970D4-D7F5-4920-A97A-565AF79390A5}" dt="2025-12-03T12:19:42.612" v="1104" actId="20577"/>
          <ac:spMkLst>
            <pc:docMk/>
            <pc:sldMk cId="1205966824" sldId="302"/>
            <ac:spMk id="52" creationId="{EFCFBAED-BBC0-5953-1A75-E5EBAE160859}"/>
          </ac:spMkLst>
        </pc:spChg>
        <pc:picChg chg="add mod">
          <ac:chgData name="Mohamed Elshenawy" userId="4d8e66f3-dfeb-45bd-b928-a45168e8cbc1" providerId="ADAL" clId="{853970D4-D7F5-4920-A97A-565AF79390A5}" dt="2025-12-03T12:20:09.651" v="1109" actId="1036"/>
          <ac:picMkLst>
            <pc:docMk/>
            <pc:sldMk cId="1205966824" sldId="302"/>
            <ac:picMk id="17" creationId="{60F978BD-2267-657E-532E-AC41BDE6A0D0}"/>
          </ac:picMkLst>
        </pc:picChg>
        <pc:picChg chg="add mod">
          <ac:chgData name="Mohamed Elshenawy" userId="4d8e66f3-dfeb-45bd-b928-a45168e8cbc1" providerId="ADAL" clId="{853970D4-D7F5-4920-A97A-565AF79390A5}" dt="2025-12-03T12:21:47.920" v="1128" actId="14100"/>
          <ac:picMkLst>
            <pc:docMk/>
            <pc:sldMk cId="1205966824" sldId="302"/>
            <ac:picMk id="23" creationId="{EE39EB3C-5BBE-09CB-4C7F-97F45BE5DCDF}"/>
          </ac:picMkLst>
        </pc:picChg>
      </pc:sldChg>
      <pc:sldChg chg="addSp delSp modSp add mod ord">
        <pc:chgData name="Mohamed Elshenawy" userId="4d8e66f3-dfeb-45bd-b928-a45168e8cbc1" providerId="ADAL" clId="{853970D4-D7F5-4920-A97A-565AF79390A5}" dt="2025-12-03T13:41:47.769" v="1901" actId="207"/>
        <pc:sldMkLst>
          <pc:docMk/>
          <pc:sldMk cId="1300221473" sldId="303"/>
        </pc:sldMkLst>
        <pc:spChg chg="add mod">
          <ac:chgData name="Mohamed Elshenawy" userId="4d8e66f3-dfeb-45bd-b928-a45168e8cbc1" providerId="ADAL" clId="{853970D4-D7F5-4920-A97A-565AF79390A5}" dt="2025-12-03T12:39:49.309" v="1380" actId="14100"/>
          <ac:spMkLst>
            <pc:docMk/>
            <pc:sldMk cId="1300221473" sldId="303"/>
            <ac:spMk id="30" creationId="{07BB52A2-5639-D7AC-268F-5E21142B0105}"/>
          </ac:spMkLst>
        </pc:spChg>
        <pc:spChg chg="mod">
          <ac:chgData name="Mohamed Elshenawy" userId="4d8e66f3-dfeb-45bd-b928-a45168e8cbc1" providerId="ADAL" clId="{853970D4-D7F5-4920-A97A-565AF79390A5}" dt="2025-12-03T12:43:42.811" v="1414" actId="313"/>
          <ac:spMkLst>
            <pc:docMk/>
            <pc:sldMk cId="1300221473" sldId="303"/>
            <ac:spMk id="34" creationId="{2BBC3804-61CA-E7F2-1C23-A224889AC37E}"/>
          </ac:spMkLst>
        </pc:spChg>
        <pc:spChg chg="add mod">
          <ac:chgData name="Mohamed Elshenawy" userId="4d8e66f3-dfeb-45bd-b928-a45168e8cbc1" providerId="ADAL" clId="{853970D4-D7F5-4920-A97A-565AF79390A5}" dt="2025-12-03T13:41:47.769" v="1901" actId="207"/>
          <ac:spMkLst>
            <pc:docMk/>
            <pc:sldMk cId="1300221473" sldId="303"/>
            <ac:spMk id="37" creationId="{337EDEF4-F90F-7C80-874E-4AE3FD7E4F42}"/>
          </ac:spMkLst>
        </pc:spChg>
        <pc:picChg chg="add mod">
          <ac:chgData name="Mohamed Elshenawy" userId="4d8e66f3-dfeb-45bd-b928-a45168e8cbc1" providerId="ADAL" clId="{853970D4-D7F5-4920-A97A-565AF79390A5}" dt="2025-12-03T12:35:28.994" v="1138" actId="1076"/>
          <ac:picMkLst>
            <pc:docMk/>
            <pc:sldMk cId="1300221473" sldId="303"/>
            <ac:picMk id="23" creationId="{F512B7F3-EEBE-652E-C589-8799E617EA4E}"/>
          </ac:picMkLst>
        </pc:picChg>
        <pc:picChg chg="add mod">
          <ac:chgData name="Mohamed Elshenawy" userId="4d8e66f3-dfeb-45bd-b928-a45168e8cbc1" providerId="ADAL" clId="{853970D4-D7F5-4920-A97A-565AF79390A5}" dt="2025-12-03T12:38:28.695" v="1333" actId="1076"/>
          <ac:picMkLst>
            <pc:docMk/>
            <pc:sldMk cId="1300221473" sldId="303"/>
            <ac:picMk id="26" creationId="{DAAD5617-0E1A-C5DF-D135-C04C7ACC7C57}"/>
          </ac:picMkLst>
        </pc:picChg>
        <pc:picChg chg="add mod">
          <ac:chgData name="Mohamed Elshenawy" userId="4d8e66f3-dfeb-45bd-b928-a45168e8cbc1" providerId="ADAL" clId="{853970D4-D7F5-4920-A97A-565AF79390A5}" dt="2025-12-03T12:39:17.646" v="1370" actId="1076"/>
          <ac:picMkLst>
            <pc:docMk/>
            <pc:sldMk cId="1300221473" sldId="303"/>
            <ac:picMk id="29" creationId="{9FC081BA-74AD-ADAB-AFF4-363149A72883}"/>
          </ac:picMkLst>
        </pc:picChg>
        <pc:picChg chg="add mod">
          <ac:chgData name="Mohamed Elshenawy" userId="4d8e66f3-dfeb-45bd-b928-a45168e8cbc1" providerId="ADAL" clId="{853970D4-D7F5-4920-A97A-565AF79390A5}" dt="2025-12-03T13:37:07.854" v="1562" actId="1038"/>
          <ac:picMkLst>
            <pc:docMk/>
            <pc:sldMk cId="1300221473" sldId="303"/>
            <ac:picMk id="32" creationId="{74BB6CB8-F825-B395-AA1B-8115C40AEAD9}"/>
          </ac:picMkLst>
        </pc:picChg>
        <pc:cxnChg chg="add mod">
          <ac:chgData name="Mohamed Elshenawy" userId="4d8e66f3-dfeb-45bd-b928-a45168e8cbc1" providerId="ADAL" clId="{853970D4-D7F5-4920-A97A-565AF79390A5}" dt="2025-12-03T13:41:26.041" v="1858" actId="14100"/>
          <ac:cxnSpMkLst>
            <pc:docMk/>
            <pc:sldMk cId="1300221473" sldId="303"/>
            <ac:cxnSpMk id="35" creationId="{5CD97B98-1070-B9F9-3A5D-0637D487427B}"/>
          </ac:cxnSpMkLst>
        </pc:cxnChg>
      </pc:sldChg>
      <pc:sldChg chg="addSp delSp modSp add mod ord">
        <pc:chgData name="Mohamed Elshenawy" userId="4d8e66f3-dfeb-45bd-b928-a45168e8cbc1" providerId="ADAL" clId="{853970D4-D7F5-4920-A97A-565AF79390A5}" dt="2025-12-03T13:47:34.591" v="1910" actId="255"/>
        <pc:sldMkLst>
          <pc:docMk/>
          <pc:sldMk cId="1621025240" sldId="304"/>
        </pc:sldMkLst>
        <pc:spChg chg="mod">
          <ac:chgData name="Mohamed Elshenawy" userId="4d8e66f3-dfeb-45bd-b928-a45168e8cbc1" providerId="ADAL" clId="{853970D4-D7F5-4920-A97A-565AF79390A5}" dt="2025-12-03T13:47:34.591" v="1910" actId="255"/>
          <ac:spMkLst>
            <pc:docMk/>
            <pc:sldMk cId="1621025240" sldId="304"/>
            <ac:spMk id="30" creationId="{FD0A536D-7001-5899-9FA7-49D01A99520A}"/>
          </ac:spMkLst>
        </pc:spChg>
        <pc:picChg chg="add mod">
          <ac:chgData name="Mohamed Elshenawy" userId="4d8e66f3-dfeb-45bd-b928-a45168e8cbc1" providerId="ADAL" clId="{853970D4-D7F5-4920-A97A-565AF79390A5}" dt="2025-12-03T13:47:24.732" v="1908" actId="14100"/>
          <ac:picMkLst>
            <pc:docMk/>
            <pc:sldMk cId="1621025240" sldId="304"/>
            <ac:picMk id="10" creationId="{43FD443A-E483-5880-ABF6-4A5572FA0101}"/>
          </ac:picMkLst>
        </pc:picChg>
        <pc:picChg chg="add mod">
          <ac:chgData name="Mohamed Elshenawy" userId="4d8e66f3-dfeb-45bd-b928-a45168e8cbc1" providerId="ADAL" clId="{853970D4-D7F5-4920-A97A-565AF79390A5}" dt="2025-12-03T13:09:25.730" v="1504" actId="1076"/>
          <ac:picMkLst>
            <pc:docMk/>
            <pc:sldMk cId="1621025240" sldId="304"/>
            <ac:picMk id="31" creationId="{0F068875-3081-EDFA-6296-5537C10CAF9A}"/>
          </ac:picMkLst>
        </pc:picChg>
        <pc:picChg chg="add mod">
          <ac:chgData name="Mohamed Elshenawy" userId="4d8e66f3-dfeb-45bd-b928-a45168e8cbc1" providerId="ADAL" clId="{853970D4-D7F5-4920-A97A-565AF79390A5}" dt="2025-12-03T13:10:54.866" v="1509" actId="1038"/>
          <ac:picMkLst>
            <pc:docMk/>
            <pc:sldMk cId="1621025240" sldId="304"/>
            <ac:picMk id="36" creationId="{D5A88117-90C6-3576-45EB-1507C47B12F0}"/>
          </ac:picMkLst>
        </pc:picChg>
      </pc:sldChg>
      <pc:sldChg chg="add">
        <pc:chgData name="Mohamed Elshenawy" userId="4d8e66f3-dfeb-45bd-b928-a45168e8cbc1" providerId="ADAL" clId="{853970D4-D7F5-4920-A97A-565AF79390A5}" dt="2025-12-03T13:46:40.477" v="1902" actId="2890"/>
        <pc:sldMkLst>
          <pc:docMk/>
          <pc:sldMk cId="2293188257" sldId="305"/>
        </pc:sldMkLst>
      </pc:sldChg>
      <pc:sldChg chg="addSp delSp modSp add mod">
        <pc:chgData name="Mohamed Elshenawy" userId="4d8e66f3-dfeb-45bd-b928-a45168e8cbc1" providerId="ADAL" clId="{853970D4-D7F5-4920-A97A-565AF79390A5}" dt="2025-12-03T14:14:35.755" v="2169" actId="313"/>
        <pc:sldMkLst>
          <pc:docMk/>
          <pc:sldMk cId="76923088" sldId="306"/>
        </pc:sldMkLst>
        <pc:spChg chg="mod">
          <ac:chgData name="Mohamed Elshenawy" userId="4d8e66f3-dfeb-45bd-b928-a45168e8cbc1" providerId="ADAL" clId="{853970D4-D7F5-4920-A97A-565AF79390A5}" dt="2025-12-03T14:14:35.755" v="2169" actId="313"/>
          <ac:spMkLst>
            <pc:docMk/>
            <pc:sldMk cId="76923088" sldId="306"/>
            <ac:spMk id="30" creationId="{27290B5D-6004-FEDD-68A6-C3F02C25D7B6}"/>
          </ac:spMkLst>
        </pc:spChg>
        <pc:picChg chg="add mod">
          <ac:chgData name="Mohamed Elshenawy" userId="4d8e66f3-dfeb-45bd-b928-a45168e8cbc1" providerId="ADAL" clId="{853970D4-D7F5-4920-A97A-565AF79390A5}" dt="2025-12-03T14:12:56.057" v="1914" actId="1076"/>
          <ac:picMkLst>
            <pc:docMk/>
            <pc:sldMk cId="76923088" sldId="306"/>
            <ac:picMk id="20" creationId="{6FAEC8ED-DC3D-A2E9-1E22-83433628A8AE}"/>
          </ac:picMkLst>
        </pc:picChg>
      </pc:sldChg>
      <pc:sldChg chg="addSp delSp modSp add mod">
        <pc:chgData name="Mohamed Elshenawy" userId="4d8e66f3-dfeb-45bd-b928-a45168e8cbc1" providerId="ADAL" clId="{853970D4-D7F5-4920-A97A-565AF79390A5}" dt="2025-12-03T14:33:19.786" v="2760" actId="1076"/>
        <pc:sldMkLst>
          <pc:docMk/>
          <pc:sldMk cId="146353304" sldId="307"/>
        </pc:sldMkLst>
        <pc:spChg chg="add mod">
          <ac:chgData name="Mohamed Elshenawy" userId="4d8e66f3-dfeb-45bd-b928-a45168e8cbc1" providerId="ADAL" clId="{853970D4-D7F5-4920-A97A-565AF79390A5}" dt="2025-12-03T14:26:28.080" v="2435" actId="113"/>
          <ac:spMkLst>
            <pc:docMk/>
            <pc:sldMk cId="146353304" sldId="307"/>
            <ac:spMk id="20" creationId="{133DDBA2-EBB1-96B0-E561-7A0C957034ED}"/>
          </ac:spMkLst>
        </pc:spChg>
        <pc:spChg chg="add mod">
          <ac:chgData name="Mohamed Elshenawy" userId="4d8e66f3-dfeb-45bd-b928-a45168e8cbc1" providerId="ADAL" clId="{853970D4-D7F5-4920-A97A-565AF79390A5}" dt="2025-12-03T14:33:19.786" v="2760" actId="1076"/>
          <ac:spMkLst>
            <pc:docMk/>
            <pc:sldMk cId="146353304" sldId="307"/>
            <ac:spMk id="22" creationId="{397C7300-97BF-5FB5-E62E-DDF665199AA0}"/>
          </ac:spMkLst>
        </pc:spChg>
        <pc:spChg chg="mod">
          <ac:chgData name="Mohamed Elshenawy" userId="4d8e66f3-dfeb-45bd-b928-a45168e8cbc1" providerId="ADAL" clId="{853970D4-D7F5-4920-A97A-565AF79390A5}" dt="2025-12-03T14:23:11.812" v="2200" actId="20577"/>
          <ac:spMkLst>
            <pc:docMk/>
            <pc:sldMk cId="146353304" sldId="307"/>
            <ac:spMk id="30" creationId="{14842A46-0C02-AD63-8992-C6F5A5C60141}"/>
          </ac:spMkLst>
        </pc:spChg>
        <pc:picChg chg="add mod modCrop">
          <ac:chgData name="Mohamed Elshenawy" userId="4d8e66f3-dfeb-45bd-b928-a45168e8cbc1" providerId="ADAL" clId="{853970D4-D7F5-4920-A97A-565AF79390A5}" dt="2025-12-03T14:24:17.936" v="2215" actId="1076"/>
          <ac:picMkLst>
            <pc:docMk/>
            <pc:sldMk cId="146353304" sldId="307"/>
            <ac:picMk id="7" creationId="{D0A10D11-85F2-6759-D76F-3EA6CF47A907}"/>
          </ac:picMkLst>
        </pc:picChg>
        <pc:picChg chg="add mod">
          <ac:chgData name="Mohamed Elshenawy" userId="4d8e66f3-dfeb-45bd-b928-a45168e8cbc1" providerId="ADAL" clId="{853970D4-D7F5-4920-A97A-565AF79390A5}" dt="2025-12-03T14:24:15.953" v="2214" actId="1076"/>
          <ac:picMkLst>
            <pc:docMk/>
            <pc:sldMk cId="146353304" sldId="307"/>
            <ac:picMk id="12" creationId="{E3171827-48C5-7B5E-E7EC-FD78EBA190F2}"/>
          </ac:picMkLst>
        </pc:picChg>
        <pc:picChg chg="add mod">
          <ac:chgData name="Mohamed Elshenawy" userId="4d8e66f3-dfeb-45bd-b928-a45168e8cbc1" providerId="ADAL" clId="{853970D4-D7F5-4920-A97A-565AF79390A5}" dt="2025-12-03T14:25:09.136" v="2222" actId="1076"/>
          <ac:picMkLst>
            <pc:docMk/>
            <pc:sldMk cId="146353304" sldId="307"/>
            <ac:picMk id="19" creationId="{F2F5F4D2-98EB-CE99-F8A3-E6399F79CE13}"/>
          </ac:picMkLst>
        </pc:picChg>
        <pc:cxnChg chg="add mod">
          <ac:chgData name="Mohamed Elshenawy" userId="4d8e66f3-dfeb-45bd-b928-a45168e8cbc1" providerId="ADAL" clId="{853970D4-D7F5-4920-A97A-565AF79390A5}" dt="2025-12-03T14:24:39.340" v="2220" actId="1582"/>
          <ac:cxnSpMkLst>
            <pc:docMk/>
            <pc:sldMk cId="146353304" sldId="307"/>
            <ac:cxnSpMk id="16" creationId="{7EEA14CE-89C4-D763-575B-1659F165899E}"/>
          </ac:cxnSpMkLst>
        </pc:cxnChg>
      </pc:sldChg>
      <pc:sldChg chg="delSp modSp add mod ord">
        <pc:chgData name="Mohamed Elshenawy" userId="4d8e66f3-dfeb-45bd-b928-a45168e8cbc1" providerId="ADAL" clId="{853970D4-D7F5-4920-A97A-565AF79390A5}" dt="2025-12-03T14:42:46.353" v="2761" actId="20577"/>
        <pc:sldMkLst>
          <pc:docMk/>
          <pc:sldMk cId="3962578809" sldId="308"/>
        </pc:sldMkLst>
        <pc:spChg chg="mod">
          <ac:chgData name="Mohamed Elshenawy" userId="4d8e66f3-dfeb-45bd-b928-a45168e8cbc1" providerId="ADAL" clId="{853970D4-D7F5-4920-A97A-565AF79390A5}" dt="2025-12-03T14:29:30.862" v="2475" actId="20577"/>
          <ac:spMkLst>
            <pc:docMk/>
            <pc:sldMk cId="3962578809" sldId="308"/>
            <ac:spMk id="17" creationId="{1484EED6-E023-19F2-797D-F522ABCFAD2D}"/>
          </ac:spMkLst>
        </pc:spChg>
        <pc:spChg chg="mod">
          <ac:chgData name="Mohamed Elshenawy" userId="4d8e66f3-dfeb-45bd-b928-a45168e8cbc1" providerId="ADAL" clId="{853970D4-D7F5-4920-A97A-565AF79390A5}" dt="2025-12-03T14:42:46.353" v="2761" actId="20577"/>
          <ac:spMkLst>
            <pc:docMk/>
            <pc:sldMk cId="3962578809" sldId="308"/>
            <ac:spMk id="19" creationId="{98198026-6F4C-33AD-803D-3BE676E24D0F}"/>
          </ac:spMkLst>
        </pc:spChg>
        <pc:grpChg chg="mod">
          <ac:chgData name="Mohamed Elshenawy" userId="4d8e66f3-dfeb-45bd-b928-a45168e8cbc1" providerId="ADAL" clId="{853970D4-D7F5-4920-A97A-565AF79390A5}" dt="2025-12-03T14:31:32.915" v="2561" actId="1076"/>
          <ac:grpSpMkLst>
            <pc:docMk/>
            <pc:sldMk cId="3962578809" sldId="308"/>
            <ac:grpSpMk id="14" creationId="{BA00215F-AADD-89B9-648A-E86803185F2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07E60-5208-491D-A2EE-2176B909FED7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58732-5ED1-4D68-AEF1-490D44B7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44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58732-5ED1-4D68-AEF1-490D44B7E3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28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58732-5ED1-4D68-AEF1-490D44B7E36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71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4.svg"/><Relationship Id="rId2" Type="http://schemas.openxmlformats.org/officeDocument/2006/relationships/image" Target="../media/image11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0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4.svg"/><Relationship Id="rId2" Type="http://schemas.openxmlformats.org/officeDocument/2006/relationships/image" Target="../media/image11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0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4.svg"/><Relationship Id="rId2" Type="http://schemas.openxmlformats.org/officeDocument/2006/relationships/image" Target="../media/image11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0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4.svg"/><Relationship Id="rId2" Type="http://schemas.openxmlformats.org/officeDocument/2006/relationships/image" Target="../media/image11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0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4.svg"/><Relationship Id="rId2" Type="http://schemas.openxmlformats.org/officeDocument/2006/relationships/image" Target="../media/image11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0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352126" y="3181248"/>
            <a:ext cx="3656989" cy="5855968"/>
            <a:chOff x="0" y="0"/>
            <a:chExt cx="963158" cy="15423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3158" cy="1542313"/>
            </a:xfrm>
            <a:custGeom>
              <a:avLst/>
              <a:gdLst/>
              <a:ahLst/>
              <a:cxnLst/>
              <a:rect l="l" t="t" r="r" b="b"/>
              <a:pathLst>
                <a:path w="963158" h="1542313">
                  <a:moveTo>
                    <a:pt x="76213" y="0"/>
                  </a:moveTo>
                  <a:lnTo>
                    <a:pt x="886945" y="0"/>
                  </a:lnTo>
                  <a:cubicBezTo>
                    <a:pt x="929036" y="0"/>
                    <a:pt x="963158" y="34122"/>
                    <a:pt x="963158" y="76213"/>
                  </a:cubicBezTo>
                  <a:lnTo>
                    <a:pt x="963158" y="1466100"/>
                  </a:lnTo>
                  <a:cubicBezTo>
                    <a:pt x="963158" y="1486313"/>
                    <a:pt x="955128" y="1505698"/>
                    <a:pt x="940835" y="1519990"/>
                  </a:cubicBezTo>
                  <a:cubicBezTo>
                    <a:pt x="926543" y="1534283"/>
                    <a:pt x="907158" y="1542313"/>
                    <a:pt x="886945" y="1542313"/>
                  </a:cubicBezTo>
                  <a:lnTo>
                    <a:pt x="76213" y="1542313"/>
                  </a:lnTo>
                  <a:cubicBezTo>
                    <a:pt x="34122" y="1542313"/>
                    <a:pt x="0" y="1508191"/>
                    <a:pt x="0" y="1466100"/>
                  </a:cubicBezTo>
                  <a:lnTo>
                    <a:pt x="0" y="76213"/>
                  </a:lnTo>
                  <a:cubicBezTo>
                    <a:pt x="0" y="56000"/>
                    <a:pt x="8030" y="36615"/>
                    <a:pt x="22322" y="22322"/>
                  </a:cubicBezTo>
                  <a:cubicBezTo>
                    <a:pt x="36615" y="8030"/>
                    <a:pt x="56000" y="0"/>
                    <a:pt x="76213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63158" cy="1580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53441" y="3036587"/>
            <a:ext cx="11843766" cy="3729043"/>
            <a:chOff x="0" y="-38100"/>
            <a:chExt cx="3119346" cy="982135"/>
          </a:xfrm>
        </p:grpSpPr>
        <p:sp>
          <p:nvSpPr>
            <p:cNvPr id="18" name="Freeform 18"/>
            <p:cNvSpPr/>
            <p:nvPr/>
          </p:nvSpPr>
          <p:spPr>
            <a:xfrm>
              <a:off x="0" y="-4990"/>
              <a:ext cx="3119346" cy="944035"/>
            </a:xfrm>
            <a:custGeom>
              <a:avLst/>
              <a:gdLst/>
              <a:ahLst/>
              <a:cxnLst/>
              <a:rect l="l" t="t" r="r" b="b"/>
              <a:pathLst>
                <a:path w="3119346" h="944035">
                  <a:moveTo>
                    <a:pt x="26147" y="0"/>
                  </a:moveTo>
                  <a:lnTo>
                    <a:pt x="3093199" y="0"/>
                  </a:lnTo>
                  <a:cubicBezTo>
                    <a:pt x="3107640" y="0"/>
                    <a:pt x="3119346" y="11706"/>
                    <a:pt x="3119346" y="26147"/>
                  </a:cubicBezTo>
                  <a:lnTo>
                    <a:pt x="3119346" y="917888"/>
                  </a:lnTo>
                  <a:cubicBezTo>
                    <a:pt x="3119346" y="932328"/>
                    <a:pt x="3107640" y="944035"/>
                    <a:pt x="3093199" y="944035"/>
                  </a:cubicBezTo>
                  <a:lnTo>
                    <a:pt x="26147" y="944035"/>
                  </a:lnTo>
                  <a:cubicBezTo>
                    <a:pt x="11706" y="944035"/>
                    <a:pt x="0" y="932328"/>
                    <a:pt x="0" y="917888"/>
                  </a:cubicBezTo>
                  <a:lnTo>
                    <a:pt x="0" y="26147"/>
                  </a:lnTo>
                  <a:cubicBezTo>
                    <a:pt x="0" y="11706"/>
                    <a:pt x="11706" y="0"/>
                    <a:pt x="26147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19346" cy="982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53441" y="6934783"/>
            <a:ext cx="11843766" cy="1023380"/>
            <a:chOff x="0" y="0"/>
            <a:chExt cx="3119346" cy="2695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19346" cy="269532"/>
            </a:xfrm>
            <a:custGeom>
              <a:avLst/>
              <a:gdLst/>
              <a:ahLst/>
              <a:cxnLst/>
              <a:rect l="l" t="t" r="r" b="b"/>
              <a:pathLst>
                <a:path w="3119346" h="269532">
                  <a:moveTo>
                    <a:pt x="18956" y="0"/>
                  </a:moveTo>
                  <a:lnTo>
                    <a:pt x="3100389" y="0"/>
                  </a:lnTo>
                  <a:cubicBezTo>
                    <a:pt x="3105417" y="0"/>
                    <a:pt x="3110239" y="1997"/>
                    <a:pt x="3113794" y="5552"/>
                  </a:cubicBezTo>
                  <a:cubicBezTo>
                    <a:pt x="3117349" y="9107"/>
                    <a:pt x="3119346" y="13929"/>
                    <a:pt x="3119346" y="18956"/>
                  </a:cubicBezTo>
                  <a:lnTo>
                    <a:pt x="3119346" y="250576"/>
                  </a:lnTo>
                  <a:cubicBezTo>
                    <a:pt x="3119346" y="255603"/>
                    <a:pt x="3117349" y="260425"/>
                    <a:pt x="3113794" y="263980"/>
                  </a:cubicBezTo>
                  <a:cubicBezTo>
                    <a:pt x="3110239" y="267535"/>
                    <a:pt x="3105417" y="269532"/>
                    <a:pt x="3100389" y="269532"/>
                  </a:cubicBezTo>
                  <a:lnTo>
                    <a:pt x="18956" y="269532"/>
                  </a:lnTo>
                  <a:cubicBezTo>
                    <a:pt x="13929" y="269532"/>
                    <a:pt x="9107" y="267535"/>
                    <a:pt x="5552" y="263980"/>
                  </a:cubicBezTo>
                  <a:cubicBezTo>
                    <a:pt x="1997" y="260425"/>
                    <a:pt x="0" y="255603"/>
                    <a:pt x="0" y="250576"/>
                  </a:cubicBezTo>
                  <a:lnTo>
                    <a:pt x="0" y="18956"/>
                  </a:lnTo>
                  <a:cubicBezTo>
                    <a:pt x="0" y="13929"/>
                    <a:pt x="1997" y="9107"/>
                    <a:pt x="5552" y="5552"/>
                  </a:cubicBezTo>
                  <a:cubicBezTo>
                    <a:pt x="9107" y="1997"/>
                    <a:pt x="13929" y="0"/>
                    <a:pt x="1895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19346" cy="307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53441" y="8129612"/>
            <a:ext cx="2932574" cy="621151"/>
            <a:chOff x="0" y="0"/>
            <a:chExt cx="772365" cy="16359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72365" cy="163595"/>
            </a:xfrm>
            <a:custGeom>
              <a:avLst/>
              <a:gdLst/>
              <a:ahLst/>
              <a:cxnLst/>
              <a:rect l="l" t="t" r="r" b="b"/>
              <a:pathLst>
                <a:path w="772365" h="163595">
                  <a:moveTo>
                    <a:pt x="44880" y="0"/>
                  </a:moveTo>
                  <a:lnTo>
                    <a:pt x="727486" y="0"/>
                  </a:lnTo>
                  <a:cubicBezTo>
                    <a:pt x="739388" y="0"/>
                    <a:pt x="750804" y="4728"/>
                    <a:pt x="759220" y="13145"/>
                  </a:cubicBezTo>
                  <a:cubicBezTo>
                    <a:pt x="767637" y="21561"/>
                    <a:pt x="772365" y="32977"/>
                    <a:pt x="772365" y="44880"/>
                  </a:cubicBezTo>
                  <a:lnTo>
                    <a:pt x="772365" y="118716"/>
                  </a:lnTo>
                  <a:cubicBezTo>
                    <a:pt x="772365" y="130618"/>
                    <a:pt x="767637" y="142034"/>
                    <a:pt x="759220" y="150450"/>
                  </a:cubicBezTo>
                  <a:cubicBezTo>
                    <a:pt x="750804" y="158867"/>
                    <a:pt x="739388" y="163595"/>
                    <a:pt x="727486" y="163595"/>
                  </a:cubicBezTo>
                  <a:lnTo>
                    <a:pt x="44880" y="163595"/>
                  </a:lnTo>
                  <a:cubicBezTo>
                    <a:pt x="32977" y="163595"/>
                    <a:pt x="21561" y="158867"/>
                    <a:pt x="13145" y="150450"/>
                  </a:cubicBezTo>
                  <a:cubicBezTo>
                    <a:pt x="4728" y="142034"/>
                    <a:pt x="0" y="130618"/>
                    <a:pt x="0" y="118716"/>
                  </a:cubicBezTo>
                  <a:lnTo>
                    <a:pt x="0" y="44880"/>
                  </a:lnTo>
                  <a:cubicBezTo>
                    <a:pt x="0" y="32977"/>
                    <a:pt x="4728" y="21561"/>
                    <a:pt x="13145" y="13145"/>
                  </a:cubicBezTo>
                  <a:cubicBezTo>
                    <a:pt x="21561" y="4728"/>
                    <a:pt x="32977" y="0"/>
                    <a:pt x="448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72365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Thynk Unlimited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64634" y="8129612"/>
            <a:ext cx="2932574" cy="621151"/>
            <a:chOff x="0" y="0"/>
            <a:chExt cx="772365" cy="16359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72365" cy="163595"/>
            </a:xfrm>
            <a:custGeom>
              <a:avLst/>
              <a:gdLst/>
              <a:ahLst/>
              <a:cxnLst/>
              <a:rect l="l" t="t" r="r" b="b"/>
              <a:pathLst>
                <a:path w="772365" h="163595">
                  <a:moveTo>
                    <a:pt x="44880" y="0"/>
                  </a:moveTo>
                  <a:lnTo>
                    <a:pt x="727486" y="0"/>
                  </a:lnTo>
                  <a:cubicBezTo>
                    <a:pt x="739388" y="0"/>
                    <a:pt x="750804" y="4728"/>
                    <a:pt x="759220" y="13145"/>
                  </a:cubicBezTo>
                  <a:cubicBezTo>
                    <a:pt x="767637" y="21561"/>
                    <a:pt x="772365" y="32977"/>
                    <a:pt x="772365" y="44880"/>
                  </a:cubicBezTo>
                  <a:lnTo>
                    <a:pt x="772365" y="118716"/>
                  </a:lnTo>
                  <a:cubicBezTo>
                    <a:pt x="772365" y="130618"/>
                    <a:pt x="767637" y="142034"/>
                    <a:pt x="759220" y="150450"/>
                  </a:cubicBezTo>
                  <a:cubicBezTo>
                    <a:pt x="750804" y="158867"/>
                    <a:pt x="739388" y="163595"/>
                    <a:pt x="727486" y="163595"/>
                  </a:cubicBezTo>
                  <a:lnTo>
                    <a:pt x="44880" y="163595"/>
                  </a:lnTo>
                  <a:cubicBezTo>
                    <a:pt x="32977" y="163595"/>
                    <a:pt x="21561" y="158867"/>
                    <a:pt x="13145" y="150450"/>
                  </a:cubicBezTo>
                  <a:cubicBezTo>
                    <a:pt x="4728" y="142034"/>
                    <a:pt x="0" y="130618"/>
                    <a:pt x="0" y="118716"/>
                  </a:cubicBezTo>
                  <a:lnTo>
                    <a:pt x="0" y="44880"/>
                  </a:lnTo>
                  <a:cubicBezTo>
                    <a:pt x="0" y="32977"/>
                    <a:pt x="4728" y="21561"/>
                    <a:pt x="13145" y="13145"/>
                  </a:cubicBezTo>
                  <a:cubicBezTo>
                    <a:pt x="21561" y="4728"/>
                    <a:pt x="32977" y="0"/>
                    <a:pt x="448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72365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@reallygreatsite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830544" y="4762907"/>
            <a:ext cx="844833" cy="844833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828612" y="5728640"/>
            <a:ext cx="844833" cy="844833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828612" y="6697297"/>
            <a:ext cx="844833" cy="844833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757238" y="4762907"/>
            <a:ext cx="844833" cy="844833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755307" y="5728640"/>
            <a:ext cx="844833" cy="844833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755307" y="6697297"/>
            <a:ext cx="844833" cy="844833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782800" y="7665955"/>
            <a:ext cx="844833" cy="844833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687796" y="4762907"/>
            <a:ext cx="844833" cy="844833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5685865" y="5728640"/>
            <a:ext cx="844833" cy="844833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685865" y="6697297"/>
            <a:ext cx="844833" cy="844833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9" name="AutoShape 59"/>
          <p:cNvSpPr/>
          <p:nvPr/>
        </p:nvSpPr>
        <p:spPr>
          <a:xfrm>
            <a:off x="14896107" y="8827769"/>
            <a:ext cx="816678" cy="0"/>
          </a:xfrm>
          <a:prstGeom prst="line">
            <a:avLst/>
          </a:prstGeom>
          <a:ln w="38100" cap="rnd">
            <a:solidFill>
              <a:srgbClr val="F4F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14888620" y="3611231"/>
            <a:ext cx="584002" cy="791136"/>
          </a:xfrm>
          <a:custGeom>
            <a:avLst/>
            <a:gdLst/>
            <a:ahLst/>
            <a:cxnLst/>
            <a:rect l="l" t="t" r="r" b="b"/>
            <a:pathLst>
              <a:path w="584002" h="791136">
                <a:moveTo>
                  <a:pt x="0" y="0"/>
                </a:moveTo>
                <a:lnTo>
                  <a:pt x="584002" y="0"/>
                </a:lnTo>
                <a:lnTo>
                  <a:pt x="584002" y="791136"/>
                </a:lnTo>
                <a:lnTo>
                  <a:pt x="0" y="79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AutoShape 61"/>
          <p:cNvSpPr/>
          <p:nvPr/>
        </p:nvSpPr>
        <p:spPr>
          <a:xfrm>
            <a:off x="4286015" y="8459238"/>
            <a:ext cx="5978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7265466" y="8306136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3" name="Group 63"/>
          <p:cNvGrpSpPr/>
          <p:nvPr/>
        </p:nvGrpSpPr>
        <p:grpSpPr>
          <a:xfrm>
            <a:off x="1353441" y="1875260"/>
            <a:ext cx="15581117" cy="1134538"/>
            <a:chOff x="0" y="0"/>
            <a:chExt cx="4103669" cy="29880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103669" cy="298808"/>
            </a:xfrm>
            <a:custGeom>
              <a:avLst/>
              <a:gdLst/>
              <a:ahLst/>
              <a:cxnLst/>
              <a:rect l="l" t="t" r="r" b="b"/>
              <a:pathLst>
                <a:path w="4103669" h="298808">
                  <a:moveTo>
                    <a:pt x="18385" y="0"/>
                  </a:moveTo>
                  <a:lnTo>
                    <a:pt x="4085284" y="0"/>
                  </a:lnTo>
                  <a:cubicBezTo>
                    <a:pt x="4090160" y="0"/>
                    <a:pt x="4094836" y="1937"/>
                    <a:pt x="4098284" y="5385"/>
                  </a:cubicBezTo>
                  <a:cubicBezTo>
                    <a:pt x="4101732" y="8832"/>
                    <a:pt x="4103669" y="13509"/>
                    <a:pt x="4103669" y="18385"/>
                  </a:cubicBezTo>
                  <a:lnTo>
                    <a:pt x="4103669" y="280424"/>
                  </a:lnTo>
                  <a:cubicBezTo>
                    <a:pt x="4103669" y="285300"/>
                    <a:pt x="4101732" y="289976"/>
                    <a:pt x="4098284" y="293424"/>
                  </a:cubicBezTo>
                  <a:cubicBezTo>
                    <a:pt x="4094836" y="296872"/>
                    <a:pt x="4090160" y="298808"/>
                    <a:pt x="4085284" y="298808"/>
                  </a:cubicBezTo>
                  <a:lnTo>
                    <a:pt x="18385" y="298808"/>
                  </a:lnTo>
                  <a:cubicBezTo>
                    <a:pt x="8231" y="298808"/>
                    <a:pt x="0" y="290577"/>
                    <a:pt x="0" y="280424"/>
                  </a:cubicBezTo>
                  <a:lnTo>
                    <a:pt x="0" y="18385"/>
                  </a:lnTo>
                  <a:cubicBezTo>
                    <a:pt x="0" y="13509"/>
                    <a:pt x="1937" y="8832"/>
                    <a:pt x="5385" y="5385"/>
                  </a:cubicBezTo>
                  <a:cubicBezTo>
                    <a:pt x="8832" y="1937"/>
                    <a:pt x="13509" y="0"/>
                    <a:pt x="18385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4103669" cy="336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038780" y="2121947"/>
            <a:ext cx="1685076" cy="621151"/>
            <a:chOff x="0" y="0"/>
            <a:chExt cx="443806" cy="16359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43806" cy="163595"/>
            </a:xfrm>
            <a:custGeom>
              <a:avLst/>
              <a:gdLst/>
              <a:ahLst/>
              <a:cxnLst/>
              <a:rect l="l" t="t" r="r" b="b"/>
              <a:pathLst>
                <a:path w="443806" h="163595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dirty="0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Cyber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825037" y="2112422"/>
            <a:ext cx="1685076" cy="621151"/>
            <a:chOff x="0" y="0"/>
            <a:chExt cx="443806" cy="16359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43806" cy="163595"/>
            </a:xfrm>
            <a:custGeom>
              <a:avLst/>
              <a:gdLst/>
              <a:ahLst/>
              <a:cxnLst/>
              <a:rect l="l" t="t" r="r" b="b"/>
              <a:pathLst>
                <a:path w="443806" h="163595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Protect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614888" y="2112422"/>
            <a:ext cx="1685076" cy="621151"/>
            <a:chOff x="0" y="0"/>
            <a:chExt cx="443806" cy="16359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43806" cy="163595"/>
            </a:xfrm>
            <a:custGeom>
              <a:avLst/>
              <a:gdLst/>
              <a:ahLst/>
              <a:cxnLst/>
              <a:rect l="l" t="t" r="r" b="b"/>
              <a:pathLst>
                <a:path w="443806" h="163595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Data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404739" y="2131954"/>
            <a:ext cx="1685076" cy="621151"/>
            <a:chOff x="0" y="0"/>
            <a:chExt cx="443806" cy="16359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43806" cy="163595"/>
            </a:xfrm>
            <a:custGeom>
              <a:avLst/>
              <a:gdLst/>
              <a:ahLst/>
              <a:cxnLst/>
              <a:rect l="l" t="t" r="r" b="b"/>
              <a:pathLst>
                <a:path w="443806" h="163595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Threat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194591" y="2131954"/>
            <a:ext cx="1685076" cy="621151"/>
            <a:chOff x="0" y="0"/>
            <a:chExt cx="443806" cy="163595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43806" cy="163595"/>
            </a:xfrm>
            <a:custGeom>
              <a:avLst/>
              <a:gdLst/>
              <a:ahLst/>
              <a:cxnLst/>
              <a:rect l="l" t="t" r="r" b="b"/>
              <a:pathLst>
                <a:path w="443806" h="163595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Security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984442" y="2112422"/>
            <a:ext cx="1685076" cy="621151"/>
            <a:chOff x="0" y="0"/>
            <a:chExt cx="443806" cy="163595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43806" cy="163595"/>
            </a:xfrm>
            <a:custGeom>
              <a:avLst/>
              <a:gdLst/>
              <a:ahLst/>
              <a:cxnLst/>
              <a:rect l="l" t="t" r="r" b="b"/>
              <a:pathLst>
                <a:path w="443806" h="163595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Attack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2774293" y="2131954"/>
            <a:ext cx="1685076" cy="621151"/>
            <a:chOff x="0" y="0"/>
            <a:chExt cx="443806" cy="16359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43806" cy="163595"/>
            </a:xfrm>
            <a:custGeom>
              <a:avLst/>
              <a:gdLst/>
              <a:ahLst/>
              <a:cxnLst/>
              <a:rect l="l" t="t" r="r" b="b"/>
              <a:pathLst>
                <a:path w="443806" h="163595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Firewall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4564144" y="2112422"/>
            <a:ext cx="1685076" cy="621151"/>
            <a:chOff x="0" y="0"/>
            <a:chExt cx="443806" cy="16359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43806" cy="163595"/>
            </a:xfrm>
            <a:custGeom>
              <a:avLst/>
              <a:gdLst/>
              <a:ahLst/>
              <a:cxnLst/>
              <a:rect l="l" t="t" r="r" b="b"/>
              <a:pathLst>
                <a:path w="443806" h="163595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Malware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2294591" y="3619500"/>
            <a:ext cx="10139659" cy="253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7000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FortiGate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Security Profiles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946399" y="7137873"/>
            <a:ext cx="6732407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 spc="16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Protecting the Digital World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8F4FA-C41A-0990-131C-956C09173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FF6548-A975-C51C-4D74-29785B4DD579}"/>
              </a:ext>
            </a:extLst>
          </p:cNvPr>
          <p:cNvGrpSpPr/>
          <p:nvPr/>
        </p:nvGrpSpPr>
        <p:grpSpPr>
          <a:xfrm>
            <a:off x="990600" y="876300"/>
            <a:ext cx="16230600" cy="8374261"/>
            <a:chOff x="0" y="-38100"/>
            <a:chExt cx="4274726" cy="22055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D73EFB-BD6A-AD5A-A422-FD4A8855421E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ADBC529-2D2D-7B2E-BDF1-F82ACACE56F0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3939035-C0A2-FC60-F59B-9540B32BB95D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D1F6968-34BA-E67E-1694-AADB1CC88D6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F140D50-3572-9081-3AC6-4D243345C09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79B380A-DDA0-03D1-3B99-D01D333064EC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CF71AB2-AD24-4D58-7352-C43DA20C16E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1E9C616-ED8B-A38E-858B-3615E57599E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B5EAAFB-5817-F4AB-E790-9D7B3EC6BB71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2824ECB-4682-92F3-1FCA-A00865506C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DA6E38F-7DCA-7207-DFC7-3A64467D0E0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B3423B1-F1E1-4CFD-C396-1BAE268B8BD2}"/>
              </a:ext>
            </a:extLst>
          </p:cNvPr>
          <p:cNvGrpSpPr/>
          <p:nvPr/>
        </p:nvGrpSpPr>
        <p:grpSpPr>
          <a:xfrm>
            <a:off x="7463375" y="2260250"/>
            <a:ext cx="3656989" cy="5855968"/>
            <a:chOff x="0" y="0"/>
            <a:chExt cx="963158" cy="15423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831ECC7-CE2C-DF64-2669-3C5DE2D2427A}"/>
                </a:ext>
              </a:extLst>
            </p:cNvPr>
            <p:cNvSpPr/>
            <p:nvPr/>
          </p:nvSpPr>
          <p:spPr>
            <a:xfrm>
              <a:off x="0" y="0"/>
              <a:ext cx="963158" cy="1542313"/>
            </a:xfrm>
            <a:custGeom>
              <a:avLst/>
              <a:gdLst/>
              <a:ahLst/>
              <a:cxnLst/>
              <a:rect l="l" t="t" r="r" b="b"/>
              <a:pathLst>
                <a:path w="963158" h="1542313">
                  <a:moveTo>
                    <a:pt x="76213" y="0"/>
                  </a:moveTo>
                  <a:lnTo>
                    <a:pt x="886945" y="0"/>
                  </a:lnTo>
                  <a:cubicBezTo>
                    <a:pt x="929036" y="0"/>
                    <a:pt x="963158" y="34122"/>
                    <a:pt x="963158" y="76213"/>
                  </a:cubicBezTo>
                  <a:lnTo>
                    <a:pt x="963158" y="1466100"/>
                  </a:lnTo>
                  <a:cubicBezTo>
                    <a:pt x="963158" y="1486313"/>
                    <a:pt x="955128" y="1505698"/>
                    <a:pt x="940835" y="1519990"/>
                  </a:cubicBezTo>
                  <a:cubicBezTo>
                    <a:pt x="926543" y="1534283"/>
                    <a:pt x="907158" y="1542313"/>
                    <a:pt x="886945" y="1542313"/>
                  </a:cubicBezTo>
                  <a:lnTo>
                    <a:pt x="76213" y="1542313"/>
                  </a:lnTo>
                  <a:cubicBezTo>
                    <a:pt x="34122" y="1542313"/>
                    <a:pt x="0" y="1508191"/>
                    <a:pt x="0" y="1466100"/>
                  </a:cubicBezTo>
                  <a:lnTo>
                    <a:pt x="0" y="76213"/>
                  </a:lnTo>
                  <a:cubicBezTo>
                    <a:pt x="0" y="56000"/>
                    <a:pt x="8030" y="36615"/>
                    <a:pt x="22322" y="22322"/>
                  </a:cubicBezTo>
                  <a:cubicBezTo>
                    <a:pt x="36615" y="8030"/>
                    <a:pt x="56000" y="0"/>
                    <a:pt x="76213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DE9DE63-BFC1-344D-2F56-300334A06BFB}"/>
                </a:ext>
              </a:extLst>
            </p:cNvPr>
            <p:cNvSpPr txBox="1"/>
            <p:nvPr/>
          </p:nvSpPr>
          <p:spPr>
            <a:xfrm>
              <a:off x="0" y="-38100"/>
              <a:ext cx="963158" cy="1580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9D27ADA9-2325-C674-196E-2D1307B596AB}"/>
              </a:ext>
            </a:extLst>
          </p:cNvPr>
          <p:cNvGrpSpPr/>
          <p:nvPr/>
        </p:nvGrpSpPr>
        <p:grpSpPr>
          <a:xfrm>
            <a:off x="7941793" y="3841909"/>
            <a:ext cx="844833" cy="844833"/>
            <a:chOff x="0" y="0"/>
            <a:chExt cx="812800" cy="81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7732362-5C78-CDB6-AB59-8CC2BBC2FF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888F174-B292-717B-72D3-D797194F692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D361852D-0A96-5CFE-DC37-C9A705CC33CA}"/>
              </a:ext>
            </a:extLst>
          </p:cNvPr>
          <p:cNvGrpSpPr/>
          <p:nvPr/>
        </p:nvGrpSpPr>
        <p:grpSpPr>
          <a:xfrm>
            <a:off x="7939861" y="4807642"/>
            <a:ext cx="844833" cy="844833"/>
            <a:chOff x="0" y="0"/>
            <a:chExt cx="812800" cy="812800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D61F2E37-215B-2DE2-8535-B03B661227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A80B3BFD-4198-FE6F-DE9D-2961D19A1E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47C18F8B-B6AB-6572-BAEA-E720072D5367}"/>
              </a:ext>
            </a:extLst>
          </p:cNvPr>
          <p:cNvGrpSpPr/>
          <p:nvPr/>
        </p:nvGrpSpPr>
        <p:grpSpPr>
          <a:xfrm>
            <a:off x="7939861" y="5776299"/>
            <a:ext cx="844833" cy="844833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68DC5B7-0889-5F11-1762-EDD09035A94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68D52E0-3ED4-32C4-4303-A48C817EA8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F5C51E8B-1EA3-D68C-911D-7A6D8C14E2FF}"/>
              </a:ext>
            </a:extLst>
          </p:cNvPr>
          <p:cNvGrpSpPr/>
          <p:nvPr/>
        </p:nvGrpSpPr>
        <p:grpSpPr>
          <a:xfrm>
            <a:off x="8868487" y="3841909"/>
            <a:ext cx="844833" cy="844833"/>
            <a:chOff x="0" y="0"/>
            <a:chExt cx="812800" cy="812800"/>
          </a:xfrm>
        </p:grpSpPr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56F88C82-3BC6-1CB0-2E96-95A08BBABFB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>
              <a:extLst>
                <a:ext uri="{FF2B5EF4-FFF2-40B4-BE49-F238E27FC236}">
                  <a16:creationId xmlns:a16="http://schemas.microsoft.com/office/drawing/2014/main" id="{B0459F01-EB21-3ADB-E0FD-B94762B0E15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>
            <a:extLst>
              <a:ext uri="{FF2B5EF4-FFF2-40B4-BE49-F238E27FC236}">
                <a16:creationId xmlns:a16="http://schemas.microsoft.com/office/drawing/2014/main" id="{23D5C7E5-C873-34DB-83A0-75980610C71D}"/>
              </a:ext>
            </a:extLst>
          </p:cNvPr>
          <p:cNvGrpSpPr/>
          <p:nvPr/>
        </p:nvGrpSpPr>
        <p:grpSpPr>
          <a:xfrm>
            <a:off x="8866556" y="4807642"/>
            <a:ext cx="844833" cy="844833"/>
            <a:chOff x="0" y="0"/>
            <a:chExt cx="812800" cy="812800"/>
          </a:xfrm>
        </p:grpSpPr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85925429-FC02-F96A-AF7A-BBEC33F51A6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450BDA57-79B2-BB04-B95E-8ED47317C23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02E6FB99-2938-F9E1-971D-02776F958D86}"/>
              </a:ext>
            </a:extLst>
          </p:cNvPr>
          <p:cNvGrpSpPr/>
          <p:nvPr/>
        </p:nvGrpSpPr>
        <p:grpSpPr>
          <a:xfrm>
            <a:off x="8866556" y="5776299"/>
            <a:ext cx="844833" cy="844833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E762CBB2-290C-6C49-0455-1BC7C33396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8E4CE740-EE14-9180-13B1-C23EE2AD7CE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17C28A00-C80D-6FBA-E973-6E087A1DCA09}"/>
              </a:ext>
            </a:extLst>
          </p:cNvPr>
          <p:cNvGrpSpPr/>
          <p:nvPr/>
        </p:nvGrpSpPr>
        <p:grpSpPr>
          <a:xfrm>
            <a:off x="8839200" y="6744957"/>
            <a:ext cx="844833" cy="844833"/>
            <a:chOff x="0" y="0"/>
            <a:chExt cx="812800" cy="8128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78F2EC56-1C6F-660C-B560-826F27F23B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3E4C1397-0398-F459-1716-EBB335E60C5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0" name="Group 50">
            <a:extLst>
              <a:ext uri="{FF2B5EF4-FFF2-40B4-BE49-F238E27FC236}">
                <a16:creationId xmlns:a16="http://schemas.microsoft.com/office/drawing/2014/main" id="{B7949DC7-0BF2-8BC0-5789-7179D70E596E}"/>
              </a:ext>
            </a:extLst>
          </p:cNvPr>
          <p:cNvGrpSpPr/>
          <p:nvPr/>
        </p:nvGrpSpPr>
        <p:grpSpPr>
          <a:xfrm>
            <a:off x="9799045" y="3841909"/>
            <a:ext cx="844833" cy="844833"/>
            <a:chOff x="0" y="0"/>
            <a:chExt cx="812800" cy="812800"/>
          </a:xfrm>
        </p:grpSpPr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BEC1B8F9-93B4-B2D4-4021-16B2F4972D0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>
              <a:extLst>
                <a:ext uri="{FF2B5EF4-FFF2-40B4-BE49-F238E27FC236}">
                  <a16:creationId xmlns:a16="http://schemas.microsoft.com/office/drawing/2014/main" id="{4D5D736F-1338-21AB-EEE6-5B5E0FC5B8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3" name="Group 53">
            <a:extLst>
              <a:ext uri="{FF2B5EF4-FFF2-40B4-BE49-F238E27FC236}">
                <a16:creationId xmlns:a16="http://schemas.microsoft.com/office/drawing/2014/main" id="{901D3DE6-1B98-591E-51CE-EE6116B4570E}"/>
              </a:ext>
            </a:extLst>
          </p:cNvPr>
          <p:cNvGrpSpPr/>
          <p:nvPr/>
        </p:nvGrpSpPr>
        <p:grpSpPr>
          <a:xfrm>
            <a:off x="9797114" y="4807642"/>
            <a:ext cx="844833" cy="844833"/>
            <a:chOff x="0" y="0"/>
            <a:chExt cx="812800" cy="812800"/>
          </a:xfrm>
        </p:grpSpPr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74DFBFC3-90E5-5A49-FF01-44853288C9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>
              <a:extLst>
                <a:ext uri="{FF2B5EF4-FFF2-40B4-BE49-F238E27FC236}">
                  <a16:creationId xmlns:a16="http://schemas.microsoft.com/office/drawing/2014/main" id="{B47C5766-13DA-12B8-503E-8CDDBB1DC94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6" name="Group 56">
            <a:extLst>
              <a:ext uri="{FF2B5EF4-FFF2-40B4-BE49-F238E27FC236}">
                <a16:creationId xmlns:a16="http://schemas.microsoft.com/office/drawing/2014/main" id="{E3A11238-EA00-14B7-7AFB-ADE904ECD7DC}"/>
              </a:ext>
            </a:extLst>
          </p:cNvPr>
          <p:cNvGrpSpPr/>
          <p:nvPr/>
        </p:nvGrpSpPr>
        <p:grpSpPr>
          <a:xfrm>
            <a:off x="9797114" y="5776299"/>
            <a:ext cx="844833" cy="844833"/>
            <a:chOff x="0" y="0"/>
            <a:chExt cx="812800" cy="812800"/>
          </a:xfrm>
        </p:grpSpPr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CF3675D1-CF5F-7C5D-D432-EB397CE6081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>
              <a:extLst>
                <a:ext uri="{FF2B5EF4-FFF2-40B4-BE49-F238E27FC236}">
                  <a16:creationId xmlns:a16="http://schemas.microsoft.com/office/drawing/2014/main" id="{5F5C7536-B2D1-79DE-1D34-5198A893D14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9" name="AutoShape 59">
            <a:extLst>
              <a:ext uri="{FF2B5EF4-FFF2-40B4-BE49-F238E27FC236}">
                <a16:creationId xmlns:a16="http://schemas.microsoft.com/office/drawing/2014/main" id="{8789CAB4-8566-2949-C6C3-E3CE8D38361B}"/>
              </a:ext>
            </a:extLst>
          </p:cNvPr>
          <p:cNvSpPr/>
          <p:nvPr/>
        </p:nvSpPr>
        <p:spPr>
          <a:xfrm>
            <a:off x="8839200" y="7906771"/>
            <a:ext cx="816678" cy="0"/>
          </a:xfrm>
          <a:prstGeom prst="line">
            <a:avLst/>
          </a:prstGeom>
          <a:ln w="38100" cap="rnd">
            <a:solidFill>
              <a:srgbClr val="F4F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" name="Freeform 60">
            <a:extLst>
              <a:ext uri="{FF2B5EF4-FFF2-40B4-BE49-F238E27FC236}">
                <a16:creationId xmlns:a16="http://schemas.microsoft.com/office/drawing/2014/main" id="{30DEFE01-E581-CA25-F59E-205EB94D717B}"/>
              </a:ext>
            </a:extLst>
          </p:cNvPr>
          <p:cNvSpPr/>
          <p:nvPr/>
        </p:nvSpPr>
        <p:spPr>
          <a:xfrm>
            <a:off x="8999869" y="2690233"/>
            <a:ext cx="584002" cy="791136"/>
          </a:xfrm>
          <a:custGeom>
            <a:avLst/>
            <a:gdLst/>
            <a:ahLst/>
            <a:cxnLst/>
            <a:rect l="l" t="t" r="r" b="b"/>
            <a:pathLst>
              <a:path w="584002" h="791136">
                <a:moveTo>
                  <a:pt x="0" y="0"/>
                </a:moveTo>
                <a:lnTo>
                  <a:pt x="584002" y="0"/>
                </a:lnTo>
                <a:lnTo>
                  <a:pt x="584002" y="791136"/>
                </a:lnTo>
                <a:lnTo>
                  <a:pt x="0" y="79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AutoShape 61">
            <a:extLst>
              <a:ext uri="{FF2B5EF4-FFF2-40B4-BE49-F238E27FC236}">
                <a16:creationId xmlns:a16="http://schemas.microsoft.com/office/drawing/2014/main" id="{7515DF22-B681-6493-2688-84EF9F210165}"/>
              </a:ext>
            </a:extLst>
          </p:cNvPr>
          <p:cNvSpPr/>
          <p:nvPr/>
        </p:nvSpPr>
        <p:spPr>
          <a:xfrm>
            <a:off x="6248400" y="8574239"/>
            <a:ext cx="5978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D358625A-6FC4-C2E5-DA35-2C9BED9C8DA2}"/>
              </a:ext>
            </a:extLst>
          </p:cNvPr>
          <p:cNvSpPr/>
          <p:nvPr/>
        </p:nvSpPr>
        <p:spPr>
          <a:xfrm>
            <a:off x="9144000" y="8434392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369B38E-2707-1B11-DBED-F59285A84E96}"/>
              </a:ext>
            </a:extLst>
          </p:cNvPr>
          <p:cNvSpPr txBox="1"/>
          <p:nvPr/>
        </p:nvSpPr>
        <p:spPr>
          <a:xfrm>
            <a:off x="8170901" y="3979158"/>
            <a:ext cx="2676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2F45ACC-F4C5-ECDB-BF9C-ED34C17B1C9D}"/>
              </a:ext>
            </a:extLst>
          </p:cNvPr>
          <p:cNvSpPr txBox="1"/>
          <p:nvPr/>
        </p:nvSpPr>
        <p:spPr>
          <a:xfrm>
            <a:off x="8170901" y="4969758"/>
            <a:ext cx="2676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DF4A648-E156-4EA6-5A62-B6955CDBF7F5}"/>
              </a:ext>
            </a:extLst>
          </p:cNvPr>
          <p:cNvSpPr txBox="1"/>
          <p:nvPr/>
        </p:nvSpPr>
        <p:spPr>
          <a:xfrm>
            <a:off x="8153400" y="5960358"/>
            <a:ext cx="2676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5B3EEB7-6883-B310-958D-36E6C3265B2F}"/>
              </a:ext>
            </a:extLst>
          </p:cNvPr>
          <p:cNvSpPr txBox="1"/>
          <p:nvPr/>
        </p:nvSpPr>
        <p:spPr>
          <a:xfrm>
            <a:off x="9104954" y="3979158"/>
            <a:ext cx="2676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E8AE82-BD12-A751-A046-7AD34361187D}"/>
              </a:ext>
            </a:extLst>
          </p:cNvPr>
          <p:cNvSpPr txBox="1"/>
          <p:nvPr/>
        </p:nvSpPr>
        <p:spPr>
          <a:xfrm>
            <a:off x="9107050" y="4969758"/>
            <a:ext cx="2676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2210DA1-0783-8754-83CE-7CE41E5C95BE}"/>
              </a:ext>
            </a:extLst>
          </p:cNvPr>
          <p:cNvSpPr txBox="1"/>
          <p:nvPr/>
        </p:nvSpPr>
        <p:spPr>
          <a:xfrm>
            <a:off x="9067800" y="5960358"/>
            <a:ext cx="2676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F90587A-054D-EE84-3739-4DE0B04879F2}"/>
              </a:ext>
            </a:extLst>
          </p:cNvPr>
          <p:cNvSpPr txBox="1"/>
          <p:nvPr/>
        </p:nvSpPr>
        <p:spPr>
          <a:xfrm>
            <a:off x="10058400" y="3979158"/>
            <a:ext cx="5835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96958FD-BF7E-B572-A1B2-6D7A0A54FAC3}"/>
              </a:ext>
            </a:extLst>
          </p:cNvPr>
          <p:cNvSpPr txBox="1"/>
          <p:nvPr/>
        </p:nvSpPr>
        <p:spPr>
          <a:xfrm>
            <a:off x="10043017" y="4969758"/>
            <a:ext cx="50434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7C3EF62-2271-9AC6-FF59-39E055FBB427}"/>
              </a:ext>
            </a:extLst>
          </p:cNvPr>
          <p:cNvSpPr txBox="1"/>
          <p:nvPr/>
        </p:nvSpPr>
        <p:spPr>
          <a:xfrm>
            <a:off x="10043017" y="5960358"/>
            <a:ext cx="2676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31FE8EC-78A4-6684-02D2-BC95503BB7C8}"/>
              </a:ext>
            </a:extLst>
          </p:cNvPr>
          <p:cNvSpPr txBox="1"/>
          <p:nvPr/>
        </p:nvSpPr>
        <p:spPr>
          <a:xfrm>
            <a:off x="9067800" y="6896100"/>
            <a:ext cx="2676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AC527BB-5B6A-DDFC-A62E-9E2309B2430F}"/>
              </a:ext>
            </a:extLst>
          </p:cNvPr>
          <p:cNvSpPr txBox="1"/>
          <p:nvPr/>
        </p:nvSpPr>
        <p:spPr>
          <a:xfrm>
            <a:off x="8382000" y="1726168"/>
            <a:ext cx="1831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oper Hewitt Bold" panose="020B0604020202020204" charset="0"/>
                <a:ea typeface="Cooper Hewitt Bold" panose="020B0604020202020204" charset="0"/>
              </a:rPr>
              <a:t>Enter Password</a:t>
            </a:r>
          </a:p>
        </p:txBody>
      </p:sp>
    </p:spTree>
    <p:extLst>
      <p:ext uri="{BB962C8B-B14F-4D97-AF65-F5344CB8AC3E}">
        <p14:creationId xmlns:p14="http://schemas.microsoft.com/office/powerpoint/2010/main" val="9655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5" grpId="0"/>
      <p:bldP spid="106" grpId="0"/>
      <p:bldP spid="107" grpId="0"/>
      <p:bldP spid="109" grpId="0"/>
      <p:bldP spid="111" grpId="0"/>
      <p:bldP spid="1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6E7CE-2CD4-2216-293E-10C5795A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3D2C3B-FB71-5091-2511-84BE2B28B7D2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04551E8-6BE9-FAED-590E-9DE913814A10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78FCFED-A341-6917-22EF-9239C17E57E5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F5414BD-E004-E17C-54B2-08DA09CBEF4E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85837E2-73C5-98D8-4400-4CD896E6054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47136C1-34CE-BB32-D0FF-06441316D0E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EBA4FAE-C757-D791-F7B5-06B11C41C2BF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154831C-2209-CBDF-AB20-E38BD829FB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3C498C1-A8B9-0D97-22D4-885BB398B31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1866E4E-E2DE-2355-67C1-ED6D411D8A86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AB2F18C-73A5-8F5F-4E57-D1C1382DAE8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E13F46-C40E-FE02-BBC3-648FEF12D3E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CCD4B164-115B-C30A-CD38-135DC255DFBD}"/>
              </a:ext>
            </a:extLst>
          </p:cNvPr>
          <p:cNvGrpSpPr/>
          <p:nvPr/>
        </p:nvGrpSpPr>
        <p:grpSpPr>
          <a:xfrm>
            <a:off x="8866556" y="5776299"/>
            <a:ext cx="844833" cy="844833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A599FFD2-E714-218A-6F87-0A6D4670DA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75F3C8EE-DE7C-7E1E-67DA-3DE725959A8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1" name="AutoShape 61">
            <a:extLst>
              <a:ext uri="{FF2B5EF4-FFF2-40B4-BE49-F238E27FC236}">
                <a16:creationId xmlns:a16="http://schemas.microsoft.com/office/drawing/2014/main" id="{909B7EFA-0F2D-433E-4BFA-AA233E2BB439}"/>
              </a:ext>
            </a:extLst>
          </p:cNvPr>
          <p:cNvSpPr/>
          <p:nvPr/>
        </p:nvSpPr>
        <p:spPr>
          <a:xfrm>
            <a:off x="6324600" y="8574239"/>
            <a:ext cx="5978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291D3610-B7CB-974B-C452-954515703983}"/>
              </a:ext>
            </a:extLst>
          </p:cNvPr>
          <p:cNvSpPr/>
          <p:nvPr/>
        </p:nvSpPr>
        <p:spPr>
          <a:xfrm>
            <a:off x="9275742" y="8434392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5">
            <a:extLst>
              <a:ext uri="{FF2B5EF4-FFF2-40B4-BE49-F238E27FC236}">
                <a16:creationId xmlns:a16="http://schemas.microsoft.com/office/drawing/2014/main" id="{D8C5CFD1-D3A3-AFE6-63A4-BAF63572AEE4}"/>
              </a:ext>
            </a:extLst>
          </p:cNvPr>
          <p:cNvGrpSpPr/>
          <p:nvPr/>
        </p:nvGrpSpPr>
        <p:grpSpPr>
          <a:xfrm>
            <a:off x="7447247" y="2215516"/>
            <a:ext cx="3656989" cy="5855968"/>
            <a:chOff x="0" y="0"/>
            <a:chExt cx="963158" cy="1542313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9172D2A8-BD85-A7E5-009F-B7EAF09EE297}"/>
                </a:ext>
              </a:extLst>
            </p:cNvPr>
            <p:cNvSpPr/>
            <p:nvPr/>
          </p:nvSpPr>
          <p:spPr>
            <a:xfrm>
              <a:off x="0" y="0"/>
              <a:ext cx="963158" cy="1542313"/>
            </a:xfrm>
            <a:custGeom>
              <a:avLst/>
              <a:gdLst/>
              <a:ahLst/>
              <a:cxnLst/>
              <a:rect l="l" t="t" r="r" b="b"/>
              <a:pathLst>
                <a:path w="963158" h="1542313">
                  <a:moveTo>
                    <a:pt x="76213" y="0"/>
                  </a:moveTo>
                  <a:lnTo>
                    <a:pt x="886945" y="0"/>
                  </a:lnTo>
                  <a:cubicBezTo>
                    <a:pt x="929036" y="0"/>
                    <a:pt x="963158" y="34122"/>
                    <a:pt x="963158" y="76213"/>
                  </a:cubicBezTo>
                  <a:lnTo>
                    <a:pt x="963158" y="1466100"/>
                  </a:lnTo>
                  <a:cubicBezTo>
                    <a:pt x="963158" y="1486313"/>
                    <a:pt x="955128" y="1505698"/>
                    <a:pt x="940835" y="1519990"/>
                  </a:cubicBezTo>
                  <a:cubicBezTo>
                    <a:pt x="926543" y="1534283"/>
                    <a:pt x="907158" y="1542313"/>
                    <a:pt x="886945" y="1542313"/>
                  </a:cubicBezTo>
                  <a:lnTo>
                    <a:pt x="76213" y="1542313"/>
                  </a:lnTo>
                  <a:cubicBezTo>
                    <a:pt x="34122" y="1542313"/>
                    <a:pt x="0" y="1508191"/>
                    <a:pt x="0" y="1466100"/>
                  </a:cubicBezTo>
                  <a:lnTo>
                    <a:pt x="0" y="76213"/>
                  </a:lnTo>
                  <a:cubicBezTo>
                    <a:pt x="0" y="56000"/>
                    <a:pt x="8030" y="36615"/>
                    <a:pt x="22322" y="22322"/>
                  </a:cubicBezTo>
                  <a:cubicBezTo>
                    <a:pt x="36615" y="8030"/>
                    <a:pt x="56000" y="0"/>
                    <a:pt x="76213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2839C896-0AFC-B331-C168-99D9C3ED6597}"/>
                </a:ext>
              </a:extLst>
            </p:cNvPr>
            <p:cNvSpPr txBox="1"/>
            <p:nvPr/>
          </p:nvSpPr>
          <p:spPr>
            <a:xfrm>
              <a:off x="0" y="-38100"/>
              <a:ext cx="963158" cy="1580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AutoShape 30">
            <a:extLst>
              <a:ext uri="{FF2B5EF4-FFF2-40B4-BE49-F238E27FC236}">
                <a16:creationId xmlns:a16="http://schemas.microsoft.com/office/drawing/2014/main" id="{CD18CB5F-1A1A-A79A-C86A-101E4BA13F54}"/>
              </a:ext>
            </a:extLst>
          </p:cNvPr>
          <p:cNvSpPr/>
          <p:nvPr/>
        </p:nvSpPr>
        <p:spPr>
          <a:xfrm>
            <a:off x="8876928" y="7823131"/>
            <a:ext cx="816678" cy="0"/>
          </a:xfrm>
          <a:prstGeom prst="line">
            <a:avLst/>
          </a:prstGeom>
          <a:ln w="38100" cap="rnd">
            <a:solidFill>
              <a:srgbClr val="F4F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57">
            <a:extLst>
              <a:ext uri="{FF2B5EF4-FFF2-40B4-BE49-F238E27FC236}">
                <a16:creationId xmlns:a16="http://schemas.microsoft.com/office/drawing/2014/main" id="{0A1F42F6-83A7-6A2B-AC3A-28E1D786393D}"/>
              </a:ext>
            </a:extLst>
          </p:cNvPr>
          <p:cNvGrpSpPr/>
          <p:nvPr/>
        </p:nvGrpSpPr>
        <p:grpSpPr>
          <a:xfrm>
            <a:off x="7827194" y="2655547"/>
            <a:ext cx="2897094" cy="4975906"/>
            <a:chOff x="0" y="0"/>
            <a:chExt cx="763021" cy="1310527"/>
          </a:xfrm>
        </p:grpSpPr>
        <p:sp>
          <p:nvSpPr>
            <p:cNvPr id="22" name="Freeform 58">
              <a:extLst>
                <a:ext uri="{FF2B5EF4-FFF2-40B4-BE49-F238E27FC236}">
                  <a16:creationId xmlns:a16="http://schemas.microsoft.com/office/drawing/2014/main" id="{7F1EB575-4418-6AC4-FB9E-E27AFCD65087}"/>
                </a:ext>
              </a:extLst>
            </p:cNvPr>
            <p:cNvSpPr/>
            <p:nvPr/>
          </p:nvSpPr>
          <p:spPr>
            <a:xfrm>
              <a:off x="0" y="0"/>
              <a:ext cx="763021" cy="1310527"/>
            </a:xfrm>
            <a:custGeom>
              <a:avLst/>
              <a:gdLst/>
              <a:ahLst/>
              <a:cxnLst/>
              <a:rect l="l" t="t" r="r" b="b"/>
              <a:pathLst>
                <a:path w="763021" h="1310527">
                  <a:moveTo>
                    <a:pt x="96203" y="0"/>
                  </a:moveTo>
                  <a:lnTo>
                    <a:pt x="666818" y="0"/>
                  </a:lnTo>
                  <a:cubicBezTo>
                    <a:pt x="692332" y="0"/>
                    <a:pt x="716802" y="10136"/>
                    <a:pt x="734844" y="28177"/>
                  </a:cubicBezTo>
                  <a:cubicBezTo>
                    <a:pt x="752885" y="46219"/>
                    <a:pt x="763021" y="70688"/>
                    <a:pt x="763021" y="96203"/>
                  </a:cubicBezTo>
                  <a:lnTo>
                    <a:pt x="763021" y="1214324"/>
                  </a:lnTo>
                  <a:cubicBezTo>
                    <a:pt x="763021" y="1267455"/>
                    <a:pt x="719949" y="1310527"/>
                    <a:pt x="666818" y="1310527"/>
                  </a:cubicBezTo>
                  <a:lnTo>
                    <a:pt x="96203" y="1310527"/>
                  </a:lnTo>
                  <a:cubicBezTo>
                    <a:pt x="43072" y="1310527"/>
                    <a:pt x="0" y="1267455"/>
                    <a:pt x="0" y="1214324"/>
                  </a:cubicBezTo>
                  <a:lnTo>
                    <a:pt x="0" y="96203"/>
                  </a:lnTo>
                  <a:cubicBezTo>
                    <a:pt x="0" y="43072"/>
                    <a:pt x="43072" y="0"/>
                    <a:pt x="9620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59">
              <a:extLst>
                <a:ext uri="{FF2B5EF4-FFF2-40B4-BE49-F238E27FC236}">
                  <a16:creationId xmlns:a16="http://schemas.microsoft.com/office/drawing/2014/main" id="{6C39F58B-1382-2D30-B348-03C268B06289}"/>
                </a:ext>
              </a:extLst>
            </p:cNvPr>
            <p:cNvSpPr txBox="1"/>
            <p:nvPr/>
          </p:nvSpPr>
          <p:spPr>
            <a:xfrm>
              <a:off x="0" y="-38100"/>
              <a:ext cx="763021" cy="1348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60">
            <a:extLst>
              <a:ext uri="{FF2B5EF4-FFF2-40B4-BE49-F238E27FC236}">
                <a16:creationId xmlns:a16="http://schemas.microsoft.com/office/drawing/2014/main" id="{75C94177-9887-9A84-F659-6572A2FEE761}"/>
              </a:ext>
            </a:extLst>
          </p:cNvPr>
          <p:cNvSpPr/>
          <p:nvPr/>
        </p:nvSpPr>
        <p:spPr>
          <a:xfrm>
            <a:off x="8306379" y="4007707"/>
            <a:ext cx="1821917" cy="1599975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63">
            <a:extLst>
              <a:ext uri="{FF2B5EF4-FFF2-40B4-BE49-F238E27FC236}">
                <a16:creationId xmlns:a16="http://schemas.microsoft.com/office/drawing/2014/main" id="{C12D73EF-CE3F-6545-A7BB-EBAA2E9FDBC9}"/>
              </a:ext>
            </a:extLst>
          </p:cNvPr>
          <p:cNvSpPr/>
          <p:nvPr/>
        </p:nvSpPr>
        <p:spPr>
          <a:xfrm>
            <a:off x="9897731" y="5905521"/>
            <a:ext cx="230565" cy="230565"/>
          </a:xfrm>
          <a:custGeom>
            <a:avLst/>
            <a:gdLst/>
            <a:ahLst/>
            <a:cxnLst/>
            <a:rect l="l" t="t" r="r" b="b"/>
            <a:pathLst>
              <a:path w="230565" h="230565">
                <a:moveTo>
                  <a:pt x="0" y="0"/>
                </a:moveTo>
                <a:lnTo>
                  <a:pt x="230565" y="0"/>
                </a:lnTo>
                <a:lnTo>
                  <a:pt x="230565" y="230566"/>
                </a:lnTo>
                <a:lnTo>
                  <a:pt x="0" y="230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64">
            <a:extLst>
              <a:ext uri="{FF2B5EF4-FFF2-40B4-BE49-F238E27FC236}">
                <a16:creationId xmlns:a16="http://schemas.microsoft.com/office/drawing/2014/main" id="{738BF88E-28F1-C3C3-D7CB-CF499F42F808}"/>
              </a:ext>
            </a:extLst>
          </p:cNvPr>
          <p:cNvSpPr txBox="1"/>
          <p:nvPr/>
        </p:nvSpPr>
        <p:spPr>
          <a:xfrm>
            <a:off x="8423187" y="5818096"/>
            <a:ext cx="1614591" cy="357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4"/>
              </a:lnSpc>
              <a:spcBef>
                <a:spcPct val="0"/>
              </a:spcBef>
            </a:pPr>
            <a:r>
              <a:rPr lang="en-US" sz="20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UNLOCKED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7DEA0A-860C-7E9D-B8EF-FBF971D3E8E6}"/>
              </a:ext>
            </a:extLst>
          </p:cNvPr>
          <p:cNvSpPr txBox="1"/>
          <p:nvPr/>
        </p:nvSpPr>
        <p:spPr>
          <a:xfrm>
            <a:off x="8479651" y="1693150"/>
            <a:ext cx="173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oper Hewitt Bold" panose="020B0604020202020204" charset="0"/>
                <a:ea typeface="Cooper Hewitt Bold" panose="020B0604020202020204" charset="0"/>
              </a:rPr>
              <a:t>VULNSHARKS</a:t>
            </a:r>
          </a:p>
        </p:txBody>
      </p:sp>
    </p:spTree>
    <p:extLst>
      <p:ext uri="{BB962C8B-B14F-4D97-AF65-F5344CB8AC3E}">
        <p14:creationId xmlns:p14="http://schemas.microsoft.com/office/powerpoint/2010/main" val="30080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587657" y="1848890"/>
            <a:ext cx="6285793" cy="7050577"/>
          </a:xfrm>
          <a:custGeom>
            <a:avLst/>
            <a:gdLst/>
            <a:ahLst/>
            <a:cxnLst/>
            <a:rect l="l" t="t" r="r" b="b"/>
            <a:pathLst>
              <a:path w="1655518" h="1856942">
                <a:moveTo>
                  <a:pt x="49266" y="0"/>
                </a:moveTo>
                <a:lnTo>
                  <a:pt x="1606251" y="0"/>
                </a:lnTo>
                <a:cubicBezTo>
                  <a:pt x="1619318" y="0"/>
                  <a:pt x="1631849" y="5191"/>
                  <a:pt x="1641088" y="14430"/>
                </a:cubicBezTo>
                <a:cubicBezTo>
                  <a:pt x="1650327" y="23669"/>
                  <a:pt x="1655518" y="36200"/>
                  <a:pt x="1655518" y="49266"/>
                </a:cubicBezTo>
                <a:lnTo>
                  <a:pt x="1655518" y="1807676"/>
                </a:lnTo>
                <a:cubicBezTo>
                  <a:pt x="1655518" y="1820742"/>
                  <a:pt x="1650327" y="1833273"/>
                  <a:pt x="1641088" y="1842512"/>
                </a:cubicBezTo>
                <a:cubicBezTo>
                  <a:pt x="1631849" y="1851751"/>
                  <a:pt x="1619318" y="1856942"/>
                  <a:pt x="1606251" y="1856942"/>
                </a:cubicBezTo>
                <a:lnTo>
                  <a:pt x="49266" y="1856942"/>
                </a:lnTo>
                <a:cubicBezTo>
                  <a:pt x="36200" y="1856942"/>
                  <a:pt x="23669" y="1851751"/>
                  <a:pt x="14430" y="1842512"/>
                </a:cubicBezTo>
                <a:cubicBezTo>
                  <a:pt x="5191" y="1833273"/>
                  <a:pt x="0" y="1820742"/>
                  <a:pt x="0" y="1807676"/>
                </a:cubicBezTo>
                <a:lnTo>
                  <a:pt x="0" y="49266"/>
                </a:lnTo>
                <a:cubicBezTo>
                  <a:pt x="0" y="36200"/>
                  <a:pt x="5191" y="23669"/>
                  <a:pt x="14430" y="14430"/>
                </a:cubicBezTo>
                <a:cubicBezTo>
                  <a:pt x="23669" y="5191"/>
                  <a:pt x="36200" y="0"/>
                  <a:pt x="49266" y="0"/>
                </a:cubicBezTo>
                <a:close/>
              </a:path>
            </a:pathLst>
          </a:custGeom>
          <a:solidFill>
            <a:srgbClr val="0070C0"/>
          </a:solid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0688274" y="1996889"/>
            <a:ext cx="538688" cy="5926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6124363" y="8019787"/>
            <a:ext cx="639299" cy="7458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028700" y="5262096"/>
            <a:ext cx="955895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1102094" y="2425918"/>
            <a:ext cx="5256920" cy="5896521"/>
            <a:chOff x="0" y="0"/>
            <a:chExt cx="1384539" cy="15529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84539" cy="1552993"/>
            </a:xfrm>
            <a:custGeom>
              <a:avLst/>
              <a:gdLst/>
              <a:ahLst/>
              <a:cxnLst/>
              <a:rect l="l" t="t" r="r" b="b"/>
              <a:pathLst>
                <a:path w="1384539" h="1552993">
                  <a:moveTo>
                    <a:pt x="58908" y="0"/>
                  </a:moveTo>
                  <a:lnTo>
                    <a:pt x="1325630" y="0"/>
                  </a:lnTo>
                  <a:cubicBezTo>
                    <a:pt x="1341254" y="0"/>
                    <a:pt x="1356237" y="6206"/>
                    <a:pt x="1367285" y="17254"/>
                  </a:cubicBezTo>
                  <a:cubicBezTo>
                    <a:pt x="1378332" y="28301"/>
                    <a:pt x="1384539" y="43285"/>
                    <a:pt x="1384539" y="58908"/>
                  </a:cubicBezTo>
                  <a:lnTo>
                    <a:pt x="1384539" y="1494085"/>
                  </a:lnTo>
                  <a:cubicBezTo>
                    <a:pt x="1384539" y="1509708"/>
                    <a:pt x="1378332" y="1524692"/>
                    <a:pt x="1367285" y="1535739"/>
                  </a:cubicBezTo>
                  <a:cubicBezTo>
                    <a:pt x="1356237" y="1546787"/>
                    <a:pt x="1341254" y="1552993"/>
                    <a:pt x="1325630" y="1552993"/>
                  </a:cubicBezTo>
                  <a:lnTo>
                    <a:pt x="58908" y="1552993"/>
                  </a:lnTo>
                  <a:cubicBezTo>
                    <a:pt x="26374" y="1552993"/>
                    <a:pt x="0" y="1526619"/>
                    <a:pt x="0" y="1494085"/>
                  </a:cubicBezTo>
                  <a:lnTo>
                    <a:pt x="0" y="58908"/>
                  </a:lnTo>
                  <a:cubicBezTo>
                    <a:pt x="0" y="43285"/>
                    <a:pt x="6206" y="28301"/>
                    <a:pt x="17254" y="17254"/>
                  </a:cubicBezTo>
                  <a:cubicBezTo>
                    <a:pt x="28301" y="6206"/>
                    <a:pt x="43285" y="0"/>
                    <a:pt x="5890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84539" cy="1591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036388" y="2983878"/>
            <a:ext cx="3388330" cy="4556434"/>
          </a:xfrm>
          <a:custGeom>
            <a:avLst/>
            <a:gdLst/>
            <a:ahLst/>
            <a:cxnLst/>
            <a:rect l="l" t="t" r="r" b="b"/>
            <a:pathLst>
              <a:path w="3388330" h="4556434">
                <a:moveTo>
                  <a:pt x="0" y="0"/>
                </a:moveTo>
                <a:lnTo>
                  <a:pt x="3388331" y="0"/>
                </a:lnTo>
                <a:lnTo>
                  <a:pt x="3388331" y="4556435"/>
                </a:lnTo>
                <a:lnTo>
                  <a:pt x="0" y="4556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977756" y="2401848"/>
            <a:ext cx="7466993" cy="160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7"/>
              </a:lnSpc>
              <a:spcBef>
                <a:spcPct val="0"/>
              </a:spcBef>
            </a:pPr>
            <a:r>
              <a:rPr lang="en-US" sz="8041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INTRODUCTION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77756" y="5981700"/>
            <a:ext cx="6732407" cy="4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spc="148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are Security Profiles?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77756" y="6944264"/>
            <a:ext cx="7466993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are a set of features used to inspect and control network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traffic to protect against threats and enforce security policies. They are applied to firewall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policies and include tools such as</a:t>
            </a:r>
          </a:p>
        </p:txBody>
      </p:sp>
      <p:sp>
        <p:nvSpPr>
          <p:cNvPr id="27" name="Freeform 27"/>
          <p:cNvSpPr/>
          <p:nvPr/>
        </p:nvSpPr>
        <p:spPr>
          <a:xfrm>
            <a:off x="9444749" y="512478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878801" y="512478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DD736-B3E3-1ACF-B6FD-A3361D65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CDA4E8-7B45-3D33-4422-B53FF5EB2C49}"/>
              </a:ext>
            </a:extLst>
          </p:cNvPr>
          <p:cNvGrpSpPr/>
          <p:nvPr/>
        </p:nvGrpSpPr>
        <p:grpSpPr>
          <a:xfrm>
            <a:off x="106172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F230DBC-8C13-1425-32BF-CE9BE13BD76D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1245602-5C0E-7949-B220-47E6A924FEC0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28EA4E4-97E5-CB3D-3628-F7548E582ADC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B20CF18-CC80-11E7-3632-2B7EE0ADF64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E045D0E-6404-A834-C65B-B36FB19AC13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E2E677E-CC04-60E2-886F-E54C5CA7A99A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644A266-E22A-15F2-941E-B026DBDA61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6407BD2-DBB8-A951-8108-5D1DA55D9A7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E25A073-8137-C1A8-E8A4-21968156538A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C7C4197-1D80-C826-32B0-21B133422A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9955C7D-9BB8-A5E0-F06D-9B31F4BA87C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C8042746-29B2-E3BC-EB5F-144ACB3C8672}"/>
              </a:ext>
            </a:extLst>
          </p:cNvPr>
          <p:cNvSpPr/>
          <p:nvPr/>
        </p:nvSpPr>
        <p:spPr>
          <a:xfrm>
            <a:off x="10587657" y="1848890"/>
            <a:ext cx="6285793" cy="7050577"/>
          </a:xfrm>
          <a:custGeom>
            <a:avLst/>
            <a:gdLst/>
            <a:ahLst/>
            <a:cxnLst/>
            <a:rect l="l" t="t" r="r" b="b"/>
            <a:pathLst>
              <a:path w="1655518" h="1856942">
                <a:moveTo>
                  <a:pt x="49266" y="0"/>
                </a:moveTo>
                <a:lnTo>
                  <a:pt x="1606251" y="0"/>
                </a:lnTo>
                <a:cubicBezTo>
                  <a:pt x="1619318" y="0"/>
                  <a:pt x="1631849" y="5191"/>
                  <a:pt x="1641088" y="14430"/>
                </a:cubicBezTo>
                <a:cubicBezTo>
                  <a:pt x="1650327" y="23669"/>
                  <a:pt x="1655518" y="36200"/>
                  <a:pt x="1655518" y="49266"/>
                </a:cubicBezTo>
                <a:lnTo>
                  <a:pt x="1655518" y="1807676"/>
                </a:lnTo>
                <a:cubicBezTo>
                  <a:pt x="1655518" y="1820742"/>
                  <a:pt x="1650327" y="1833273"/>
                  <a:pt x="1641088" y="1842512"/>
                </a:cubicBezTo>
                <a:cubicBezTo>
                  <a:pt x="1631849" y="1851751"/>
                  <a:pt x="1619318" y="1856942"/>
                  <a:pt x="1606251" y="1856942"/>
                </a:cubicBezTo>
                <a:lnTo>
                  <a:pt x="49266" y="1856942"/>
                </a:lnTo>
                <a:cubicBezTo>
                  <a:pt x="36200" y="1856942"/>
                  <a:pt x="23669" y="1851751"/>
                  <a:pt x="14430" y="1842512"/>
                </a:cubicBezTo>
                <a:cubicBezTo>
                  <a:pt x="5191" y="1833273"/>
                  <a:pt x="0" y="1820742"/>
                  <a:pt x="0" y="1807676"/>
                </a:cubicBezTo>
                <a:lnTo>
                  <a:pt x="0" y="49266"/>
                </a:lnTo>
                <a:cubicBezTo>
                  <a:pt x="0" y="36200"/>
                  <a:pt x="5191" y="23669"/>
                  <a:pt x="14430" y="14430"/>
                </a:cubicBezTo>
                <a:cubicBezTo>
                  <a:pt x="23669" y="5191"/>
                  <a:pt x="36200" y="0"/>
                  <a:pt x="49266" y="0"/>
                </a:cubicBezTo>
                <a:close/>
              </a:path>
            </a:pathLst>
          </a:custGeom>
          <a:solidFill>
            <a:srgbClr val="0070C0"/>
          </a:solid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8DADCDE-6EF9-D1E2-BCBD-5419D7C76C44}"/>
              </a:ext>
            </a:extLst>
          </p:cNvPr>
          <p:cNvSpPr/>
          <p:nvPr/>
        </p:nvSpPr>
        <p:spPr>
          <a:xfrm>
            <a:off x="10688274" y="1996889"/>
            <a:ext cx="538688" cy="5926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3EA4E47-B21F-FBA6-A7B2-913ACE634EDB}"/>
              </a:ext>
            </a:extLst>
          </p:cNvPr>
          <p:cNvSpPr/>
          <p:nvPr/>
        </p:nvSpPr>
        <p:spPr>
          <a:xfrm>
            <a:off x="16124363" y="8019787"/>
            <a:ext cx="639299" cy="7458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B5631CCD-3BE3-75DC-A0F3-F17036CABD08}"/>
              </a:ext>
            </a:extLst>
          </p:cNvPr>
          <p:cNvSpPr/>
          <p:nvPr/>
        </p:nvSpPr>
        <p:spPr>
          <a:xfrm>
            <a:off x="1028700" y="5262096"/>
            <a:ext cx="955895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C7F98B2-97ED-F926-42C2-57BB1E5AD4BE}"/>
              </a:ext>
            </a:extLst>
          </p:cNvPr>
          <p:cNvGrpSpPr/>
          <p:nvPr/>
        </p:nvGrpSpPr>
        <p:grpSpPr>
          <a:xfrm>
            <a:off x="11102094" y="2425918"/>
            <a:ext cx="5256920" cy="5896521"/>
            <a:chOff x="0" y="0"/>
            <a:chExt cx="1384539" cy="1552993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A91FDA5-CE52-D22A-3C78-812A827D8D94}"/>
                </a:ext>
              </a:extLst>
            </p:cNvPr>
            <p:cNvSpPr/>
            <p:nvPr/>
          </p:nvSpPr>
          <p:spPr>
            <a:xfrm>
              <a:off x="0" y="0"/>
              <a:ext cx="1384539" cy="1552993"/>
            </a:xfrm>
            <a:custGeom>
              <a:avLst/>
              <a:gdLst/>
              <a:ahLst/>
              <a:cxnLst/>
              <a:rect l="l" t="t" r="r" b="b"/>
              <a:pathLst>
                <a:path w="1384539" h="1552993">
                  <a:moveTo>
                    <a:pt x="58908" y="0"/>
                  </a:moveTo>
                  <a:lnTo>
                    <a:pt x="1325630" y="0"/>
                  </a:lnTo>
                  <a:cubicBezTo>
                    <a:pt x="1341254" y="0"/>
                    <a:pt x="1356237" y="6206"/>
                    <a:pt x="1367285" y="17254"/>
                  </a:cubicBezTo>
                  <a:cubicBezTo>
                    <a:pt x="1378332" y="28301"/>
                    <a:pt x="1384539" y="43285"/>
                    <a:pt x="1384539" y="58908"/>
                  </a:cubicBezTo>
                  <a:lnTo>
                    <a:pt x="1384539" y="1494085"/>
                  </a:lnTo>
                  <a:cubicBezTo>
                    <a:pt x="1384539" y="1509708"/>
                    <a:pt x="1378332" y="1524692"/>
                    <a:pt x="1367285" y="1535739"/>
                  </a:cubicBezTo>
                  <a:cubicBezTo>
                    <a:pt x="1356237" y="1546787"/>
                    <a:pt x="1341254" y="1552993"/>
                    <a:pt x="1325630" y="1552993"/>
                  </a:cubicBezTo>
                  <a:lnTo>
                    <a:pt x="58908" y="1552993"/>
                  </a:lnTo>
                  <a:cubicBezTo>
                    <a:pt x="26374" y="1552993"/>
                    <a:pt x="0" y="1526619"/>
                    <a:pt x="0" y="1494085"/>
                  </a:cubicBezTo>
                  <a:lnTo>
                    <a:pt x="0" y="58908"/>
                  </a:lnTo>
                  <a:cubicBezTo>
                    <a:pt x="0" y="43285"/>
                    <a:pt x="6206" y="28301"/>
                    <a:pt x="17254" y="17254"/>
                  </a:cubicBezTo>
                  <a:cubicBezTo>
                    <a:pt x="28301" y="6206"/>
                    <a:pt x="43285" y="0"/>
                    <a:pt x="5890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D8D65D0B-F28B-E407-DBE8-04758882CB88}"/>
                </a:ext>
              </a:extLst>
            </p:cNvPr>
            <p:cNvSpPr txBox="1"/>
            <p:nvPr/>
          </p:nvSpPr>
          <p:spPr>
            <a:xfrm>
              <a:off x="0" y="-38100"/>
              <a:ext cx="1384539" cy="1591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A870CBD2-3987-C4F9-049B-B3E781F46422}"/>
              </a:ext>
            </a:extLst>
          </p:cNvPr>
          <p:cNvSpPr/>
          <p:nvPr/>
        </p:nvSpPr>
        <p:spPr>
          <a:xfrm>
            <a:off x="12036388" y="2983878"/>
            <a:ext cx="3388330" cy="4556434"/>
          </a:xfrm>
          <a:custGeom>
            <a:avLst/>
            <a:gdLst/>
            <a:ahLst/>
            <a:cxnLst/>
            <a:rect l="l" t="t" r="r" b="b"/>
            <a:pathLst>
              <a:path w="3388330" h="4556434">
                <a:moveTo>
                  <a:pt x="0" y="0"/>
                </a:moveTo>
                <a:lnTo>
                  <a:pt x="3388331" y="0"/>
                </a:lnTo>
                <a:lnTo>
                  <a:pt x="3388331" y="4556435"/>
                </a:lnTo>
                <a:lnTo>
                  <a:pt x="0" y="4556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13A2327-1190-43B5-FFEC-59A6E3DDD10A}"/>
              </a:ext>
            </a:extLst>
          </p:cNvPr>
          <p:cNvSpPr txBox="1"/>
          <p:nvPr/>
        </p:nvSpPr>
        <p:spPr>
          <a:xfrm>
            <a:off x="1977756" y="2401848"/>
            <a:ext cx="7466993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Cont.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3AFB75D-8778-9836-608A-0BDCF18D3FD1}"/>
              </a:ext>
            </a:extLst>
          </p:cNvPr>
          <p:cNvSpPr txBox="1"/>
          <p:nvPr/>
        </p:nvSpPr>
        <p:spPr>
          <a:xfrm>
            <a:off x="1977756" y="5753100"/>
            <a:ext cx="6732407" cy="4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spc="148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Types of Security Profiles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F1EB33F-FF23-F831-D370-74EEE3280CB7}"/>
              </a:ext>
            </a:extLst>
          </p:cNvPr>
          <p:cNvSpPr txBox="1"/>
          <p:nvPr/>
        </p:nvSpPr>
        <p:spPr>
          <a:xfrm>
            <a:off x="1977756" y="6362700"/>
            <a:ext cx="746699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• </a:t>
            </a:r>
            <a:r>
              <a:rPr lang="en-US" sz="2000" spc="84" dirty="0"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Antivirus</a:t>
            </a: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 ✓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• </a:t>
            </a:r>
            <a:r>
              <a:rPr lang="en-US" sz="2000" spc="84" dirty="0"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Web</a:t>
            </a: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 </a:t>
            </a:r>
            <a:r>
              <a:rPr lang="en-US" sz="2000" spc="84" dirty="0"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Filtering</a:t>
            </a: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 ✓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• </a:t>
            </a:r>
            <a:r>
              <a:rPr lang="en-US" sz="2000" spc="84" dirty="0"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Application</a:t>
            </a: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 </a:t>
            </a:r>
            <a:r>
              <a:rPr lang="en-US" sz="2000" spc="84" dirty="0"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Control</a:t>
            </a: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 ✓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• </a:t>
            </a:r>
            <a:r>
              <a:rPr lang="en-US" sz="2000" spc="84" dirty="0"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File Filter </a:t>
            </a:r>
            <a:endParaRPr lang="en-US" sz="2000" spc="84" dirty="0">
              <a:solidFill>
                <a:srgbClr val="000000"/>
              </a:solidFill>
              <a:latin typeface="HGPMinchoE" panose="020B0400000000000000" pitchFamily="18" charset="-128"/>
              <a:ea typeface="HGPMinchoE" panose="020B0400000000000000" pitchFamily="18" charset="-128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• Intrusion Prevention System (IPS)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• DNS Filtering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• Email Filtering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• Data Loss Prevention (DLP)</a:t>
            </a: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235EF52A-BFD6-B67A-6AA4-27D36A4A7D9A}"/>
              </a:ext>
            </a:extLst>
          </p:cNvPr>
          <p:cNvSpPr/>
          <p:nvPr/>
        </p:nvSpPr>
        <p:spPr>
          <a:xfrm>
            <a:off x="9444749" y="512478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FB2B5056-3A20-64C0-3345-A2393ED3C059}"/>
              </a:ext>
            </a:extLst>
          </p:cNvPr>
          <p:cNvSpPr/>
          <p:nvPr/>
        </p:nvSpPr>
        <p:spPr>
          <a:xfrm>
            <a:off x="1878801" y="512478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62">
            <a:extLst>
              <a:ext uri="{FF2B5EF4-FFF2-40B4-BE49-F238E27FC236}">
                <a16:creationId xmlns:a16="http://schemas.microsoft.com/office/drawing/2014/main" id="{9EEE9131-3D3B-554F-4508-D3FF532C5240}"/>
              </a:ext>
            </a:extLst>
          </p:cNvPr>
          <p:cNvSpPr/>
          <p:nvPr/>
        </p:nvSpPr>
        <p:spPr>
          <a:xfrm>
            <a:off x="6629400" y="7581900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62">
            <a:extLst>
              <a:ext uri="{FF2B5EF4-FFF2-40B4-BE49-F238E27FC236}">
                <a16:creationId xmlns:a16="http://schemas.microsoft.com/office/drawing/2014/main" id="{866BEC76-7879-14CC-B056-F3218524DC19}"/>
              </a:ext>
            </a:extLst>
          </p:cNvPr>
          <p:cNvSpPr/>
          <p:nvPr/>
        </p:nvSpPr>
        <p:spPr>
          <a:xfrm>
            <a:off x="4038600" y="7915231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62">
            <a:extLst>
              <a:ext uri="{FF2B5EF4-FFF2-40B4-BE49-F238E27FC236}">
                <a16:creationId xmlns:a16="http://schemas.microsoft.com/office/drawing/2014/main" id="{570A0D0A-6EA8-BC22-661B-7257D9AF606F}"/>
              </a:ext>
            </a:extLst>
          </p:cNvPr>
          <p:cNvSpPr/>
          <p:nvPr/>
        </p:nvSpPr>
        <p:spPr>
          <a:xfrm>
            <a:off x="4203032" y="8228197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2" name="Freeform 62">
            <a:extLst>
              <a:ext uri="{FF2B5EF4-FFF2-40B4-BE49-F238E27FC236}">
                <a16:creationId xmlns:a16="http://schemas.microsoft.com/office/drawing/2014/main" id="{380F2F7B-C72E-EC92-A5ED-60D7B50EBC5D}"/>
              </a:ext>
            </a:extLst>
          </p:cNvPr>
          <p:cNvSpPr/>
          <p:nvPr/>
        </p:nvSpPr>
        <p:spPr>
          <a:xfrm>
            <a:off x="5808178" y="8497541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1F6C03-A171-B624-CFC7-7126368EEBBE}"/>
              </a:ext>
            </a:extLst>
          </p:cNvPr>
          <p:cNvSpPr txBox="1"/>
          <p:nvPr/>
        </p:nvSpPr>
        <p:spPr>
          <a:xfrm>
            <a:off x="8668928" y="6402405"/>
            <a:ext cx="1463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Applied</a:t>
            </a:r>
            <a:r>
              <a:rPr lang="en-US" dirty="0"/>
              <a:t> = </a:t>
            </a:r>
            <a:r>
              <a:rPr lang="en-US" spc="84" dirty="0">
                <a:solidFill>
                  <a:srgbClr val="000000"/>
                </a:solidFill>
                <a:latin typeface="HGPMinchoE" panose="020B0400000000000000" pitchFamily="18" charset="-128"/>
                <a:ea typeface="HGPMinchoE" panose="020B0400000000000000" pitchFamily="18" charset="-128"/>
                <a:cs typeface="Inter Light"/>
                <a:sym typeface="Inter Light"/>
              </a:rPr>
              <a:t>✓</a:t>
            </a:r>
            <a:br>
              <a:rPr lang="en-US" dirty="0"/>
            </a:br>
            <a:r>
              <a:rPr lang="en-US" b="1" dirty="0"/>
              <a:t>not</a:t>
            </a:r>
            <a:r>
              <a:rPr lang="en-US" dirty="0"/>
              <a:t> </a:t>
            </a:r>
            <a:r>
              <a:rPr lang="en-US" b="1" dirty="0"/>
              <a:t>Applied</a:t>
            </a:r>
            <a:r>
              <a:rPr lang="en-US" dirty="0"/>
              <a:t> =</a:t>
            </a:r>
          </a:p>
        </p:txBody>
      </p:sp>
      <p:sp>
        <p:nvSpPr>
          <p:cNvPr id="34" name="Freeform 62">
            <a:extLst>
              <a:ext uri="{FF2B5EF4-FFF2-40B4-BE49-F238E27FC236}">
                <a16:creationId xmlns:a16="http://schemas.microsoft.com/office/drawing/2014/main" id="{E9C876EB-4C8A-8B0F-88C3-26A2B3065FAB}"/>
              </a:ext>
            </a:extLst>
          </p:cNvPr>
          <p:cNvSpPr/>
          <p:nvPr/>
        </p:nvSpPr>
        <p:spPr>
          <a:xfrm>
            <a:off x="10089091" y="667889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EBD99608-A517-14C1-9235-1F27F0DE6127}"/>
              </a:ext>
            </a:extLst>
          </p:cNvPr>
          <p:cNvSpPr/>
          <p:nvPr/>
        </p:nvSpPr>
        <p:spPr>
          <a:xfrm>
            <a:off x="3612091" y="7313797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6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9AC853-866B-E473-C7B5-C09C8D652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EBC01B-163E-A7CA-ABC5-12FF182165C1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45A901-CB88-80F6-0FB4-5085F56B85D8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B6EE4F6-5586-C4AD-6C93-35C4CE55CF43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B670E25-5F16-A791-7A7A-D0B626348416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D87EC24-BACD-385E-BF19-BF8899E3045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5298DCD-4CC4-5C66-A3E0-C94CBBA8C2C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90BD2ED-FBC9-1788-F70D-15B50544FD31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E62F2D4-4B46-24FD-DABD-95BFC7E2688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E884745-38ED-CB29-1977-644462F1F7B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E6F2D71-EE1A-C9EB-F9CD-1ECEB843B41B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AB6693C-C7DD-05AB-AB72-02751517CE6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E95C102-76CB-C685-F7EC-BE3EC169E5D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EDE8BC7-9698-DC58-B599-BB15BAF4DE2B}"/>
              </a:ext>
            </a:extLst>
          </p:cNvPr>
          <p:cNvGrpSpPr/>
          <p:nvPr/>
        </p:nvGrpSpPr>
        <p:grpSpPr>
          <a:xfrm>
            <a:off x="1335296" y="1956679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8E94494-376D-3EB1-D7FB-FB20A03044B0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4A60468-6098-9169-25A8-5412FC42A9D9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EDF0B382-4ABE-41ED-7C3A-3169708A60D3}"/>
              </a:ext>
            </a:extLst>
          </p:cNvPr>
          <p:cNvSpPr/>
          <p:nvPr/>
        </p:nvSpPr>
        <p:spPr>
          <a:xfrm>
            <a:off x="8446822" y="4271612"/>
            <a:ext cx="1394355" cy="1743775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52">
            <a:extLst>
              <a:ext uri="{FF2B5EF4-FFF2-40B4-BE49-F238E27FC236}">
                <a16:creationId xmlns:a16="http://schemas.microsoft.com/office/drawing/2014/main" id="{44D89CF0-FD94-B2E3-0F12-636C6088E352}"/>
              </a:ext>
            </a:extLst>
          </p:cNvPr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Antivirus Profile</a:t>
            </a:r>
          </a:p>
        </p:txBody>
      </p:sp>
    </p:spTree>
    <p:extLst>
      <p:ext uri="{BB962C8B-B14F-4D97-AF65-F5344CB8AC3E}">
        <p14:creationId xmlns:p14="http://schemas.microsoft.com/office/powerpoint/2010/main" val="84335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AA763-9417-56D5-BE47-EDDB72D2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204E0E5-C995-0B73-6730-7848790A9057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B1D6F5-0F75-6ECE-E528-E5F9BA2F03E7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BEA3708-3E72-49B8-6F8D-D0C849360C50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C78BF06-FA03-402B-ADFE-1C4162181100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0D1901-4687-54FA-06C7-19CEACC035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8D6AC50-5F6A-1EDD-65C8-2DCF58A6428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13C3417-B103-C001-EB7F-532AF950CC5C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A91FE6F-9323-8F70-9FBF-018E5B853BA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C9A097D-68A6-D191-DE1A-7B99D6C3D8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A6DA047-4958-8C51-7438-5A3AB5ABAFBE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CBB7E14-8CEE-FDB0-82B2-E8D61F4BE9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334D0F1-3257-959C-3515-26FB0A837A5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7654003-AC66-9037-110F-57A625451C95}"/>
              </a:ext>
            </a:extLst>
          </p:cNvPr>
          <p:cNvGrpSpPr/>
          <p:nvPr/>
        </p:nvGrpSpPr>
        <p:grpSpPr>
          <a:xfrm>
            <a:off x="1335296" y="1956679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6390F72-6776-CC73-0DA5-75EEE0AF5BD6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173C3F3-AEED-F362-865E-D297A6652B42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Freeform 60">
            <a:extLst>
              <a:ext uri="{FF2B5EF4-FFF2-40B4-BE49-F238E27FC236}">
                <a16:creationId xmlns:a16="http://schemas.microsoft.com/office/drawing/2014/main" id="{481D985F-C742-392D-D12A-850799DE560C}"/>
              </a:ext>
            </a:extLst>
          </p:cNvPr>
          <p:cNvSpPr/>
          <p:nvPr/>
        </p:nvSpPr>
        <p:spPr>
          <a:xfrm>
            <a:off x="7704290" y="4288883"/>
            <a:ext cx="2125510" cy="1709234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52">
            <a:extLst>
              <a:ext uri="{FF2B5EF4-FFF2-40B4-BE49-F238E27FC236}">
                <a16:creationId xmlns:a16="http://schemas.microsoft.com/office/drawing/2014/main" id="{0FD8E177-35D3-2616-3E53-409B1D740F42}"/>
              </a:ext>
            </a:extLst>
          </p:cNvPr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Antivirus Profile</a:t>
            </a:r>
          </a:p>
        </p:txBody>
      </p:sp>
    </p:spTree>
    <p:extLst>
      <p:ext uri="{BB962C8B-B14F-4D97-AF65-F5344CB8AC3E}">
        <p14:creationId xmlns:p14="http://schemas.microsoft.com/office/powerpoint/2010/main" val="3288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6613E-9503-9314-E9FF-8A75B5D3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5A7D12-54B0-C448-669D-D24B14847C69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8D691A-BDF8-597C-CE83-1E93F530BD6D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AA17CB5-289B-3829-5995-F15BE7A60F61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F7DBE38-9205-D0D1-14F8-5763B87AF631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0B6093-109E-AA96-BC4A-E8AA9ADC113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088A6E-E5CF-8ED6-53C7-9270FA4BD55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AAA442B-A9DD-B4D4-322B-4AEEEE0D8204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748F5C4-500D-7791-3496-E93EB1E12A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B096A5F-2A1C-5FA4-ECB8-2E7D89861F3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FA6EB53-115E-F618-452E-2300201D36AA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13B6FA0-31F8-8E19-5F98-75F1922AD68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BDFB265-4CC7-985B-9D6B-D8B5C3ED69A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5B91E99-09FF-7908-A809-ACE3DB073D4D}"/>
              </a:ext>
            </a:extLst>
          </p:cNvPr>
          <p:cNvGrpSpPr/>
          <p:nvPr/>
        </p:nvGrpSpPr>
        <p:grpSpPr>
          <a:xfrm>
            <a:off x="1427998" y="1886627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9AE9DBE-D008-0166-2176-8C4E08B27B69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B7B71AE9-F852-A885-FD89-662AB3B4FAC1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>
            <a:extLst>
              <a:ext uri="{FF2B5EF4-FFF2-40B4-BE49-F238E27FC236}">
                <a16:creationId xmlns:a16="http://schemas.microsoft.com/office/drawing/2014/main" id="{6CBA9174-0663-1C56-CD80-879266A949EF}"/>
              </a:ext>
            </a:extLst>
          </p:cNvPr>
          <p:cNvSpPr/>
          <p:nvPr/>
        </p:nvSpPr>
        <p:spPr>
          <a:xfrm flipV="1">
            <a:off x="1427998" y="5133975"/>
            <a:ext cx="1541949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DF9B956-DBE0-14C3-4337-2B175F05BF3A}"/>
              </a:ext>
            </a:extLst>
          </p:cNvPr>
          <p:cNvSpPr txBox="1"/>
          <p:nvPr/>
        </p:nvSpPr>
        <p:spPr>
          <a:xfrm>
            <a:off x="5771543" y="6063566"/>
            <a:ext cx="6732407" cy="4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148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is it?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C1957F9-92D9-C32C-42DC-ADE95F6F781F}"/>
              </a:ext>
            </a:extLst>
          </p:cNvPr>
          <p:cNvSpPr txBox="1"/>
          <p:nvPr/>
        </p:nvSpPr>
        <p:spPr>
          <a:xfrm>
            <a:off x="2736535" y="6902938"/>
            <a:ext cx="1280242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It is a protection module that scans network traffic for malware. It is applied inside a Firewall Policy to inspect traffic passing through the FortiGate.</a:t>
            </a:r>
            <a:endParaRPr lang="en-US" sz="2000" spc="84" dirty="0">
              <a:solidFill>
                <a:srgbClr val="000000"/>
              </a:solidFill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2F18444E-9C45-A5E6-41D7-53FD2A1D78EC}"/>
              </a:ext>
            </a:extLst>
          </p:cNvPr>
          <p:cNvSpPr/>
          <p:nvPr/>
        </p:nvSpPr>
        <p:spPr>
          <a:xfrm>
            <a:off x="9045045" y="4999923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52">
            <a:extLst>
              <a:ext uri="{FF2B5EF4-FFF2-40B4-BE49-F238E27FC236}">
                <a16:creationId xmlns:a16="http://schemas.microsoft.com/office/drawing/2014/main" id="{C54DC81A-AEE8-E14C-F121-4534CA95CD91}"/>
              </a:ext>
            </a:extLst>
          </p:cNvPr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Antivirus Profile</a:t>
            </a:r>
          </a:p>
        </p:txBody>
      </p:sp>
    </p:spTree>
    <p:extLst>
      <p:ext uri="{BB962C8B-B14F-4D97-AF65-F5344CB8AC3E}">
        <p14:creationId xmlns:p14="http://schemas.microsoft.com/office/powerpoint/2010/main" val="275975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1028700" y="4260810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V="1">
            <a:off x="1028700" y="2104778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028700" y="6836185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199290" y="7225702"/>
            <a:ext cx="13951622" cy="1609166"/>
            <a:chOff x="0" y="0"/>
            <a:chExt cx="3674501" cy="42381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74501" cy="423813"/>
            </a:xfrm>
            <a:custGeom>
              <a:avLst/>
              <a:gdLst/>
              <a:ahLst/>
              <a:cxnLst/>
              <a:rect l="l" t="t" r="r" b="b"/>
              <a:pathLst>
                <a:path w="3674501" h="423813">
                  <a:moveTo>
                    <a:pt x="23306" y="0"/>
                  </a:moveTo>
                  <a:lnTo>
                    <a:pt x="3651195" y="0"/>
                  </a:lnTo>
                  <a:cubicBezTo>
                    <a:pt x="3657376" y="0"/>
                    <a:pt x="3663304" y="2455"/>
                    <a:pt x="3667675" y="6826"/>
                  </a:cubicBezTo>
                  <a:cubicBezTo>
                    <a:pt x="3672046" y="11197"/>
                    <a:pt x="3674501" y="17125"/>
                    <a:pt x="3674501" y="23306"/>
                  </a:cubicBezTo>
                  <a:lnTo>
                    <a:pt x="3674501" y="400507"/>
                  </a:lnTo>
                  <a:cubicBezTo>
                    <a:pt x="3674501" y="406688"/>
                    <a:pt x="3672046" y="412616"/>
                    <a:pt x="3667675" y="416987"/>
                  </a:cubicBezTo>
                  <a:cubicBezTo>
                    <a:pt x="3663304" y="421358"/>
                    <a:pt x="3657376" y="423813"/>
                    <a:pt x="3651195" y="423813"/>
                  </a:cubicBezTo>
                  <a:lnTo>
                    <a:pt x="23306" y="423813"/>
                  </a:lnTo>
                  <a:cubicBezTo>
                    <a:pt x="17125" y="423813"/>
                    <a:pt x="11197" y="421358"/>
                    <a:pt x="6826" y="416987"/>
                  </a:cubicBezTo>
                  <a:cubicBezTo>
                    <a:pt x="2455" y="412616"/>
                    <a:pt x="0" y="406688"/>
                    <a:pt x="0" y="400507"/>
                  </a:cubicBezTo>
                  <a:lnTo>
                    <a:pt x="0" y="23306"/>
                  </a:lnTo>
                  <a:cubicBezTo>
                    <a:pt x="0" y="17125"/>
                    <a:pt x="2455" y="11197"/>
                    <a:pt x="6826" y="6826"/>
                  </a:cubicBezTo>
                  <a:cubicBezTo>
                    <a:pt x="11197" y="2455"/>
                    <a:pt x="17125" y="0"/>
                    <a:pt x="2330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674501" cy="461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12789" y="7225702"/>
            <a:ext cx="1609166" cy="160916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066045" y="7208629"/>
            <a:ext cx="1609166" cy="160916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29262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890309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5343565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5927395" y="7341010"/>
            <a:ext cx="1344406" cy="134440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4226" y="7341010"/>
            <a:ext cx="1344406" cy="1344406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321057" y="7341010"/>
            <a:ext cx="1344406" cy="1344406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017887" y="7341010"/>
            <a:ext cx="1344406" cy="1344406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714718" y="7341010"/>
            <a:ext cx="1344406" cy="1344406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228876" y="7341010"/>
            <a:ext cx="1344406" cy="1344406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4574044" y="7573433"/>
            <a:ext cx="654071" cy="879558"/>
          </a:xfrm>
          <a:custGeom>
            <a:avLst/>
            <a:gdLst/>
            <a:ahLst/>
            <a:cxnLst/>
            <a:rect l="l" t="t" r="r" b="b"/>
            <a:pathLst>
              <a:path w="654071" h="879558">
                <a:moveTo>
                  <a:pt x="0" y="0"/>
                </a:moveTo>
                <a:lnTo>
                  <a:pt x="654071" y="0"/>
                </a:lnTo>
                <a:lnTo>
                  <a:pt x="654071" y="879558"/>
                </a:lnTo>
                <a:lnTo>
                  <a:pt x="0" y="8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6224886" y="7660417"/>
            <a:ext cx="747736" cy="705591"/>
          </a:xfrm>
          <a:custGeom>
            <a:avLst/>
            <a:gdLst/>
            <a:ahLst/>
            <a:cxnLst/>
            <a:rect l="l" t="t" r="r" b="b"/>
            <a:pathLst>
              <a:path w="747736" h="705591">
                <a:moveTo>
                  <a:pt x="0" y="0"/>
                </a:moveTo>
                <a:lnTo>
                  <a:pt x="747736" y="0"/>
                </a:lnTo>
                <a:lnTo>
                  <a:pt x="747736" y="705591"/>
                </a:lnTo>
                <a:lnTo>
                  <a:pt x="0" y="705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7899672" y="7490462"/>
            <a:ext cx="793515" cy="942620"/>
          </a:xfrm>
          <a:custGeom>
            <a:avLst/>
            <a:gdLst/>
            <a:ahLst/>
            <a:cxnLst/>
            <a:rect l="l" t="t" r="r" b="b"/>
            <a:pathLst>
              <a:path w="793515" h="942620">
                <a:moveTo>
                  <a:pt x="0" y="0"/>
                </a:moveTo>
                <a:lnTo>
                  <a:pt x="793514" y="0"/>
                </a:lnTo>
                <a:lnTo>
                  <a:pt x="793514" y="942620"/>
                </a:lnTo>
                <a:lnTo>
                  <a:pt x="0" y="942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9627344" y="7664369"/>
            <a:ext cx="731831" cy="731831"/>
          </a:xfrm>
          <a:custGeom>
            <a:avLst/>
            <a:gdLst/>
            <a:ahLst/>
            <a:cxnLst/>
            <a:rect l="l" t="t" r="r" b="b"/>
            <a:pathLst>
              <a:path w="731831" h="731831">
                <a:moveTo>
                  <a:pt x="0" y="0"/>
                </a:moveTo>
                <a:lnTo>
                  <a:pt x="731831" y="0"/>
                </a:lnTo>
                <a:lnTo>
                  <a:pt x="731831" y="731831"/>
                </a:lnTo>
                <a:lnTo>
                  <a:pt x="0" y="7318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/>
          <p:cNvSpPr/>
          <p:nvPr/>
        </p:nvSpPr>
        <p:spPr>
          <a:xfrm>
            <a:off x="11269544" y="7689009"/>
            <a:ext cx="841093" cy="648406"/>
          </a:xfrm>
          <a:custGeom>
            <a:avLst/>
            <a:gdLst/>
            <a:ahLst/>
            <a:cxnLst/>
            <a:rect l="l" t="t" r="r" b="b"/>
            <a:pathLst>
              <a:path w="841093" h="648406">
                <a:moveTo>
                  <a:pt x="0" y="0"/>
                </a:moveTo>
                <a:lnTo>
                  <a:pt x="841093" y="0"/>
                </a:lnTo>
                <a:lnTo>
                  <a:pt x="841093" y="648407"/>
                </a:lnTo>
                <a:lnTo>
                  <a:pt x="0" y="648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12962368" y="7602255"/>
            <a:ext cx="827937" cy="821915"/>
          </a:xfrm>
          <a:custGeom>
            <a:avLst/>
            <a:gdLst/>
            <a:ahLst/>
            <a:cxnLst/>
            <a:rect l="l" t="t" r="r" b="b"/>
            <a:pathLst>
              <a:path w="827937" h="821915">
                <a:moveTo>
                  <a:pt x="0" y="0"/>
                </a:moveTo>
                <a:lnTo>
                  <a:pt x="827937" y="0"/>
                </a:lnTo>
                <a:lnTo>
                  <a:pt x="827937" y="821915"/>
                </a:lnTo>
                <a:lnTo>
                  <a:pt x="0" y="8219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Antivirus Profile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777797" y="4662170"/>
            <a:ext cx="6732407" cy="46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8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Purpose</a:t>
            </a:r>
            <a:endParaRPr lang="en-US" sz="2799" spc="148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2742788" y="5501542"/>
            <a:ext cx="1280242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 panose="020B0604020202020204" charset="0"/>
                <a:ea typeface="Inter Light" panose="020B0604020202020204" charset="0"/>
                <a:cs typeface="Inter Light"/>
                <a:sym typeface="Inter Light"/>
              </a:rPr>
              <a:t>− scanning files, emails, and web traffic to detect and block malware, viruses, </a:t>
            </a:r>
          </a:p>
          <a:p>
            <a:pPr algn="ctr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 panose="020B0604020202020204" charset="0"/>
                <a:ea typeface="Inter Light" panose="020B0604020202020204" charset="0"/>
                <a:cs typeface="Inter Light"/>
                <a:sym typeface="Inter Light"/>
              </a:rPr>
              <a:t>spyware, Trojans, 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Checks downloads, email attachments, uploads, and file transfers</a:t>
            </a:r>
            <a:endParaRPr lang="en-US" sz="2000" spc="84" dirty="0">
              <a:solidFill>
                <a:srgbClr val="000000"/>
              </a:solidFill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  <p:sp>
        <p:nvSpPr>
          <p:cNvPr id="55" name="Freeform 55"/>
          <p:cNvSpPr/>
          <p:nvPr/>
        </p:nvSpPr>
        <p:spPr>
          <a:xfrm>
            <a:off x="9045045" y="412675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9045045" y="6702835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C2221-9D72-1799-319E-ADB88049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E1108E-47F7-BE91-B19B-AB348A1B266F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8DDDCBC-A725-B2EB-1E07-D6B4454DAEB2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D33A749-9827-A18E-D0C2-6FABA827D9A9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DBBA72D-4510-4ABF-E958-EB48BD0CAEB3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B313FC9-244D-C152-2626-C15C1C4D12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457CD54-90D1-1440-EE54-B51678E5710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AFCDF3E-B584-82F3-BB4F-7690F9D5E510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52FADAB-29D4-BF32-CBA5-F4819BD6B8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3ED9CC3-B702-26A7-1070-57C0235E59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DAE4660-278F-C2EB-28CC-5517E3088E0F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C4BE9AA-3CD4-C80B-2CB3-E8D17614A8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2CCA3EE-236B-A8F0-1A39-09D121BDAC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>
            <a:extLst>
              <a:ext uri="{FF2B5EF4-FFF2-40B4-BE49-F238E27FC236}">
                <a16:creationId xmlns:a16="http://schemas.microsoft.com/office/drawing/2014/main" id="{66C22293-57E4-1E26-C254-69D693F44DAA}"/>
              </a:ext>
            </a:extLst>
          </p:cNvPr>
          <p:cNvSpPr/>
          <p:nvPr/>
        </p:nvSpPr>
        <p:spPr>
          <a:xfrm flipV="1">
            <a:off x="1028700" y="4260810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F61BB4D-5BAE-D0F8-41A0-D84B3CF3B1FF}"/>
              </a:ext>
            </a:extLst>
          </p:cNvPr>
          <p:cNvSpPr/>
          <p:nvPr/>
        </p:nvSpPr>
        <p:spPr>
          <a:xfrm flipV="1">
            <a:off x="1028700" y="2104778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3E2E500-EEB8-59AB-23EF-56AFC82C6BF6}"/>
              </a:ext>
            </a:extLst>
          </p:cNvPr>
          <p:cNvSpPr/>
          <p:nvPr/>
        </p:nvSpPr>
        <p:spPr>
          <a:xfrm>
            <a:off x="1028700" y="6836185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AED1A50-64C0-AC6D-4EA3-95CEBB0E66A6}"/>
              </a:ext>
            </a:extLst>
          </p:cNvPr>
          <p:cNvGrpSpPr/>
          <p:nvPr/>
        </p:nvGrpSpPr>
        <p:grpSpPr>
          <a:xfrm>
            <a:off x="2199290" y="7225702"/>
            <a:ext cx="13951622" cy="1609166"/>
            <a:chOff x="0" y="0"/>
            <a:chExt cx="3674501" cy="42381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0E1BCA5-AF5C-CBAF-9E6F-2990A164713E}"/>
                </a:ext>
              </a:extLst>
            </p:cNvPr>
            <p:cNvSpPr/>
            <p:nvPr/>
          </p:nvSpPr>
          <p:spPr>
            <a:xfrm>
              <a:off x="0" y="0"/>
              <a:ext cx="3674501" cy="423813"/>
            </a:xfrm>
            <a:custGeom>
              <a:avLst/>
              <a:gdLst/>
              <a:ahLst/>
              <a:cxnLst/>
              <a:rect l="l" t="t" r="r" b="b"/>
              <a:pathLst>
                <a:path w="3674501" h="423813">
                  <a:moveTo>
                    <a:pt x="23306" y="0"/>
                  </a:moveTo>
                  <a:lnTo>
                    <a:pt x="3651195" y="0"/>
                  </a:lnTo>
                  <a:cubicBezTo>
                    <a:pt x="3657376" y="0"/>
                    <a:pt x="3663304" y="2455"/>
                    <a:pt x="3667675" y="6826"/>
                  </a:cubicBezTo>
                  <a:cubicBezTo>
                    <a:pt x="3672046" y="11197"/>
                    <a:pt x="3674501" y="17125"/>
                    <a:pt x="3674501" y="23306"/>
                  </a:cubicBezTo>
                  <a:lnTo>
                    <a:pt x="3674501" y="400507"/>
                  </a:lnTo>
                  <a:cubicBezTo>
                    <a:pt x="3674501" y="406688"/>
                    <a:pt x="3672046" y="412616"/>
                    <a:pt x="3667675" y="416987"/>
                  </a:cubicBezTo>
                  <a:cubicBezTo>
                    <a:pt x="3663304" y="421358"/>
                    <a:pt x="3657376" y="423813"/>
                    <a:pt x="3651195" y="423813"/>
                  </a:cubicBezTo>
                  <a:lnTo>
                    <a:pt x="23306" y="423813"/>
                  </a:lnTo>
                  <a:cubicBezTo>
                    <a:pt x="17125" y="423813"/>
                    <a:pt x="11197" y="421358"/>
                    <a:pt x="6826" y="416987"/>
                  </a:cubicBezTo>
                  <a:cubicBezTo>
                    <a:pt x="2455" y="412616"/>
                    <a:pt x="0" y="406688"/>
                    <a:pt x="0" y="400507"/>
                  </a:cubicBezTo>
                  <a:lnTo>
                    <a:pt x="0" y="23306"/>
                  </a:lnTo>
                  <a:cubicBezTo>
                    <a:pt x="0" y="17125"/>
                    <a:pt x="2455" y="11197"/>
                    <a:pt x="6826" y="6826"/>
                  </a:cubicBezTo>
                  <a:cubicBezTo>
                    <a:pt x="11197" y="2455"/>
                    <a:pt x="17125" y="0"/>
                    <a:pt x="2330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CBC4114-9C8F-3608-F319-7C6B918B2FC8}"/>
                </a:ext>
              </a:extLst>
            </p:cNvPr>
            <p:cNvSpPr txBox="1"/>
            <p:nvPr/>
          </p:nvSpPr>
          <p:spPr>
            <a:xfrm>
              <a:off x="0" y="-38100"/>
              <a:ext cx="3674501" cy="461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14D85B37-1267-39C9-315B-9C4B28770AB0}"/>
              </a:ext>
            </a:extLst>
          </p:cNvPr>
          <p:cNvGrpSpPr/>
          <p:nvPr/>
        </p:nvGrpSpPr>
        <p:grpSpPr>
          <a:xfrm>
            <a:off x="1612789" y="7225702"/>
            <a:ext cx="1609166" cy="1609166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EA4AC68-0456-4CFF-A0FB-5FD7A9929D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54F3B43-E984-9320-7476-0C26B4BE885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C6D5619A-D57D-0114-041F-294D700C0739}"/>
              </a:ext>
            </a:extLst>
          </p:cNvPr>
          <p:cNvGrpSpPr/>
          <p:nvPr/>
        </p:nvGrpSpPr>
        <p:grpSpPr>
          <a:xfrm>
            <a:off x="15066045" y="7208629"/>
            <a:ext cx="1609166" cy="1609166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53AA9774-9112-6512-B2D9-8B18CF1C8AA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29262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AF36A0AE-CA2A-4896-3D1C-D7818651D36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A9DB3B84-09CF-A71D-5261-229C71C4D615}"/>
              </a:ext>
            </a:extLst>
          </p:cNvPr>
          <p:cNvSpPr/>
          <p:nvPr/>
        </p:nvSpPr>
        <p:spPr>
          <a:xfrm>
            <a:off x="1890309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0364D489-5DBE-7684-543F-7D34772AD323}"/>
              </a:ext>
            </a:extLst>
          </p:cNvPr>
          <p:cNvSpPr/>
          <p:nvPr/>
        </p:nvSpPr>
        <p:spPr>
          <a:xfrm>
            <a:off x="15343565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A93DF97-F907-AC37-ECB7-55E8043069EB}"/>
              </a:ext>
            </a:extLst>
          </p:cNvPr>
          <p:cNvGrpSpPr/>
          <p:nvPr/>
        </p:nvGrpSpPr>
        <p:grpSpPr>
          <a:xfrm>
            <a:off x="5927395" y="7341010"/>
            <a:ext cx="1344406" cy="1344406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34C3A91-01D9-C2E4-37A2-EFA8A0BCDB4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3B8E360E-8BBA-FF7E-5182-27565EE47BD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9BE7ECB6-BB31-D414-099B-226C6C6F9D71}"/>
              </a:ext>
            </a:extLst>
          </p:cNvPr>
          <p:cNvGrpSpPr/>
          <p:nvPr/>
        </p:nvGrpSpPr>
        <p:grpSpPr>
          <a:xfrm>
            <a:off x="7624226" y="7341010"/>
            <a:ext cx="1344406" cy="1344406"/>
            <a:chOff x="0" y="0"/>
            <a:chExt cx="812800" cy="8128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484C1E7-E34A-D6E5-78B7-C58725FB1B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6DA2CE1-AD37-64C3-98CF-20D279DA216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9CFA714D-2E14-F46F-BF0A-0B5F601A7B68}"/>
              </a:ext>
            </a:extLst>
          </p:cNvPr>
          <p:cNvGrpSpPr/>
          <p:nvPr/>
        </p:nvGrpSpPr>
        <p:grpSpPr>
          <a:xfrm>
            <a:off x="9321057" y="7341010"/>
            <a:ext cx="1344406" cy="1344406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E1392E9C-7563-CC39-6DE6-1318C4A4A11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BB790C3D-FB5A-9814-F5D8-EAFBD1F0455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798A40F2-CF3C-C3D6-9FC4-4124DA0F4863}"/>
              </a:ext>
            </a:extLst>
          </p:cNvPr>
          <p:cNvGrpSpPr/>
          <p:nvPr/>
        </p:nvGrpSpPr>
        <p:grpSpPr>
          <a:xfrm>
            <a:off x="11017887" y="7341010"/>
            <a:ext cx="1344406" cy="1344406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BC29A442-B37B-1F0D-E823-0E4159BA2E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F0A6E676-CCF9-5B19-960E-884FCF72AE4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6C78AD03-7016-C4FD-C663-E73C1C26AE4A}"/>
              </a:ext>
            </a:extLst>
          </p:cNvPr>
          <p:cNvGrpSpPr/>
          <p:nvPr/>
        </p:nvGrpSpPr>
        <p:grpSpPr>
          <a:xfrm>
            <a:off x="12714718" y="7341010"/>
            <a:ext cx="1344406" cy="1344406"/>
            <a:chOff x="0" y="0"/>
            <a:chExt cx="812800" cy="81280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F2A86631-1EE3-1822-281D-073B0BE7CE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63A2C5AE-4BA8-0622-6C34-ACC03A8F78A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0C0DF914-77BE-E8B6-4CC6-E025F01068C5}"/>
              </a:ext>
            </a:extLst>
          </p:cNvPr>
          <p:cNvGrpSpPr/>
          <p:nvPr/>
        </p:nvGrpSpPr>
        <p:grpSpPr>
          <a:xfrm>
            <a:off x="4228876" y="7341010"/>
            <a:ext cx="1344406" cy="1344406"/>
            <a:chOff x="0" y="0"/>
            <a:chExt cx="812800" cy="81280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EA811CD9-E0C1-4261-E6C9-57E115A4A1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D2197452-6880-6370-5B69-F45551EF1F2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Freeform 46">
            <a:extLst>
              <a:ext uri="{FF2B5EF4-FFF2-40B4-BE49-F238E27FC236}">
                <a16:creationId xmlns:a16="http://schemas.microsoft.com/office/drawing/2014/main" id="{59B00CFF-0C4C-EE27-A0B8-161D6E0B8B6D}"/>
              </a:ext>
            </a:extLst>
          </p:cNvPr>
          <p:cNvSpPr/>
          <p:nvPr/>
        </p:nvSpPr>
        <p:spPr>
          <a:xfrm>
            <a:off x="4574044" y="7573433"/>
            <a:ext cx="654071" cy="879558"/>
          </a:xfrm>
          <a:custGeom>
            <a:avLst/>
            <a:gdLst/>
            <a:ahLst/>
            <a:cxnLst/>
            <a:rect l="l" t="t" r="r" b="b"/>
            <a:pathLst>
              <a:path w="654071" h="879558">
                <a:moveTo>
                  <a:pt x="0" y="0"/>
                </a:moveTo>
                <a:lnTo>
                  <a:pt x="654071" y="0"/>
                </a:lnTo>
                <a:lnTo>
                  <a:pt x="654071" y="879558"/>
                </a:lnTo>
                <a:lnTo>
                  <a:pt x="0" y="8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2CED985B-ED61-05AA-92DF-922CC245178B}"/>
              </a:ext>
            </a:extLst>
          </p:cNvPr>
          <p:cNvSpPr/>
          <p:nvPr/>
        </p:nvSpPr>
        <p:spPr>
          <a:xfrm>
            <a:off x="6224886" y="7660417"/>
            <a:ext cx="747736" cy="705591"/>
          </a:xfrm>
          <a:custGeom>
            <a:avLst/>
            <a:gdLst/>
            <a:ahLst/>
            <a:cxnLst/>
            <a:rect l="l" t="t" r="r" b="b"/>
            <a:pathLst>
              <a:path w="747736" h="705591">
                <a:moveTo>
                  <a:pt x="0" y="0"/>
                </a:moveTo>
                <a:lnTo>
                  <a:pt x="747736" y="0"/>
                </a:lnTo>
                <a:lnTo>
                  <a:pt x="747736" y="705591"/>
                </a:lnTo>
                <a:lnTo>
                  <a:pt x="0" y="705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E14403DD-62C3-1D04-2E69-A77C3AC9EDEA}"/>
              </a:ext>
            </a:extLst>
          </p:cNvPr>
          <p:cNvSpPr/>
          <p:nvPr/>
        </p:nvSpPr>
        <p:spPr>
          <a:xfrm>
            <a:off x="7899672" y="7490462"/>
            <a:ext cx="793515" cy="942620"/>
          </a:xfrm>
          <a:custGeom>
            <a:avLst/>
            <a:gdLst/>
            <a:ahLst/>
            <a:cxnLst/>
            <a:rect l="l" t="t" r="r" b="b"/>
            <a:pathLst>
              <a:path w="793515" h="942620">
                <a:moveTo>
                  <a:pt x="0" y="0"/>
                </a:moveTo>
                <a:lnTo>
                  <a:pt x="793514" y="0"/>
                </a:lnTo>
                <a:lnTo>
                  <a:pt x="793514" y="942620"/>
                </a:lnTo>
                <a:lnTo>
                  <a:pt x="0" y="942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4417BBED-C5EA-6082-57F1-EA0A4FE2B354}"/>
              </a:ext>
            </a:extLst>
          </p:cNvPr>
          <p:cNvSpPr/>
          <p:nvPr/>
        </p:nvSpPr>
        <p:spPr>
          <a:xfrm>
            <a:off x="9627344" y="7664369"/>
            <a:ext cx="731831" cy="731831"/>
          </a:xfrm>
          <a:custGeom>
            <a:avLst/>
            <a:gdLst/>
            <a:ahLst/>
            <a:cxnLst/>
            <a:rect l="l" t="t" r="r" b="b"/>
            <a:pathLst>
              <a:path w="731831" h="731831">
                <a:moveTo>
                  <a:pt x="0" y="0"/>
                </a:moveTo>
                <a:lnTo>
                  <a:pt x="731831" y="0"/>
                </a:lnTo>
                <a:lnTo>
                  <a:pt x="731831" y="731831"/>
                </a:lnTo>
                <a:lnTo>
                  <a:pt x="0" y="7318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73CDD06C-EF72-2DEA-0CF9-F33D3416A02A}"/>
              </a:ext>
            </a:extLst>
          </p:cNvPr>
          <p:cNvSpPr/>
          <p:nvPr/>
        </p:nvSpPr>
        <p:spPr>
          <a:xfrm>
            <a:off x="11269544" y="7689009"/>
            <a:ext cx="841093" cy="648406"/>
          </a:xfrm>
          <a:custGeom>
            <a:avLst/>
            <a:gdLst/>
            <a:ahLst/>
            <a:cxnLst/>
            <a:rect l="l" t="t" r="r" b="b"/>
            <a:pathLst>
              <a:path w="841093" h="648406">
                <a:moveTo>
                  <a:pt x="0" y="0"/>
                </a:moveTo>
                <a:lnTo>
                  <a:pt x="841093" y="0"/>
                </a:lnTo>
                <a:lnTo>
                  <a:pt x="841093" y="648407"/>
                </a:lnTo>
                <a:lnTo>
                  <a:pt x="0" y="648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>
            <a:extLst>
              <a:ext uri="{FF2B5EF4-FFF2-40B4-BE49-F238E27FC236}">
                <a16:creationId xmlns:a16="http://schemas.microsoft.com/office/drawing/2014/main" id="{087F120A-B6E7-453A-86BE-724FBD2059AF}"/>
              </a:ext>
            </a:extLst>
          </p:cNvPr>
          <p:cNvSpPr/>
          <p:nvPr/>
        </p:nvSpPr>
        <p:spPr>
          <a:xfrm>
            <a:off x="12962368" y="7602255"/>
            <a:ext cx="827937" cy="821915"/>
          </a:xfrm>
          <a:custGeom>
            <a:avLst/>
            <a:gdLst/>
            <a:ahLst/>
            <a:cxnLst/>
            <a:rect l="l" t="t" r="r" b="b"/>
            <a:pathLst>
              <a:path w="827937" h="821915">
                <a:moveTo>
                  <a:pt x="0" y="0"/>
                </a:moveTo>
                <a:lnTo>
                  <a:pt x="827937" y="0"/>
                </a:lnTo>
                <a:lnTo>
                  <a:pt x="827937" y="821915"/>
                </a:lnTo>
                <a:lnTo>
                  <a:pt x="0" y="8219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5194291B-1BF9-56C0-4386-ED5DE570A32C}"/>
              </a:ext>
            </a:extLst>
          </p:cNvPr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Antivirus Profile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2D0C446A-39D7-04A4-BED6-D3A7E91E3189}"/>
              </a:ext>
            </a:extLst>
          </p:cNvPr>
          <p:cNvSpPr txBox="1"/>
          <p:nvPr/>
        </p:nvSpPr>
        <p:spPr>
          <a:xfrm>
            <a:off x="5777797" y="4662170"/>
            <a:ext cx="6732407" cy="46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8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Main Features</a:t>
            </a:r>
            <a:endParaRPr lang="en-US" sz="2799" spc="148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33BA4F69-F080-33FB-F106-6C9F53581917}"/>
              </a:ext>
            </a:extLst>
          </p:cNvPr>
          <p:cNvSpPr txBox="1"/>
          <p:nvPr/>
        </p:nvSpPr>
        <p:spPr>
          <a:xfrm>
            <a:off x="2742788" y="5448300"/>
            <a:ext cx="128024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 panose="020B0604020202020204" charset="0"/>
                <a:ea typeface="Inter Light" panose="020B0604020202020204" charset="0"/>
                <a:cs typeface="Inter Light"/>
                <a:sym typeface="Inter Light"/>
              </a:rPr>
              <a:t>− 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Flow-based or Proxy-based scanning</a:t>
            </a:r>
          </a:p>
          <a:p>
            <a:pPr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                                                − Signature-based detection</a:t>
            </a:r>
          </a:p>
          <a:p>
            <a:pPr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                                                − Heuristics &amp; behavior analysis</a:t>
            </a:r>
          </a:p>
          <a:p>
            <a:pPr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                                                − Cloud sandbox for zero-day</a:t>
            </a:r>
          </a:p>
        </p:txBody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6E63052D-46DD-E5C8-9C1B-05333112D3E4}"/>
              </a:ext>
            </a:extLst>
          </p:cNvPr>
          <p:cNvSpPr/>
          <p:nvPr/>
        </p:nvSpPr>
        <p:spPr>
          <a:xfrm>
            <a:off x="9045045" y="412675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>
            <a:extLst>
              <a:ext uri="{FF2B5EF4-FFF2-40B4-BE49-F238E27FC236}">
                <a16:creationId xmlns:a16="http://schemas.microsoft.com/office/drawing/2014/main" id="{1F2F2594-FAB9-4FBC-12E2-307C0097F5C1}"/>
              </a:ext>
            </a:extLst>
          </p:cNvPr>
          <p:cNvSpPr/>
          <p:nvPr/>
        </p:nvSpPr>
        <p:spPr>
          <a:xfrm>
            <a:off x="9045045" y="6702835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9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0EA69-D19A-665E-F79B-EB7DEB91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FEA662E-E6DD-794A-707D-847C779F1E77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A0AAC1E-FEEA-47F8-A61A-C74F029EA09A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7DC3934E-A7F0-8964-450F-E036393A62BE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0FCE7FCE-C4D9-865C-9A40-3034E6411A0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D1489F41-5B62-0B7B-747C-8544092D7604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1BF9A73-1000-8274-E6B2-B99D63C9CD3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7997D4E6-4122-D721-EF5F-C094459322D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383438B-4672-A0CB-39AE-5010669B2C87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EC63D30-B593-E84B-C543-15A390BA5D8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789C076-69BC-74E0-767C-1764A403D2E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CB1B2B0-9D4B-CA27-9157-9B5237867779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B00B808B-2DD3-7319-C0B1-B57C175337A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28B405E5-9C1E-3F6D-847F-864A2F60580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698C235-A107-05B6-9C5C-A7775A31686B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28E736D9-3A66-C8DA-EEF1-0FA97C03E3DC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4DCE768E-6E89-96C1-1FE6-F1144433BF57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6039F03-2311-30A7-05D8-90114D65C3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D47A541-F8DD-EE7D-2826-6B3390201A2A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E55F15CD-CF87-6280-E297-B142AF21BCB7}"/>
                </a:ext>
              </a:extLst>
            </p:cNvPr>
            <p:cNvSpPr txBox="1"/>
            <p:nvPr/>
          </p:nvSpPr>
          <p:spPr>
            <a:xfrm>
              <a:off x="1111201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552C7AEB-19F8-5407-6AED-C40E19C81E15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8CDBEF57-8303-A8EC-EDEE-55A995AA3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650" y="1341623"/>
            <a:ext cx="6528033" cy="7450472"/>
          </a:xfrm>
          <a:prstGeom prst="rect">
            <a:avLst/>
          </a:prstGeom>
        </p:spPr>
      </p:pic>
      <p:sp>
        <p:nvSpPr>
          <p:cNvPr id="34" name="TextBox 30">
            <a:extLst>
              <a:ext uri="{FF2B5EF4-FFF2-40B4-BE49-F238E27FC236}">
                <a16:creationId xmlns:a16="http://schemas.microsoft.com/office/drawing/2014/main" id="{5B050231-BC22-D519-3BEE-4EB533B0E744}"/>
              </a:ext>
            </a:extLst>
          </p:cNvPr>
          <p:cNvSpPr txBox="1"/>
          <p:nvPr/>
        </p:nvSpPr>
        <p:spPr>
          <a:xfrm>
            <a:off x="1999526" y="2098858"/>
            <a:ext cx="6382474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Flow-Based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− scans packets in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real-time they pass through without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buffering, providing faster performance but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less in-depth analysis</a:t>
            </a: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Proxy-Based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− buffers and rebuilds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entire files or messages before inspecting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them, offering more thorough analysis and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more actions, but at the cost of higher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latency and resource usage</a:t>
            </a: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Signature-based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− 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detection in FortiGate </a:t>
            </a:r>
          </a:p>
          <a:p>
            <a:pPr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(and most antivirus engines) works</a:t>
            </a:r>
          </a:p>
          <a:p>
            <a:pPr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by matching known malicious patterns</a:t>
            </a:r>
            <a:endParaRPr lang="en-US" sz="2000" spc="84" dirty="0">
              <a:solidFill>
                <a:srgbClr val="000000"/>
              </a:solidFill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</p:spTree>
    <p:extLst>
      <p:ext uri="{BB962C8B-B14F-4D97-AF65-F5344CB8AC3E}">
        <p14:creationId xmlns:p14="http://schemas.microsoft.com/office/powerpoint/2010/main" val="193661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1201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999526" y="2098858"/>
            <a:ext cx="6382474" cy="7078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Proxy-Based Mode 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– all features with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the letter     are added in this mode (more features exist)</a:t>
            </a: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MAPI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− Allows FortiGate to inspect and scan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email attachments and content sent over MAPI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for malware or threats, supported in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proxy-based antivirus mode (from FortiOS 6.2+)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FortiGate can scan email traffic using protocols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POP3 / IMAP / SMTP − traditional email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protocols.</a:t>
            </a: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SSH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− Allows FortiGate to inspect and block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certain commands (e.g. SCP file transfer)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Content Disarm and Reconstruction − Strips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potentially malicious active content from files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(like macros, scripts, embedded links).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Reconstructs a "clean" version of the file for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the user. (Microsoft Office docs, PDFs, RTF,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file images − limited), Deliver the clean version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of the file to the user while the infected one was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discarded or quarantined.</a:t>
            </a: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F289673-5969-47F7-7DE7-C406BFB07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417648"/>
            <a:ext cx="314325" cy="2857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59577BA-9BCD-1518-194E-F3F5C2995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995" y="1360411"/>
            <a:ext cx="6805838" cy="6775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A686D-4117-3D99-CA80-BB2403B8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82E570-A596-FB3D-1238-6537E9988BA0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52BF0A9-0023-D6DE-F423-C740ADCC8F92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9BB5EDFD-F0D6-4B1F-9B64-A069DEA2B29B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35FF3CE8-BFAD-EE97-2C1C-2C6C5AE309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0A6EBDF-34D6-091E-A203-F5223EB6095A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8CB3BB54-256C-5DA4-7294-55EDF2F72B9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0188549-5F5D-650F-3432-AB339872C2D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C83F379-8772-7CEC-5D89-F0E8E9072D8D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3F0371A-2383-8CCE-FD62-F8EA84AFA3F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CDDF9DC-A19C-B14E-11A4-2E6F07B4D8D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AE2BDD98-E75C-A2FE-31D9-3960B3C566D3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0D6572CC-78E3-05E6-CC17-169B4EF249D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DE9B11D-D8B1-3B67-8733-39ACE2BC06D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D5872DB-6541-DDB2-021F-658ECCAA950F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5F12ED80-DAB6-5F0B-50A0-C61FBFCF2B0B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001622D-51B4-7EFE-BD82-F6F126E414B4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CE8E7D84-9983-BAE0-522F-C13F5288614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9B4E44A-9F65-5AE0-F63E-BBCB8470DF46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33536EF-3819-0479-4A30-D95C171D5185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E031E313-54AC-748E-2E40-EBD73CA8D5D4}"/>
              </a:ext>
            </a:extLst>
          </p:cNvPr>
          <p:cNvSpPr txBox="1"/>
          <p:nvPr/>
        </p:nvSpPr>
        <p:spPr>
          <a:xfrm>
            <a:off x="1999526" y="2098858"/>
            <a:ext cx="6382474" cy="5232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Antivirus scan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− should be at least one protocol active to be applied, whatever the mode of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operation is applied (Flow-based / Proxy-based)</a:t>
            </a: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Advanced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Options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– Heuristics: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detects unknown or zero-day malware by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analyzing behavior and patterns, Adds an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extra layer of detection beyond signature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matching.</a:t>
            </a:r>
          </a:p>
          <a:p>
            <a:pPr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Extended Threat Database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: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Use a larger, more comprehensive database of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virus signatures from FortiGuard, which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increases detection rate, especially for lesser-known or region-specific threats, but slightly 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higher resource usage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0C51BA4-D310-25CC-20E0-DB1129C2E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649" y="1494854"/>
            <a:ext cx="6663233" cy="654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5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D9163-FDC4-5C16-A165-588CCE61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31FB359-27EB-0007-EBB8-18A1E2B79FB1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4BA79A7-881F-561C-682D-83DBC9CAEDD6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637059E8-45F5-FF48-8086-B3F5FB1C3038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B188B5FC-22E1-87E4-214B-EEE503A7A2B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2BCE363-D146-ADA5-4E24-42BDD3817E56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154133F-77A8-0110-43D5-5C6E5399A15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24FFED7-D9DD-EFFA-A052-3ACF698FE40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93A51D6-2E0D-73CC-6070-B888C16C6EFA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009B6A4-D810-ED08-DD34-96CA0BD3251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812C20E-4BBE-FE73-9725-146F111D4FA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9C823170-D8AF-3A3F-8914-1400DA56FD71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EC4DDAD-980A-FA32-1401-20D0E6F54CA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1CF0017-D3DC-71E7-3C6B-046B426A12F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4775362E-BAAB-994C-7662-07A2BEB02186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BE655748-B526-490C-5CE1-3459DC4EFA04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BCEBE5C-3DD2-021A-7754-0C4B325E5057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C42D9886-4A70-3DD7-73ED-B046FE68185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0F2386-8F8B-A6B0-CE8B-31A3CF28E771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473E6C49-BDBE-36F2-ACE1-0AC5790D313E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27290B5D-6004-FEDD-68A6-C3F02C25D7B6}"/>
              </a:ext>
            </a:extLst>
          </p:cNvPr>
          <p:cNvSpPr txBox="1"/>
          <p:nvPr/>
        </p:nvSpPr>
        <p:spPr>
          <a:xfrm>
            <a:off x="1813640" y="4455616"/>
            <a:ext cx="638247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Here Antivirus basically blocked the file as it scanned the behavior of the file downloaded “tested file from eicar.org” and it was blocked as it is malware file </a:t>
            </a: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AEC8ED-DC3D-A2E9-1E22-83433628A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104" y="4023273"/>
            <a:ext cx="4991797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269AC-F3BE-933A-F153-687C3395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D9957F-AE79-137A-0225-C873EA15098E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DDDB3B-1D48-A0DE-569D-0A56820327B6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06D8AB2-09FD-2AFD-B206-B773DA412642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395B1A4-67FD-C86E-3143-9077702E3452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B2E55FC-8875-A7BA-1B48-887506973D5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E0A5154-908D-98A3-94D0-B7B6DD0746F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EE2B16F-8D2F-FA3F-3E31-BC192C37FB34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39851E7-450A-E46C-9FA2-E55BE61536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153C9B9-E600-62CD-25B3-B83B55AF8EB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9BE5E4A-13DB-6478-3D73-028288CC382D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576F1ED-8942-70A8-46BA-E96FC7CB4C4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06362C-345A-77AC-5918-B2CA4B921ED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4D8178A-12FB-603F-3EA2-237A3C4D9D37}"/>
              </a:ext>
            </a:extLst>
          </p:cNvPr>
          <p:cNvGrpSpPr/>
          <p:nvPr/>
        </p:nvGrpSpPr>
        <p:grpSpPr>
          <a:xfrm>
            <a:off x="1335296" y="1956679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C1F0FBF-54F6-64DF-48CC-8A60348A74DA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6A38A43-11E4-66AB-8199-AFD1563804F6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DFD042DC-433B-58BC-85C4-A8066F970548}"/>
              </a:ext>
            </a:extLst>
          </p:cNvPr>
          <p:cNvSpPr/>
          <p:nvPr/>
        </p:nvSpPr>
        <p:spPr>
          <a:xfrm>
            <a:off x="8446822" y="4271612"/>
            <a:ext cx="1394355" cy="1743775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52">
            <a:extLst>
              <a:ext uri="{FF2B5EF4-FFF2-40B4-BE49-F238E27FC236}">
                <a16:creationId xmlns:a16="http://schemas.microsoft.com/office/drawing/2014/main" id="{D318FE8F-9021-BD7D-C765-9616DE06A4DA}"/>
              </a:ext>
            </a:extLst>
          </p:cNvPr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 Filter Profile</a:t>
            </a:r>
          </a:p>
        </p:txBody>
      </p:sp>
    </p:spTree>
    <p:extLst>
      <p:ext uri="{BB962C8B-B14F-4D97-AF65-F5344CB8AC3E}">
        <p14:creationId xmlns:p14="http://schemas.microsoft.com/office/powerpoint/2010/main" val="275239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8DA1F-1CC5-232D-7B12-30BEE5D9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9B75D0A-7842-1B40-5493-7D30F98F67F5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6DE90C9-D10C-4E91-DC42-C77B5F6E27D1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FE19CA1-9532-0159-7686-877E83D4856F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77F735E-3818-253D-DCF9-6AD9FD9C52B8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2875585-4A72-388C-015F-7DAC50C6BD3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8F03DB1-ADD0-6A7A-8F88-82C6219F91E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E4F0979-C667-4CB2-A4B5-118B73E5776E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D6CF3FB-A0C0-21B0-4F75-3378D94C71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DA716C6-5FF1-8EF8-7F1B-C0E049B8EAC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210174-AC0C-E437-0E38-4BB4DFA58BD0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77A03EE-EF9F-D16E-F532-5D87DF4AE3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3A768D0-8EF4-1D1D-3818-93A998226A3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68B2EE6-60F5-DE24-4316-9F4560202680}"/>
              </a:ext>
            </a:extLst>
          </p:cNvPr>
          <p:cNvGrpSpPr/>
          <p:nvPr/>
        </p:nvGrpSpPr>
        <p:grpSpPr>
          <a:xfrm>
            <a:off x="1335296" y="1956679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21205D8-79E7-74ED-79BC-F08F1CE85FBB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E2B7AA4-E806-4197-87EF-3CFA3D05D4C1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Freeform 60">
            <a:extLst>
              <a:ext uri="{FF2B5EF4-FFF2-40B4-BE49-F238E27FC236}">
                <a16:creationId xmlns:a16="http://schemas.microsoft.com/office/drawing/2014/main" id="{34A41FEF-83D5-2D53-5D0A-A19121DC5F9D}"/>
              </a:ext>
            </a:extLst>
          </p:cNvPr>
          <p:cNvSpPr/>
          <p:nvPr/>
        </p:nvSpPr>
        <p:spPr>
          <a:xfrm>
            <a:off x="7704290" y="4288883"/>
            <a:ext cx="2125510" cy="1709234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52">
            <a:extLst>
              <a:ext uri="{FF2B5EF4-FFF2-40B4-BE49-F238E27FC236}">
                <a16:creationId xmlns:a16="http://schemas.microsoft.com/office/drawing/2014/main" id="{A17D50A4-32D1-698B-6A9E-8690A0576727}"/>
              </a:ext>
            </a:extLst>
          </p:cNvPr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 Filter Profile</a:t>
            </a:r>
          </a:p>
        </p:txBody>
      </p:sp>
    </p:spTree>
    <p:extLst>
      <p:ext uri="{BB962C8B-B14F-4D97-AF65-F5344CB8AC3E}">
        <p14:creationId xmlns:p14="http://schemas.microsoft.com/office/powerpoint/2010/main" val="345447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FC905-1DC6-6060-55AE-F1FC06D4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51428B-C325-C824-6088-770F9BA798C1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165C0F6-41A0-2871-A0CB-347FF8E7897D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3E3B1BA-11F8-D783-B43F-267E2F1EAA9D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82C1D4B-707C-5C02-7D60-8AB93E1E4682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44AC5B2-D873-6052-F630-F6B256FB4DB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7F16CF1-CCB9-6898-7002-C8D473BF4E2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72D0360-D34B-A783-D6A9-5CB23B14C7E7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6A53306-CA93-9660-D09F-2D453DE0AB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E309EEB-E104-AEBF-AE78-C18BD7F9A73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D63A73B-D8FF-0742-E367-7F4DC205824F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164D82E-49F1-BC96-EA7E-90576D98ABF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CF15166-6C99-CAA2-A4FA-61AB3B3FFF8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B1F0E97-A8D4-9734-74AD-1EF92711B060}"/>
              </a:ext>
            </a:extLst>
          </p:cNvPr>
          <p:cNvGrpSpPr/>
          <p:nvPr/>
        </p:nvGrpSpPr>
        <p:grpSpPr>
          <a:xfrm>
            <a:off x="1335296" y="1956679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A88FCB5-2267-42B9-B080-D4FFD4C744DD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1C75FDE-754C-ED41-4E38-17F132F63239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8" name="AutoShape 18">
            <a:extLst>
              <a:ext uri="{FF2B5EF4-FFF2-40B4-BE49-F238E27FC236}">
                <a16:creationId xmlns:a16="http://schemas.microsoft.com/office/drawing/2014/main" id="{4671A89D-EC48-A544-3C97-CB2235AD3CB9}"/>
              </a:ext>
            </a:extLst>
          </p:cNvPr>
          <p:cNvSpPr/>
          <p:nvPr/>
        </p:nvSpPr>
        <p:spPr>
          <a:xfrm flipV="1">
            <a:off x="1427998" y="5133975"/>
            <a:ext cx="1541949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7A2BBF2-1AFD-6226-3139-50B8D8485BA3}"/>
              </a:ext>
            </a:extLst>
          </p:cNvPr>
          <p:cNvSpPr txBox="1"/>
          <p:nvPr/>
        </p:nvSpPr>
        <p:spPr>
          <a:xfrm>
            <a:off x="5771543" y="6063566"/>
            <a:ext cx="6732407" cy="4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1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What is it?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AEA5459-D472-8A6D-2AD2-5C688C001378}"/>
              </a:ext>
            </a:extLst>
          </p:cNvPr>
          <p:cNvSpPr txBox="1"/>
          <p:nvPr/>
        </p:nvSpPr>
        <p:spPr>
          <a:xfrm>
            <a:off x="2736535" y="6902938"/>
            <a:ext cx="1280242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It is a protection module that controls and monitors web (HTTP/HTTPS) traffic.</a:t>
            </a:r>
            <a:endParaRPr kumimoji="0" lang="en-US" sz="2000" i="0" u="none" strike="noStrike" kern="1200" cap="none" spc="8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631E760F-60F3-8957-CF71-6462A05C4868}"/>
              </a:ext>
            </a:extLst>
          </p:cNvPr>
          <p:cNvSpPr/>
          <p:nvPr/>
        </p:nvSpPr>
        <p:spPr>
          <a:xfrm>
            <a:off x="9045045" y="4999923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52">
            <a:extLst>
              <a:ext uri="{FF2B5EF4-FFF2-40B4-BE49-F238E27FC236}">
                <a16:creationId xmlns:a16="http://schemas.microsoft.com/office/drawing/2014/main" id="{1B0DBF4B-87FD-2C87-DF4C-F83E450D67B5}"/>
              </a:ext>
            </a:extLst>
          </p:cNvPr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 Filter Profile</a:t>
            </a:r>
          </a:p>
        </p:txBody>
      </p:sp>
    </p:spTree>
    <p:extLst>
      <p:ext uri="{BB962C8B-B14F-4D97-AF65-F5344CB8AC3E}">
        <p14:creationId xmlns:p14="http://schemas.microsoft.com/office/powerpoint/2010/main" val="11428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EC88C-DBC5-0AB4-04F7-ACDA333D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5D219B-3691-79F1-831F-B30B865F1888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6628EBB-EB87-1CF8-E3BF-F9CF5DD6A5B2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A0133D6-22FC-3187-6E4F-8538EC97D3F1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AE9A165-9017-8397-D59B-E6AB1DD91899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A511E2B-280F-D8C1-1027-5784CDF8E25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A231181-746E-37F6-2ABF-C1DA4F52AB4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8AFE731-99D8-B735-C49D-BC3588F58A62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8302FD7-E0E3-00F4-E2F4-13F03E9B528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3B4188F-AFF1-F0EF-574B-11322C123D0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6431F25-140A-BF90-47B2-90BA40B16953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CD56D55-DF0C-F946-19F8-F08EBBB09D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F6CD8CC-1B1F-E884-0684-37CF35F267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AutoShape 14">
            <a:extLst>
              <a:ext uri="{FF2B5EF4-FFF2-40B4-BE49-F238E27FC236}">
                <a16:creationId xmlns:a16="http://schemas.microsoft.com/office/drawing/2014/main" id="{B97EF1C3-F7C5-E878-700C-CFD30F559A93}"/>
              </a:ext>
            </a:extLst>
          </p:cNvPr>
          <p:cNvSpPr/>
          <p:nvPr/>
        </p:nvSpPr>
        <p:spPr>
          <a:xfrm flipV="1">
            <a:off x="1028700" y="4260810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0BAFF6CD-27BA-654F-BC58-280D5D1D9A3B}"/>
              </a:ext>
            </a:extLst>
          </p:cNvPr>
          <p:cNvSpPr/>
          <p:nvPr/>
        </p:nvSpPr>
        <p:spPr>
          <a:xfrm flipV="1">
            <a:off x="1028700" y="2104778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59B04F34-94DE-19F2-D4AA-5549FD8D7289}"/>
              </a:ext>
            </a:extLst>
          </p:cNvPr>
          <p:cNvSpPr/>
          <p:nvPr/>
        </p:nvSpPr>
        <p:spPr>
          <a:xfrm>
            <a:off x="1028700" y="6836185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C753633-7E1C-EF3A-FDE0-40D65F8EA9A4}"/>
              </a:ext>
            </a:extLst>
          </p:cNvPr>
          <p:cNvGrpSpPr/>
          <p:nvPr/>
        </p:nvGrpSpPr>
        <p:grpSpPr>
          <a:xfrm>
            <a:off x="2199290" y="7225702"/>
            <a:ext cx="13951622" cy="1609166"/>
            <a:chOff x="0" y="0"/>
            <a:chExt cx="3674501" cy="42381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E8DE0DC-F5B6-503E-AC6D-467F7C4EEEBE}"/>
                </a:ext>
              </a:extLst>
            </p:cNvPr>
            <p:cNvSpPr/>
            <p:nvPr/>
          </p:nvSpPr>
          <p:spPr>
            <a:xfrm>
              <a:off x="0" y="0"/>
              <a:ext cx="3674501" cy="423813"/>
            </a:xfrm>
            <a:custGeom>
              <a:avLst/>
              <a:gdLst/>
              <a:ahLst/>
              <a:cxnLst/>
              <a:rect l="l" t="t" r="r" b="b"/>
              <a:pathLst>
                <a:path w="3674501" h="423813">
                  <a:moveTo>
                    <a:pt x="23306" y="0"/>
                  </a:moveTo>
                  <a:lnTo>
                    <a:pt x="3651195" y="0"/>
                  </a:lnTo>
                  <a:cubicBezTo>
                    <a:pt x="3657376" y="0"/>
                    <a:pt x="3663304" y="2455"/>
                    <a:pt x="3667675" y="6826"/>
                  </a:cubicBezTo>
                  <a:cubicBezTo>
                    <a:pt x="3672046" y="11197"/>
                    <a:pt x="3674501" y="17125"/>
                    <a:pt x="3674501" y="23306"/>
                  </a:cubicBezTo>
                  <a:lnTo>
                    <a:pt x="3674501" y="400507"/>
                  </a:lnTo>
                  <a:cubicBezTo>
                    <a:pt x="3674501" y="406688"/>
                    <a:pt x="3672046" y="412616"/>
                    <a:pt x="3667675" y="416987"/>
                  </a:cubicBezTo>
                  <a:cubicBezTo>
                    <a:pt x="3663304" y="421358"/>
                    <a:pt x="3657376" y="423813"/>
                    <a:pt x="3651195" y="423813"/>
                  </a:cubicBezTo>
                  <a:lnTo>
                    <a:pt x="23306" y="423813"/>
                  </a:lnTo>
                  <a:cubicBezTo>
                    <a:pt x="17125" y="423813"/>
                    <a:pt x="11197" y="421358"/>
                    <a:pt x="6826" y="416987"/>
                  </a:cubicBezTo>
                  <a:cubicBezTo>
                    <a:pt x="2455" y="412616"/>
                    <a:pt x="0" y="406688"/>
                    <a:pt x="0" y="400507"/>
                  </a:cubicBezTo>
                  <a:lnTo>
                    <a:pt x="0" y="23306"/>
                  </a:lnTo>
                  <a:cubicBezTo>
                    <a:pt x="0" y="17125"/>
                    <a:pt x="2455" y="11197"/>
                    <a:pt x="6826" y="6826"/>
                  </a:cubicBezTo>
                  <a:cubicBezTo>
                    <a:pt x="11197" y="2455"/>
                    <a:pt x="17125" y="0"/>
                    <a:pt x="2330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E4B4BA6-2DD1-590D-1C3B-8967F0A97881}"/>
                </a:ext>
              </a:extLst>
            </p:cNvPr>
            <p:cNvSpPr txBox="1"/>
            <p:nvPr/>
          </p:nvSpPr>
          <p:spPr>
            <a:xfrm>
              <a:off x="0" y="-38100"/>
              <a:ext cx="3674501" cy="461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C36025C-04B2-4051-006E-BDA8251187B1}"/>
              </a:ext>
            </a:extLst>
          </p:cNvPr>
          <p:cNvGrpSpPr/>
          <p:nvPr/>
        </p:nvGrpSpPr>
        <p:grpSpPr>
          <a:xfrm>
            <a:off x="1612789" y="7225702"/>
            <a:ext cx="1609166" cy="1609166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384F902-14C2-8C0A-7CB9-7C22BEC70B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214A58F-4271-1063-0AF6-843BC170FA9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A691020F-AD58-E737-DEEB-AC243BAFC495}"/>
              </a:ext>
            </a:extLst>
          </p:cNvPr>
          <p:cNvGrpSpPr/>
          <p:nvPr/>
        </p:nvGrpSpPr>
        <p:grpSpPr>
          <a:xfrm>
            <a:off x="15066045" y="7208629"/>
            <a:ext cx="1609166" cy="1609166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B0AE0C8-B749-678A-A42D-B01F6C458C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29262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AE336054-19D0-7320-4C89-91869DE5AC0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BB9E703D-70C8-B2BF-9845-AF75B05614AF}"/>
              </a:ext>
            </a:extLst>
          </p:cNvPr>
          <p:cNvSpPr/>
          <p:nvPr/>
        </p:nvSpPr>
        <p:spPr>
          <a:xfrm>
            <a:off x="1890309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A16B79FD-1354-B458-FCC4-FD6B3750C373}"/>
              </a:ext>
            </a:extLst>
          </p:cNvPr>
          <p:cNvSpPr/>
          <p:nvPr/>
        </p:nvSpPr>
        <p:spPr>
          <a:xfrm>
            <a:off x="15343565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93958D-06AB-335F-50A9-8E6095F41B73}"/>
              </a:ext>
            </a:extLst>
          </p:cNvPr>
          <p:cNvGrpSpPr/>
          <p:nvPr/>
        </p:nvGrpSpPr>
        <p:grpSpPr>
          <a:xfrm>
            <a:off x="5927395" y="7341010"/>
            <a:ext cx="1344406" cy="1344406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608F0F6-02C5-9ED6-8364-E52CDDBA3D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7ECE8783-4772-0E0A-F086-31E5612AE4E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5F421D0-967E-E209-21ED-DD0DCD9DB18C}"/>
              </a:ext>
            </a:extLst>
          </p:cNvPr>
          <p:cNvGrpSpPr/>
          <p:nvPr/>
        </p:nvGrpSpPr>
        <p:grpSpPr>
          <a:xfrm>
            <a:off x="7624226" y="7341010"/>
            <a:ext cx="1344406" cy="1344406"/>
            <a:chOff x="0" y="0"/>
            <a:chExt cx="812800" cy="8128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4218C28B-7282-F949-5AB4-FB18917EB2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11011CEF-AF78-FBE9-7C95-899D2AC71AB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A845818E-7A7A-66E2-6429-58E388CB30C9}"/>
              </a:ext>
            </a:extLst>
          </p:cNvPr>
          <p:cNvGrpSpPr/>
          <p:nvPr/>
        </p:nvGrpSpPr>
        <p:grpSpPr>
          <a:xfrm>
            <a:off x="9321057" y="7341010"/>
            <a:ext cx="1344406" cy="1344406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38C6666C-802F-31FD-E2B4-5E2B5D214D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7FAA7D06-96C1-CAC8-FE1B-0AE0EA90237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665A3316-9146-E14B-A58B-16370E67B6B6}"/>
              </a:ext>
            </a:extLst>
          </p:cNvPr>
          <p:cNvGrpSpPr/>
          <p:nvPr/>
        </p:nvGrpSpPr>
        <p:grpSpPr>
          <a:xfrm>
            <a:off x="11017887" y="7341010"/>
            <a:ext cx="1344406" cy="1344406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DF76AF06-DF0C-DE96-146F-3673866DD59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9D8BFAD3-5493-BC63-0E23-D5A84F744FA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BA769300-C44A-992C-EC0D-21EB235AA81B}"/>
              </a:ext>
            </a:extLst>
          </p:cNvPr>
          <p:cNvGrpSpPr/>
          <p:nvPr/>
        </p:nvGrpSpPr>
        <p:grpSpPr>
          <a:xfrm>
            <a:off x="12714718" y="7341010"/>
            <a:ext cx="1344406" cy="1344406"/>
            <a:chOff x="0" y="0"/>
            <a:chExt cx="812800" cy="81280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06B2B72E-F1A4-2FB5-1E77-8246918E7E3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2016DA96-514D-32C0-59B6-29DF8148F76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A650373D-9843-B9B3-E2D3-90F442D46DBA}"/>
              </a:ext>
            </a:extLst>
          </p:cNvPr>
          <p:cNvGrpSpPr/>
          <p:nvPr/>
        </p:nvGrpSpPr>
        <p:grpSpPr>
          <a:xfrm>
            <a:off x="4228876" y="7341010"/>
            <a:ext cx="1344406" cy="1344406"/>
            <a:chOff x="0" y="0"/>
            <a:chExt cx="812800" cy="81280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66F52DC4-C641-F12C-FCAA-637FC255855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D2E63AE7-AA80-2AE3-FD15-BA210BDE8AF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Freeform 46">
            <a:extLst>
              <a:ext uri="{FF2B5EF4-FFF2-40B4-BE49-F238E27FC236}">
                <a16:creationId xmlns:a16="http://schemas.microsoft.com/office/drawing/2014/main" id="{BD68B671-3847-8368-E650-D2BBF5A9EFD4}"/>
              </a:ext>
            </a:extLst>
          </p:cNvPr>
          <p:cNvSpPr/>
          <p:nvPr/>
        </p:nvSpPr>
        <p:spPr>
          <a:xfrm>
            <a:off x="4574044" y="7573433"/>
            <a:ext cx="654071" cy="879558"/>
          </a:xfrm>
          <a:custGeom>
            <a:avLst/>
            <a:gdLst/>
            <a:ahLst/>
            <a:cxnLst/>
            <a:rect l="l" t="t" r="r" b="b"/>
            <a:pathLst>
              <a:path w="654071" h="879558">
                <a:moveTo>
                  <a:pt x="0" y="0"/>
                </a:moveTo>
                <a:lnTo>
                  <a:pt x="654071" y="0"/>
                </a:lnTo>
                <a:lnTo>
                  <a:pt x="654071" y="879558"/>
                </a:lnTo>
                <a:lnTo>
                  <a:pt x="0" y="8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222F8652-4556-2394-2503-DDC4749E2C8B}"/>
              </a:ext>
            </a:extLst>
          </p:cNvPr>
          <p:cNvSpPr/>
          <p:nvPr/>
        </p:nvSpPr>
        <p:spPr>
          <a:xfrm>
            <a:off x="6224886" y="7660417"/>
            <a:ext cx="747736" cy="705591"/>
          </a:xfrm>
          <a:custGeom>
            <a:avLst/>
            <a:gdLst/>
            <a:ahLst/>
            <a:cxnLst/>
            <a:rect l="l" t="t" r="r" b="b"/>
            <a:pathLst>
              <a:path w="747736" h="705591">
                <a:moveTo>
                  <a:pt x="0" y="0"/>
                </a:moveTo>
                <a:lnTo>
                  <a:pt x="747736" y="0"/>
                </a:lnTo>
                <a:lnTo>
                  <a:pt x="747736" y="705591"/>
                </a:lnTo>
                <a:lnTo>
                  <a:pt x="0" y="705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8EEA47CE-F412-80BB-0B94-4483A62E26BD}"/>
              </a:ext>
            </a:extLst>
          </p:cNvPr>
          <p:cNvSpPr/>
          <p:nvPr/>
        </p:nvSpPr>
        <p:spPr>
          <a:xfrm>
            <a:off x="7899672" y="7490462"/>
            <a:ext cx="793515" cy="942620"/>
          </a:xfrm>
          <a:custGeom>
            <a:avLst/>
            <a:gdLst/>
            <a:ahLst/>
            <a:cxnLst/>
            <a:rect l="l" t="t" r="r" b="b"/>
            <a:pathLst>
              <a:path w="793515" h="942620">
                <a:moveTo>
                  <a:pt x="0" y="0"/>
                </a:moveTo>
                <a:lnTo>
                  <a:pt x="793514" y="0"/>
                </a:lnTo>
                <a:lnTo>
                  <a:pt x="793514" y="942620"/>
                </a:lnTo>
                <a:lnTo>
                  <a:pt x="0" y="942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F05AB556-E835-2772-5E12-88F5E6C901B6}"/>
              </a:ext>
            </a:extLst>
          </p:cNvPr>
          <p:cNvSpPr/>
          <p:nvPr/>
        </p:nvSpPr>
        <p:spPr>
          <a:xfrm>
            <a:off x="9627344" y="7664369"/>
            <a:ext cx="731831" cy="731831"/>
          </a:xfrm>
          <a:custGeom>
            <a:avLst/>
            <a:gdLst/>
            <a:ahLst/>
            <a:cxnLst/>
            <a:rect l="l" t="t" r="r" b="b"/>
            <a:pathLst>
              <a:path w="731831" h="731831">
                <a:moveTo>
                  <a:pt x="0" y="0"/>
                </a:moveTo>
                <a:lnTo>
                  <a:pt x="731831" y="0"/>
                </a:lnTo>
                <a:lnTo>
                  <a:pt x="731831" y="731831"/>
                </a:lnTo>
                <a:lnTo>
                  <a:pt x="0" y="7318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F0E1341F-AF78-10CA-EDC2-209EFD066484}"/>
              </a:ext>
            </a:extLst>
          </p:cNvPr>
          <p:cNvSpPr/>
          <p:nvPr/>
        </p:nvSpPr>
        <p:spPr>
          <a:xfrm>
            <a:off x="11269544" y="7689009"/>
            <a:ext cx="841093" cy="648406"/>
          </a:xfrm>
          <a:custGeom>
            <a:avLst/>
            <a:gdLst/>
            <a:ahLst/>
            <a:cxnLst/>
            <a:rect l="l" t="t" r="r" b="b"/>
            <a:pathLst>
              <a:path w="841093" h="648406">
                <a:moveTo>
                  <a:pt x="0" y="0"/>
                </a:moveTo>
                <a:lnTo>
                  <a:pt x="841093" y="0"/>
                </a:lnTo>
                <a:lnTo>
                  <a:pt x="841093" y="648407"/>
                </a:lnTo>
                <a:lnTo>
                  <a:pt x="0" y="648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reeform 51">
            <a:extLst>
              <a:ext uri="{FF2B5EF4-FFF2-40B4-BE49-F238E27FC236}">
                <a16:creationId xmlns:a16="http://schemas.microsoft.com/office/drawing/2014/main" id="{72C2BFB1-4EF1-017E-D233-9317C8180D93}"/>
              </a:ext>
            </a:extLst>
          </p:cNvPr>
          <p:cNvSpPr/>
          <p:nvPr/>
        </p:nvSpPr>
        <p:spPr>
          <a:xfrm>
            <a:off x="12962368" y="7602255"/>
            <a:ext cx="827937" cy="821915"/>
          </a:xfrm>
          <a:custGeom>
            <a:avLst/>
            <a:gdLst/>
            <a:ahLst/>
            <a:cxnLst/>
            <a:rect l="l" t="t" r="r" b="b"/>
            <a:pathLst>
              <a:path w="827937" h="821915">
                <a:moveTo>
                  <a:pt x="0" y="0"/>
                </a:moveTo>
                <a:lnTo>
                  <a:pt x="827937" y="0"/>
                </a:lnTo>
                <a:lnTo>
                  <a:pt x="827937" y="821915"/>
                </a:lnTo>
                <a:lnTo>
                  <a:pt x="0" y="8219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99AC88B8-3C7D-AD02-465F-CB4664ECAF2E}"/>
              </a:ext>
            </a:extLst>
          </p:cNvPr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 Filter Profile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AFAA64CB-D676-71C6-8EA6-EAE616F43D51}"/>
              </a:ext>
            </a:extLst>
          </p:cNvPr>
          <p:cNvSpPr txBox="1"/>
          <p:nvPr/>
        </p:nvSpPr>
        <p:spPr>
          <a:xfrm>
            <a:off x="5777797" y="4662170"/>
            <a:ext cx="6732407" cy="46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Purpose</a:t>
            </a:r>
            <a:endParaRPr kumimoji="0" lang="en-US" sz="2799" b="0" i="0" u="none" strike="noStrike" kern="1200" cap="none" spc="14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84C198D0-F028-BC0D-C723-0957F00C8ECE}"/>
              </a:ext>
            </a:extLst>
          </p:cNvPr>
          <p:cNvSpPr txBox="1"/>
          <p:nvPr/>
        </p:nvSpPr>
        <p:spPr>
          <a:xfrm>
            <a:off x="2742788" y="5501542"/>
            <a:ext cx="1280242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 panose="020B0604020202020204" charset="0"/>
                <a:ea typeface="Inter Light" panose="020B0604020202020204" charset="0"/>
                <a:cs typeface="Inter Light"/>
                <a:sym typeface="Inter Light"/>
              </a:rPr>
              <a:t>−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It is used to block harmful websites, limit categories, enforce safe browsing, content filtering and apply URL filtering.</a:t>
            </a:r>
            <a:endParaRPr kumimoji="0" lang="en-US" sz="2000" i="0" u="none" strike="noStrike" kern="1200" cap="none" spc="8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80991701-F740-B5A8-7352-8B9DD3C454DB}"/>
              </a:ext>
            </a:extLst>
          </p:cNvPr>
          <p:cNvSpPr/>
          <p:nvPr/>
        </p:nvSpPr>
        <p:spPr>
          <a:xfrm>
            <a:off x="9045045" y="412675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Freeform 56">
            <a:extLst>
              <a:ext uri="{FF2B5EF4-FFF2-40B4-BE49-F238E27FC236}">
                <a16:creationId xmlns:a16="http://schemas.microsoft.com/office/drawing/2014/main" id="{6B7E41A0-8D19-A352-4B15-420B3EE00998}"/>
              </a:ext>
            </a:extLst>
          </p:cNvPr>
          <p:cNvSpPr/>
          <p:nvPr/>
        </p:nvSpPr>
        <p:spPr>
          <a:xfrm>
            <a:off x="9045045" y="6702835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95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2FA47-239D-9359-4F4F-7CB5A7EC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97488F-B180-04B7-6175-28FA57692B15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70CCDC6-D07E-BD75-3A6D-A2D9139A29C1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E1B48C-B05B-E4DF-DBC6-0128D946D58E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5345281-8F2E-E506-FA1E-7ABAB6187943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139BDC2-6230-5DFC-CADC-632585260A9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4DFD8C0-55E2-5305-814E-83547C5EC87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932E457-B9F9-AFE2-8FC5-24E863CBF488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6A3C2F1-9838-718F-D16D-D41F240947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9D79524-BA70-6B75-104C-E8E645986CE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AC4252E-14B3-0A35-4403-F24249D21CF7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2E97B43-114C-5C77-BF69-E3F609A469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336B1D1-020F-23DF-EA96-0D151610913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AutoShape 14">
            <a:extLst>
              <a:ext uri="{FF2B5EF4-FFF2-40B4-BE49-F238E27FC236}">
                <a16:creationId xmlns:a16="http://schemas.microsoft.com/office/drawing/2014/main" id="{0E4F4092-24E1-5AE2-E0F2-589FC16D7DE6}"/>
              </a:ext>
            </a:extLst>
          </p:cNvPr>
          <p:cNvSpPr/>
          <p:nvPr/>
        </p:nvSpPr>
        <p:spPr>
          <a:xfrm flipV="1">
            <a:off x="1028700" y="4260810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722B4C82-23D2-2097-AD1C-FF56846F4C4B}"/>
              </a:ext>
            </a:extLst>
          </p:cNvPr>
          <p:cNvSpPr/>
          <p:nvPr/>
        </p:nvSpPr>
        <p:spPr>
          <a:xfrm flipV="1">
            <a:off x="1028700" y="2104778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68BE5EA-09BD-E9DD-7714-1E52A7A7E4E1}"/>
              </a:ext>
            </a:extLst>
          </p:cNvPr>
          <p:cNvSpPr/>
          <p:nvPr/>
        </p:nvSpPr>
        <p:spPr>
          <a:xfrm>
            <a:off x="1028700" y="6836185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1F4A9D4-E981-B31D-9D8F-2C72AF1C99DF}"/>
              </a:ext>
            </a:extLst>
          </p:cNvPr>
          <p:cNvGrpSpPr/>
          <p:nvPr/>
        </p:nvGrpSpPr>
        <p:grpSpPr>
          <a:xfrm>
            <a:off x="2199290" y="7225702"/>
            <a:ext cx="13951622" cy="1609166"/>
            <a:chOff x="0" y="0"/>
            <a:chExt cx="3674501" cy="42381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810A016-DBE1-58A9-5915-824AFD9C2554}"/>
                </a:ext>
              </a:extLst>
            </p:cNvPr>
            <p:cNvSpPr/>
            <p:nvPr/>
          </p:nvSpPr>
          <p:spPr>
            <a:xfrm>
              <a:off x="0" y="0"/>
              <a:ext cx="3674501" cy="423813"/>
            </a:xfrm>
            <a:custGeom>
              <a:avLst/>
              <a:gdLst/>
              <a:ahLst/>
              <a:cxnLst/>
              <a:rect l="l" t="t" r="r" b="b"/>
              <a:pathLst>
                <a:path w="3674501" h="423813">
                  <a:moveTo>
                    <a:pt x="23306" y="0"/>
                  </a:moveTo>
                  <a:lnTo>
                    <a:pt x="3651195" y="0"/>
                  </a:lnTo>
                  <a:cubicBezTo>
                    <a:pt x="3657376" y="0"/>
                    <a:pt x="3663304" y="2455"/>
                    <a:pt x="3667675" y="6826"/>
                  </a:cubicBezTo>
                  <a:cubicBezTo>
                    <a:pt x="3672046" y="11197"/>
                    <a:pt x="3674501" y="17125"/>
                    <a:pt x="3674501" y="23306"/>
                  </a:cubicBezTo>
                  <a:lnTo>
                    <a:pt x="3674501" y="400507"/>
                  </a:lnTo>
                  <a:cubicBezTo>
                    <a:pt x="3674501" y="406688"/>
                    <a:pt x="3672046" y="412616"/>
                    <a:pt x="3667675" y="416987"/>
                  </a:cubicBezTo>
                  <a:cubicBezTo>
                    <a:pt x="3663304" y="421358"/>
                    <a:pt x="3657376" y="423813"/>
                    <a:pt x="3651195" y="423813"/>
                  </a:cubicBezTo>
                  <a:lnTo>
                    <a:pt x="23306" y="423813"/>
                  </a:lnTo>
                  <a:cubicBezTo>
                    <a:pt x="17125" y="423813"/>
                    <a:pt x="11197" y="421358"/>
                    <a:pt x="6826" y="416987"/>
                  </a:cubicBezTo>
                  <a:cubicBezTo>
                    <a:pt x="2455" y="412616"/>
                    <a:pt x="0" y="406688"/>
                    <a:pt x="0" y="400507"/>
                  </a:cubicBezTo>
                  <a:lnTo>
                    <a:pt x="0" y="23306"/>
                  </a:lnTo>
                  <a:cubicBezTo>
                    <a:pt x="0" y="17125"/>
                    <a:pt x="2455" y="11197"/>
                    <a:pt x="6826" y="6826"/>
                  </a:cubicBezTo>
                  <a:cubicBezTo>
                    <a:pt x="11197" y="2455"/>
                    <a:pt x="17125" y="0"/>
                    <a:pt x="2330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483CAF7-D98F-0581-D50F-EB1EEDAB805C}"/>
                </a:ext>
              </a:extLst>
            </p:cNvPr>
            <p:cNvSpPr txBox="1"/>
            <p:nvPr/>
          </p:nvSpPr>
          <p:spPr>
            <a:xfrm>
              <a:off x="0" y="-38100"/>
              <a:ext cx="3674501" cy="461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F9C213FD-5EE7-F34F-BA13-32162D7B59A3}"/>
              </a:ext>
            </a:extLst>
          </p:cNvPr>
          <p:cNvGrpSpPr/>
          <p:nvPr/>
        </p:nvGrpSpPr>
        <p:grpSpPr>
          <a:xfrm>
            <a:off x="1612789" y="7225702"/>
            <a:ext cx="1609166" cy="1609166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16AE81E-2226-9A74-5E41-5281180B36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B6E5E5A-C272-D348-2D59-33470A1B881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F27BBF4-97E5-CB20-FFCD-AC67E2BC7F92}"/>
              </a:ext>
            </a:extLst>
          </p:cNvPr>
          <p:cNvGrpSpPr/>
          <p:nvPr/>
        </p:nvGrpSpPr>
        <p:grpSpPr>
          <a:xfrm>
            <a:off x="15066045" y="7208629"/>
            <a:ext cx="1609166" cy="1609166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F5A7935-C52C-3F17-6003-1DD42D3CD42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29262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88D3A093-134A-5550-F9C2-11B84AC0CA5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8B7FA2AD-B686-22AA-B7AF-F8402D95A087}"/>
              </a:ext>
            </a:extLst>
          </p:cNvPr>
          <p:cNvSpPr/>
          <p:nvPr/>
        </p:nvSpPr>
        <p:spPr>
          <a:xfrm>
            <a:off x="1890309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FB772407-9BE4-1D88-F1C3-7CA122586059}"/>
              </a:ext>
            </a:extLst>
          </p:cNvPr>
          <p:cNvSpPr/>
          <p:nvPr/>
        </p:nvSpPr>
        <p:spPr>
          <a:xfrm>
            <a:off x="15343565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A233308-69D8-8850-B460-78968A647F21}"/>
              </a:ext>
            </a:extLst>
          </p:cNvPr>
          <p:cNvGrpSpPr/>
          <p:nvPr/>
        </p:nvGrpSpPr>
        <p:grpSpPr>
          <a:xfrm>
            <a:off x="5927395" y="7341010"/>
            <a:ext cx="1344406" cy="1344406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302CD61-D2A7-B763-C563-7ED0DF760F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BF542AD-809A-565D-47BD-D9F2EF98262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5A42B3C-59C6-013C-DA5B-3F2EC538BAE8}"/>
              </a:ext>
            </a:extLst>
          </p:cNvPr>
          <p:cNvGrpSpPr/>
          <p:nvPr/>
        </p:nvGrpSpPr>
        <p:grpSpPr>
          <a:xfrm>
            <a:off x="7624226" y="7341010"/>
            <a:ext cx="1344406" cy="1344406"/>
            <a:chOff x="0" y="0"/>
            <a:chExt cx="812800" cy="8128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1228E09-C69C-F19A-5883-DF534F3666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F205BB41-62CD-C28E-5412-705689BCA24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838D576B-C41D-D7FE-931B-ABEC3DF99554}"/>
              </a:ext>
            </a:extLst>
          </p:cNvPr>
          <p:cNvGrpSpPr/>
          <p:nvPr/>
        </p:nvGrpSpPr>
        <p:grpSpPr>
          <a:xfrm>
            <a:off x="9321057" y="7341010"/>
            <a:ext cx="1344406" cy="1344406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4B2BA110-3FEA-C294-C86E-E1BC95313A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FA3F120D-F2EF-475A-77B7-84D848B0E00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3A8087D4-BA59-E447-58DC-E7DD558B363F}"/>
              </a:ext>
            </a:extLst>
          </p:cNvPr>
          <p:cNvGrpSpPr/>
          <p:nvPr/>
        </p:nvGrpSpPr>
        <p:grpSpPr>
          <a:xfrm>
            <a:off x="11017887" y="7341010"/>
            <a:ext cx="1344406" cy="1344406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81E20617-8D31-DCEF-7918-93B09A544C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D0FA4135-EB65-C423-E3D9-34BAC21352C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9DA60FA9-2437-CE13-FC8F-800F09267174}"/>
              </a:ext>
            </a:extLst>
          </p:cNvPr>
          <p:cNvGrpSpPr/>
          <p:nvPr/>
        </p:nvGrpSpPr>
        <p:grpSpPr>
          <a:xfrm>
            <a:off x="12714718" y="7341010"/>
            <a:ext cx="1344406" cy="1344406"/>
            <a:chOff x="0" y="0"/>
            <a:chExt cx="812800" cy="81280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F9265CB0-7D69-1375-B03A-4728A3E1707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31D1938B-0805-2667-B1B8-262740198A0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54FA0AFE-857D-2598-3CB0-685E89033AB9}"/>
              </a:ext>
            </a:extLst>
          </p:cNvPr>
          <p:cNvGrpSpPr/>
          <p:nvPr/>
        </p:nvGrpSpPr>
        <p:grpSpPr>
          <a:xfrm>
            <a:off x="4228876" y="7341010"/>
            <a:ext cx="1344406" cy="1344406"/>
            <a:chOff x="0" y="0"/>
            <a:chExt cx="812800" cy="81280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26AB3E67-4AE7-E40A-95AA-254DEA3AC9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A5305BCE-1140-4562-3EF6-1368402910A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Freeform 46">
            <a:extLst>
              <a:ext uri="{FF2B5EF4-FFF2-40B4-BE49-F238E27FC236}">
                <a16:creationId xmlns:a16="http://schemas.microsoft.com/office/drawing/2014/main" id="{8BB31E3B-D897-8704-C910-B17B607DE9BC}"/>
              </a:ext>
            </a:extLst>
          </p:cNvPr>
          <p:cNvSpPr/>
          <p:nvPr/>
        </p:nvSpPr>
        <p:spPr>
          <a:xfrm>
            <a:off x="4574044" y="7573433"/>
            <a:ext cx="654071" cy="879558"/>
          </a:xfrm>
          <a:custGeom>
            <a:avLst/>
            <a:gdLst/>
            <a:ahLst/>
            <a:cxnLst/>
            <a:rect l="l" t="t" r="r" b="b"/>
            <a:pathLst>
              <a:path w="654071" h="879558">
                <a:moveTo>
                  <a:pt x="0" y="0"/>
                </a:moveTo>
                <a:lnTo>
                  <a:pt x="654071" y="0"/>
                </a:lnTo>
                <a:lnTo>
                  <a:pt x="654071" y="879558"/>
                </a:lnTo>
                <a:lnTo>
                  <a:pt x="0" y="8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9D1299E2-65F4-D4B2-DA9F-CA1776A7E36A}"/>
              </a:ext>
            </a:extLst>
          </p:cNvPr>
          <p:cNvSpPr/>
          <p:nvPr/>
        </p:nvSpPr>
        <p:spPr>
          <a:xfrm>
            <a:off x="6224886" y="7660417"/>
            <a:ext cx="747736" cy="705591"/>
          </a:xfrm>
          <a:custGeom>
            <a:avLst/>
            <a:gdLst/>
            <a:ahLst/>
            <a:cxnLst/>
            <a:rect l="l" t="t" r="r" b="b"/>
            <a:pathLst>
              <a:path w="747736" h="705591">
                <a:moveTo>
                  <a:pt x="0" y="0"/>
                </a:moveTo>
                <a:lnTo>
                  <a:pt x="747736" y="0"/>
                </a:lnTo>
                <a:lnTo>
                  <a:pt x="747736" y="705591"/>
                </a:lnTo>
                <a:lnTo>
                  <a:pt x="0" y="705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2353C977-1134-3F8E-619A-B2FDECC9090B}"/>
              </a:ext>
            </a:extLst>
          </p:cNvPr>
          <p:cNvSpPr/>
          <p:nvPr/>
        </p:nvSpPr>
        <p:spPr>
          <a:xfrm>
            <a:off x="7899672" y="7490462"/>
            <a:ext cx="793515" cy="942620"/>
          </a:xfrm>
          <a:custGeom>
            <a:avLst/>
            <a:gdLst/>
            <a:ahLst/>
            <a:cxnLst/>
            <a:rect l="l" t="t" r="r" b="b"/>
            <a:pathLst>
              <a:path w="793515" h="942620">
                <a:moveTo>
                  <a:pt x="0" y="0"/>
                </a:moveTo>
                <a:lnTo>
                  <a:pt x="793514" y="0"/>
                </a:lnTo>
                <a:lnTo>
                  <a:pt x="793514" y="942620"/>
                </a:lnTo>
                <a:lnTo>
                  <a:pt x="0" y="942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50B9E25D-B0D5-28F1-158F-C71A636924C2}"/>
              </a:ext>
            </a:extLst>
          </p:cNvPr>
          <p:cNvSpPr/>
          <p:nvPr/>
        </p:nvSpPr>
        <p:spPr>
          <a:xfrm>
            <a:off x="9627344" y="7664369"/>
            <a:ext cx="731831" cy="731831"/>
          </a:xfrm>
          <a:custGeom>
            <a:avLst/>
            <a:gdLst/>
            <a:ahLst/>
            <a:cxnLst/>
            <a:rect l="l" t="t" r="r" b="b"/>
            <a:pathLst>
              <a:path w="731831" h="731831">
                <a:moveTo>
                  <a:pt x="0" y="0"/>
                </a:moveTo>
                <a:lnTo>
                  <a:pt x="731831" y="0"/>
                </a:lnTo>
                <a:lnTo>
                  <a:pt x="731831" y="731831"/>
                </a:lnTo>
                <a:lnTo>
                  <a:pt x="0" y="7318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11F87806-62BE-18C2-5CD1-0517E40B7165}"/>
              </a:ext>
            </a:extLst>
          </p:cNvPr>
          <p:cNvSpPr/>
          <p:nvPr/>
        </p:nvSpPr>
        <p:spPr>
          <a:xfrm>
            <a:off x="11269544" y="7689009"/>
            <a:ext cx="841093" cy="648406"/>
          </a:xfrm>
          <a:custGeom>
            <a:avLst/>
            <a:gdLst/>
            <a:ahLst/>
            <a:cxnLst/>
            <a:rect l="l" t="t" r="r" b="b"/>
            <a:pathLst>
              <a:path w="841093" h="648406">
                <a:moveTo>
                  <a:pt x="0" y="0"/>
                </a:moveTo>
                <a:lnTo>
                  <a:pt x="841093" y="0"/>
                </a:lnTo>
                <a:lnTo>
                  <a:pt x="841093" y="648407"/>
                </a:lnTo>
                <a:lnTo>
                  <a:pt x="0" y="648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reeform 51">
            <a:extLst>
              <a:ext uri="{FF2B5EF4-FFF2-40B4-BE49-F238E27FC236}">
                <a16:creationId xmlns:a16="http://schemas.microsoft.com/office/drawing/2014/main" id="{BCA014EB-E881-15A3-B6AD-590924975B78}"/>
              </a:ext>
            </a:extLst>
          </p:cNvPr>
          <p:cNvSpPr/>
          <p:nvPr/>
        </p:nvSpPr>
        <p:spPr>
          <a:xfrm>
            <a:off x="12962368" y="7602255"/>
            <a:ext cx="827937" cy="821915"/>
          </a:xfrm>
          <a:custGeom>
            <a:avLst/>
            <a:gdLst/>
            <a:ahLst/>
            <a:cxnLst/>
            <a:rect l="l" t="t" r="r" b="b"/>
            <a:pathLst>
              <a:path w="827937" h="821915">
                <a:moveTo>
                  <a:pt x="0" y="0"/>
                </a:moveTo>
                <a:lnTo>
                  <a:pt x="827937" y="0"/>
                </a:lnTo>
                <a:lnTo>
                  <a:pt x="827937" y="821915"/>
                </a:lnTo>
                <a:lnTo>
                  <a:pt x="0" y="8219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56AE7095-66F7-3A9F-9A1C-4CA692840F75}"/>
              </a:ext>
            </a:extLst>
          </p:cNvPr>
          <p:cNvSpPr txBox="1"/>
          <p:nvPr/>
        </p:nvSpPr>
        <p:spPr>
          <a:xfrm>
            <a:off x="2168189" y="2330151"/>
            <a:ext cx="13951622" cy="137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 Filter Profile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A130A957-3252-3150-0117-8FAA0CC45C6B}"/>
              </a:ext>
            </a:extLst>
          </p:cNvPr>
          <p:cNvSpPr txBox="1"/>
          <p:nvPr/>
        </p:nvSpPr>
        <p:spPr>
          <a:xfrm>
            <a:off x="5777797" y="4533900"/>
            <a:ext cx="6732407" cy="46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Main Features</a:t>
            </a:r>
            <a:endParaRPr kumimoji="0" lang="en-US" sz="2799" b="0" i="0" u="none" strike="noStrike" kern="1200" cap="none" spc="14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CA6F3FEC-3DE1-2A2B-12F7-EF6FBA229061}"/>
              </a:ext>
            </a:extLst>
          </p:cNvPr>
          <p:cNvSpPr txBox="1"/>
          <p:nvPr/>
        </p:nvSpPr>
        <p:spPr>
          <a:xfrm>
            <a:off x="2742788" y="5295900"/>
            <a:ext cx="128024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 panose="020B0604020202020204" charset="0"/>
                <a:ea typeface="Inter Light" panose="020B0604020202020204" charset="0"/>
                <a:cs typeface="Inter Light"/>
                <a:sym typeface="Inter Light"/>
              </a:rPr>
              <a:t>−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 Light" panose="020B0604020202020204" charset="0"/>
                <a:ea typeface="Inter Light" panose="020B0604020202020204" charset="0"/>
                <a:cs typeface="+mn-cs"/>
              </a:rPr>
              <a:t>Flow-based or Proxy-based scanning</a:t>
            </a:r>
          </a:p>
          <a:p>
            <a:pPr marL="0" marR="0" lvl="0" indent="0" algn="l" defTabSz="914400" rtl="0" eaLnBrk="1" fontAlgn="auto" latinLnBrk="0" hangingPunct="1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                                                − URL Filtering</a:t>
            </a:r>
          </a:p>
          <a:p>
            <a:pPr marL="0" marR="0" lvl="0" indent="0" algn="l" defTabSz="914400" rtl="0" eaLnBrk="1" fontAlgn="auto" latinLnBrk="0" hangingPunct="1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                                                − Category-based Filtering</a:t>
            </a:r>
          </a:p>
          <a:p>
            <a:pPr lvl="0">
              <a:lnSpc>
                <a:spcPts val="2376"/>
              </a:lnSpc>
              <a:defRPr/>
            </a:pPr>
            <a:r>
              <a:rPr kumimoji="0" lang="en-US" sz="2000" b="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                                                − 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Web Content Filtering</a:t>
            </a:r>
            <a:endParaRPr kumimoji="0" lang="en-US" sz="2000" b="0" i="0" u="none" strike="noStrike" kern="1200" cap="none" spc="8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F32C5991-9F41-1BF2-BDD9-0C6FEE188F0E}"/>
              </a:ext>
            </a:extLst>
          </p:cNvPr>
          <p:cNvSpPr/>
          <p:nvPr/>
        </p:nvSpPr>
        <p:spPr>
          <a:xfrm>
            <a:off x="9045045" y="412675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Freeform 56">
            <a:extLst>
              <a:ext uri="{FF2B5EF4-FFF2-40B4-BE49-F238E27FC236}">
                <a16:creationId xmlns:a16="http://schemas.microsoft.com/office/drawing/2014/main" id="{7CF8AAE7-63B7-342A-1B6D-CB5E23EB9DAF}"/>
              </a:ext>
            </a:extLst>
          </p:cNvPr>
          <p:cNvSpPr/>
          <p:nvPr/>
        </p:nvSpPr>
        <p:spPr>
          <a:xfrm>
            <a:off x="9045045" y="6702835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82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1C7B9-6492-7218-94FF-33B14D047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3A90E9-B0BE-E2D5-C92F-6C29ADEE1BD3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F99A5B-EC78-34F9-625E-0C5FBD427F8C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E806456-DAD4-4FCB-6EE8-2F4ECA3E95DE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62467A5-0165-F63D-BB66-B78085221E9A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FEB3976-DBDB-9DA6-A38D-BDA0DB4B3C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1966E9A-DCF7-EA92-1E26-F1AAA5B1DF3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F7DB46D-FD50-205E-4DC2-B8497DED241D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F2777F7-39A5-FA69-E62E-16D63C81783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2887C3F-4C43-D1EB-3FBE-EF0F289C0B9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9B1C0A5-BDA5-4073-92ED-69D6C85EF07D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90DD9CF-5DFB-F53E-48E2-85F7DEAE1A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06E613F-6518-9225-E747-6D997FE538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AutoShape 14">
            <a:extLst>
              <a:ext uri="{FF2B5EF4-FFF2-40B4-BE49-F238E27FC236}">
                <a16:creationId xmlns:a16="http://schemas.microsoft.com/office/drawing/2014/main" id="{295F02D6-4A38-F672-D943-204ED4972DC1}"/>
              </a:ext>
            </a:extLst>
          </p:cNvPr>
          <p:cNvSpPr/>
          <p:nvPr/>
        </p:nvSpPr>
        <p:spPr>
          <a:xfrm flipV="1">
            <a:off x="1028700" y="5981700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E69A823-4BA5-929B-EF77-B9CC6FC63CF5}"/>
              </a:ext>
            </a:extLst>
          </p:cNvPr>
          <p:cNvSpPr/>
          <p:nvPr/>
        </p:nvSpPr>
        <p:spPr>
          <a:xfrm flipV="1">
            <a:off x="1028700" y="2104778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57502044-2D94-204D-006F-673F5170E9F8}"/>
              </a:ext>
            </a:extLst>
          </p:cNvPr>
          <p:cNvSpPr txBox="1"/>
          <p:nvPr/>
        </p:nvSpPr>
        <p:spPr>
          <a:xfrm>
            <a:off x="2278978" y="2330151"/>
            <a:ext cx="13951622" cy="2821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 Filter Profile</a:t>
            </a:r>
          </a:p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Policy/Config</a:t>
            </a:r>
          </a:p>
        </p:txBody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B13A7D2A-F0FD-AC91-3B86-D1085CE9DE0B}"/>
              </a:ext>
            </a:extLst>
          </p:cNvPr>
          <p:cNvSpPr/>
          <p:nvPr/>
        </p:nvSpPr>
        <p:spPr>
          <a:xfrm>
            <a:off x="9045045" y="5865997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2D94359B-3CE1-2D75-7E78-C79244D82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5953" y="1199047"/>
            <a:ext cx="3562847" cy="7906853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82B8301-04B2-36CB-583C-3A8F51615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81100"/>
            <a:ext cx="3991532" cy="7983064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78B6A36-9B45-646A-0E8F-48B0F164CF17}"/>
              </a:ext>
            </a:extLst>
          </p:cNvPr>
          <p:cNvCxnSpPr/>
          <p:nvPr/>
        </p:nvCxnSpPr>
        <p:spPr>
          <a:xfrm flipH="1">
            <a:off x="6400800" y="5524500"/>
            <a:ext cx="1981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A580FBA-AF35-0CDB-91F6-FC3E2C29A648}"/>
              </a:ext>
            </a:extLst>
          </p:cNvPr>
          <p:cNvCxnSpPr>
            <a:cxnSpLocks/>
          </p:cNvCxnSpPr>
          <p:nvPr/>
        </p:nvCxnSpPr>
        <p:spPr>
          <a:xfrm>
            <a:off x="9829800" y="5524500"/>
            <a:ext cx="1905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53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A72C7-863D-DB9A-629E-4A12F92B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4AD6C49-8AD2-D8D9-2854-25B379E40932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7DE9E08-9230-98B4-47CC-772CCA3294D1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378471F-3DFA-1C46-3CC4-6773BB85B6F8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F52E9281-4182-E891-9A93-423C1326837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4C852CA-EA24-F4DD-7017-7B633B5B4FD6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57AEC19-0C78-CA61-78E4-F9493C0C199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E92176EC-9C29-CDCB-EECF-BC763A9A1AA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01FB21B-042B-B738-0AC3-22973D2DB8ED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BF3C541-E98C-E823-A501-9B95026C62E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349213E-A4C7-1ACD-8742-A362E985883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630D95B-F78E-5121-355B-DEA3F0912699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E374C83-463A-A6FF-E555-08EFF603E68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A157075-75D1-6747-8812-2D90CEEB241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91A6E8E-3783-9C37-ABB6-F33694031EBF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17DC1B57-1CF3-8A2B-4556-B2A9A584995E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35BE4F9E-ED22-5996-E6A1-0CB43AE3E746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E459485-2006-69B9-CA76-E5D9EC42EC4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27BABB9-3EF7-E458-EC20-9362117305CA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7A894C7F-A420-AD1E-01D7-978CB93B7B2C}"/>
                </a:ext>
              </a:extLst>
            </p:cNvPr>
            <p:cNvSpPr txBox="1"/>
            <p:nvPr/>
          </p:nvSpPr>
          <p:spPr>
            <a:xfrm>
              <a:off x="1111201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93DC90C9-252D-958D-D0B2-D7D7301AE997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30">
            <a:extLst>
              <a:ext uri="{FF2B5EF4-FFF2-40B4-BE49-F238E27FC236}">
                <a16:creationId xmlns:a16="http://schemas.microsoft.com/office/drawing/2014/main" id="{DD641E4B-C3B6-899B-CF2A-84B830C7DBDD}"/>
              </a:ext>
            </a:extLst>
          </p:cNvPr>
          <p:cNvSpPr txBox="1"/>
          <p:nvPr/>
        </p:nvSpPr>
        <p:spPr>
          <a:xfrm>
            <a:off x="1999526" y="2098858"/>
            <a:ext cx="6382474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kumimoji="0" lang="en-US" sz="2000" b="1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FortiGuard Category 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− has pre-defined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Categories (default) &amp; pre-defined actions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Like block, monitor, allow, warning, 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Authenticate (username + password before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Access warned website).</a:t>
            </a:r>
            <a:endParaRPr kumimoji="0" lang="en-US" sz="2000" i="0" u="none" strike="noStrike" kern="1200" cap="none" spc="8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just" defTabSz="914400" rtl="0" eaLnBrk="1" fontAlgn="auto" latinLnBrk="0" hangingPunct="1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8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just" defTabSz="914400" rtl="0" eaLnBrk="1" fontAlgn="auto" latinLnBrk="0" hangingPunct="1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kumimoji="0" lang="en-US" sz="2000" b="1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Static URL Filter </a:t>
            </a: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– Highest Priority to filter</a:t>
            </a:r>
          </a:p>
          <a:p>
            <a:pPr marL="0" marR="0" lvl="0" indent="0" algn="just" defTabSz="914400" rtl="0" eaLnBrk="1" fontAlgn="auto" latinLnBrk="0" hangingPunct="1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Can added URL to take actions on specially,</a:t>
            </a:r>
          </a:p>
          <a:p>
            <a:pPr marL="0" marR="0" lvl="0" indent="0" algn="just" defTabSz="914400" rtl="0" eaLnBrk="1" fontAlgn="auto" latinLnBrk="0" hangingPunct="1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Type – Simple for (Domain Action Only)</a:t>
            </a:r>
          </a:p>
          <a:p>
            <a:pPr marL="0" marR="0" lvl="0" indent="0" algn="just" defTabSz="914400" rtl="0" eaLnBrk="1" fontAlgn="auto" latinLnBrk="0" hangingPunct="1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– Regular Expression (</a:t>
            </a:r>
            <a:r>
              <a:rPr kumimoji="0" lang="en-US" sz="2000" i="0" u="none" strike="noStrike" kern="1200" cap="none" spc="84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RegEx</a:t>
            </a: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)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(e.g. ^https?:\/\/(www\.)?</a:t>
            </a:r>
            <a:r>
              <a:rPr lang="en-US" sz="2000" spc="84" dirty="0" err="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youtube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\.com\/</a:t>
            </a:r>
            <a:r>
              <a:rPr lang="en-US" sz="2000" spc="84" dirty="0" err="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edu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.*)</a:t>
            </a:r>
          </a:p>
          <a:p>
            <a:pPr marL="0" marR="0" lvl="0" indent="0" algn="just" defTabSz="914400" rtl="0" eaLnBrk="1" fontAlgn="auto" latinLnBrk="0" hangingPunct="1"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–Action took on Bing.com of type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simple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as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this URL only but if something is in subdomain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or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another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URL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leads to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same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webpage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it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can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access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)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– Another Type and better is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Wildcard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as the</a:t>
            </a:r>
            <a:b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URL itself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plus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any subdomain for this domain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can be blocked so more secured than simple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9C8742-8EBF-D80D-C273-E514F1754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944" y="1291535"/>
            <a:ext cx="6362545" cy="763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E2AE6-F47C-FF22-E135-A22B1BAC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01090E-750C-A581-ACEC-F3B69602F9F7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F24E67EB-C19C-445E-586A-EC3E9B09A04D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3096E044-1E4E-A6F5-185B-FA790A638BD6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D298DD0E-7104-D82D-7F15-FE51B552D5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DE162AC-773E-C101-FBB9-276BBE329C6C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E277F8EA-0FCA-75C3-570F-DAED816D44F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001BBE2-B003-2287-3532-2CFACB33535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9019502-B94C-529B-4305-C64E1556FC5C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51C125F-58E0-8C2D-775C-9FAD1C6C6E5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1972B56-CC9C-0687-BEA9-6044DACEEB2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39D862A-7C7A-C555-D6B9-D98D54798449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24B132F6-D1E8-B1E2-7897-8176E49CEFF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7D2E568-7F51-721D-D220-5ECDA253050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019FDC2-2075-4D7A-9A0A-5C38BD0AB8AC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38B3FF0A-4450-0DFE-681A-7C0B42F35475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D9BBBA4-5F4C-B0E9-F2E8-E6C1B564C03D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D812125-C8D7-26C7-087A-B429EEC4795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0AD1367-760A-79EE-87E1-EA729205C4DB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E33B83FE-8DC1-E1FB-7EA0-F3630F61649F}"/>
                </a:ext>
              </a:extLst>
            </p:cNvPr>
            <p:cNvSpPr txBox="1"/>
            <p:nvPr/>
          </p:nvSpPr>
          <p:spPr>
            <a:xfrm>
              <a:off x="1111201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99B8B241-0BD2-D37C-0D4F-A55C8F74864E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TextBox 30">
            <a:extLst>
              <a:ext uri="{FF2B5EF4-FFF2-40B4-BE49-F238E27FC236}">
                <a16:creationId xmlns:a16="http://schemas.microsoft.com/office/drawing/2014/main" id="{735D1021-B3E1-2062-BBFB-7BF41850D930}"/>
              </a:ext>
            </a:extLst>
          </p:cNvPr>
          <p:cNvSpPr txBox="1"/>
          <p:nvPr/>
        </p:nvSpPr>
        <p:spPr>
          <a:xfrm>
            <a:off x="1999526" y="2098858"/>
            <a:ext cx="6382474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Actions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can be done are: 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– Exempt (Allow + Log ✓)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can pass anything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– Block (Block the URL + log ✓)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– Allow (Allow the URL + no log)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– Monitor (Allow the URL+ log ✓)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-here we used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Wildcard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type plus any   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subdomain of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canva.com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or </a:t>
            </a:r>
            <a:r>
              <a:rPr lang="en-US" sz="2000" u="sng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facebook.com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will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be blocked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- Block malicious URLs discovered 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 by Forti Sandbox if we use it auto block this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 URLs Discovered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Content Filter 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– to block the webpage or site by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finding the pattern, you insert to search for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If we add like </a:t>
            </a:r>
            <a:r>
              <a:rPr lang="en-US" sz="2000" spc="84" dirty="0" err="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albionOnline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(game website for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testing) so, </a:t>
            </a:r>
            <a:r>
              <a:rPr lang="en-US" sz="2000" spc="84" dirty="0" err="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itwill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find “</a:t>
            </a:r>
            <a:r>
              <a:rPr lang="en-US" sz="2000" spc="84" dirty="0" err="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albion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” + whatever it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comes after due to “*” it will block.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CFED564-F788-3920-5C64-6C40C6BB2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72" y="1360411"/>
            <a:ext cx="5031331" cy="398663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77EB98A-A395-3837-26DB-C21026E7E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473" y="5071169"/>
            <a:ext cx="5031330" cy="416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1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D98BD-9FC8-8058-5CA7-3F501B29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C86AB2-E38B-05A0-B21B-62D6C3D18842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C3A4FD3-F596-E103-F381-D430923B9697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5636A4A-B75B-C70A-E116-D71C9CB63716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E7665350-71FC-2A8E-4925-B0223E194BC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E37D146-B4EE-BEB6-ED27-0F93E723FBEB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2168AFB0-DFD3-C3EA-7185-A3E734A8FCB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E127F3CE-F400-0A9B-B90A-A1EE4ECDFAA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B75E54-C7C6-C026-1F16-673A4558A269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5D82CB8-493E-30EE-C706-31AB899A93B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1AE57E6-CBB6-06D6-2CA9-C3D443E343A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CCB7064-5C41-14A4-38C1-2F1B15388E89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6AE3F35-EE06-DAD7-BF9E-9230FE75E22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E36F87E-00AA-94BA-50BE-46EC131B237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97BAE5A-B25E-9E4A-DA60-9CEE0A965D46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94328FE1-6082-19B1-CE9D-FA8D86197B00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3345DD1E-E615-BD0B-CE9B-64F661FF619C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9A423A6-ABEA-C4D7-9E9A-0E26136BC3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BB55B65-C6A7-A9BF-39E8-ED3F0462967E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F7ED4C8-2125-DB1E-153D-E685631AF5CB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5BF3CFEB-4D38-1510-74F9-036EEB29DF45}"/>
              </a:ext>
            </a:extLst>
          </p:cNvPr>
          <p:cNvSpPr txBox="1"/>
          <p:nvPr/>
        </p:nvSpPr>
        <p:spPr>
          <a:xfrm>
            <a:off x="1999526" y="2098858"/>
            <a:ext cx="6382474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4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Keep in Mind!</a:t>
            </a:r>
          </a:p>
          <a:p>
            <a:pPr lvl="0" algn="just">
              <a:lnSpc>
                <a:spcPts val="2376"/>
              </a:lnSpc>
            </a:pPr>
            <a:endParaRPr lang="en-US" sz="2000" b="1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Certificate Inspection – </a:t>
            </a:r>
            <a:r>
              <a:rPr lang="en-US" sz="2000" spc="84" dirty="0">
                <a:solidFill>
                  <a:srgbClr val="000000"/>
                </a:solidFill>
                <a:latin typeface="Inter Light" panose="020B0604020202020204" charset="0"/>
                <a:ea typeface="Inter Light" panose="020B0604020202020204" charset="0"/>
                <a:cs typeface="Inter Light"/>
                <a:sym typeface="Inter Light"/>
              </a:rPr>
              <a:t>doesn’t decrypt the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 panose="020B0604020202020204" charset="0"/>
                <a:ea typeface="Inter Light" panose="020B0604020202020204" charset="0"/>
                <a:cs typeface="Inter Light"/>
                <a:sym typeface="Inter Light"/>
              </a:rPr>
              <a:t>  HTTPS traffic instead, 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it only checks the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certificate information of the HTTPS site:</a:t>
            </a:r>
          </a:p>
          <a:p>
            <a:pPr lvl="0" algn="just">
              <a:lnSpc>
                <a:spcPts val="2376"/>
              </a:lnSpc>
            </a:pPr>
            <a:endParaRPr lang="en-US" sz="2000" dirty="0">
              <a:latin typeface="Inter Light" panose="020B0604020202020204" charset="0"/>
              <a:ea typeface="Inter Light" panose="020B0604020202020204" charset="0"/>
            </a:endParaRP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- Domain name (CN/SAN)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- Issuer (CA used)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- Certificate expiration and category using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  SNI (Server Name Indication)</a:t>
            </a:r>
            <a:endParaRPr lang="en-US" sz="2000" spc="84" dirty="0">
              <a:solidFill>
                <a:srgbClr val="000000"/>
              </a:solidFill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Deep Inspection – 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decrypts HTTPS traffic, inspects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 it, then re-encrypts it. 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 acts like a “man-in-the-middle” proxy.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- Full URL path (not only domain)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- File downloads (PDF, EXE, ZIP, ..)</a:t>
            </a:r>
          </a:p>
          <a:p>
            <a:pPr lvl="0" algn="just">
              <a:lnSpc>
                <a:spcPts val="2376"/>
              </a:lnSpc>
            </a:pP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- Malware (via Antivirus)</a:t>
            </a:r>
          </a:p>
          <a:p>
            <a:pPr lvl="0" algn="just">
              <a:lnSpc>
                <a:spcPts val="2376"/>
              </a:lnSpc>
            </a:pP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- Web content (keywords or patterns)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- App control inside HTTPS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- Intrusion Prevention signatures (IPS)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8060092-F025-5300-03E5-0201F59F2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826" y="1235409"/>
            <a:ext cx="3765937" cy="41950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A972502-6F2C-D57D-DDDE-F29B3D1CA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5222" y="1252790"/>
            <a:ext cx="3707378" cy="411931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299D3F-2BD6-38ED-903B-425BEAA71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5403641"/>
            <a:ext cx="3479213" cy="37784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15907AF-09C4-5467-4A1C-E473A03F6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0" y="5430470"/>
            <a:ext cx="3636109" cy="369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2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8E9F6-3FB1-0F90-2C8E-E431E647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D91945-EC58-65AA-0214-F92E12D247BC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689090D-D13E-3B94-F98A-B301B4D5BA4A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3ADC1BC-05A9-FCFF-4C57-77C684826318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1BC112FA-376A-CAF7-E018-4440829901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AAC1967-4B80-35FF-570F-0AE438BD490B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1434DA46-3965-8305-E5C4-931A60ACCCB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6A0B3F9-B9F5-6CE7-A5A8-36CD709FCE6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FE62A29-2653-611E-F83A-C66029D5A5F2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35F431F-2FAC-5392-D001-20726FFAA7B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31972A3-D8D9-F7BD-E04D-305ACD0A4C9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64C5670D-C616-BA66-CDB1-343272594D1B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A834F89F-F361-2641-FD8B-DF286AE0D96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E9A2A24-A136-1BC0-9737-58DA5F1E840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621EE455-7D18-24C8-EF1A-7CFC72D659EE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86AC0DAD-704E-4ADF-CB46-D83232F993B9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02E7EBB3-8AD9-DB09-9156-25341B105090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D148650-7B2A-5D69-91AC-8BF0BCCDC04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B50A56B-3B29-C212-207D-51F05E0963AD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7C5FBD6-8F24-89CB-2066-5F3BDFF6E79A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C6C725F5-7671-80AA-480E-D128AD8E5F90}"/>
              </a:ext>
            </a:extLst>
          </p:cNvPr>
          <p:cNvSpPr txBox="1"/>
          <p:nvPr/>
        </p:nvSpPr>
        <p:spPr>
          <a:xfrm>
            <a:off x="1999526" y="2098858"/>
            <a:ext cx="6382474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Proxy- Based – </a:t>
            </a:r>
            <a:r>
              <a:rPr lang="en-US" sz="2000" spc="84" dirty="0">
                <a:solidFill>
                  <a:srgbClr val="000000"/>
                </a:solidFill>
                <a:latin typeface="Inter Light" panose="020B0604020202020204" charset="0"/>
                <a:ea typeface="Inter Light" panose="020B0604020202020204" charset="0"/>
                <a:cs typeface="Inter Light"/>
                <a:sym typeface="Inter Light"/>
              </a:rPr>
              <a:t>doesn’t decrypt the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 panose="020B0604020202020204" charset="0"/>
                <a:ea typeface="Inter Light" panose="020B0604020202020204" charset="0"/>
                <a:cs typeface="Inter Light"/>
                <a:sym typeface="Inter Light"/>
              </a:rPr>
              <a:t>  HTTPS traffic instead, 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it only checks the</a:t>
            </a:r>
          </a:p>
          <a:p>
            <a:pPr lvl="0" algn="just">
              <a:lnSpc>
                <a:spcPts val="2376"/>
              </a:lnSpc>
            </a:pPr>
            <a:endParaRPr lang="en-US" sz="2000" dirty="0">
              <a:latin typeface="Inter Light" panose="020B0604020202020204" charset="0"/>
              <a:ea typeface="Inter Light" panose="020B0604020202020204" charset="0"/>
            </a:endParaRP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- Restrict access to some sites in YouTube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- Log all keywords you searched with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  just by typing…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- Restrict some harmful or sexual and 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  so, on sites in google, yahoo, Bing.</a:t>
            </a:r>
          </a:p>
          <a:p>
            <a:pPr lvl="0" algn="just">
              <a:lnSpc>
                <a:spcPts val="2376"/>
              </a:lnSpc>
            </a:pPr>
            <a:endParaRPr lang="en-US" sz="2000" dirty="0">
              <a:latin typeface="Inter Light" panose="020B0604020202020204" charset="0"/>
              <a:ea typeface="Inter Light" panose="020B0604020202020204" charset="0"/>
            </a:endParaRP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Advanced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Options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–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Web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rating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Overrides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: Customize website categories manually.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Example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: Mark facebook.com as “Blocked”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or “Allowed” Gives full control beyond 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FortiGuard Database.</a:t>
            </a:r>
          </a:p>
          <a:p>
            <a:pPr lvl="0" algn="just">
              <a:lnSpc>
                <a:spcPts val="2376"/>
              </a:lnSpc>
            </a:pPr>
            <a:endParaRPr lang="en-US" sz="2000" dirty="0">
              <a:latin typeface="Inter Light" panose="020B0604020202020204" charset="0"/>
              <a:ea typeface="Inter Light" panose="020B0604020202020204" charset="0"/>
            </a:endParaRP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–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Web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Profile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</a:t>
            </a:r>
            <a:r>
              <a:rPr lang="en-US" sz="2000" b="1" dirty="0">
                <a:latin typeface="Inter Light" panose="020B0604020202020204" charset="0"/>
                <a:ea typeface="Inter Light" panose="020B0604020202020204" charset="0"/>
              </a:rPr>
              <a:t>Overrides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: Temporary or 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user-specific changes to web filtering.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Example: Allow a user to access a block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site for 1 hour. Adds flexibility without </a:t>
            </a: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changing the main policy</a:t>
            </a:r>
          </a:p>
          <a:p>
            <a:pPr lvl="0" algn="just">
              <a:lnSpc>
                <a:spcPts val="2376"/>
              </a:lnSpc>
            </a:pPr>
            <a:endParaRPr lang="en-US" sz="2000" dirty="0">
              <a:latin typeface="Inter Light" panose="020B0604020202020204" charset="0"/>
              <a:ea typeface="Inter Light" panose="020B0604020202020204" charset="0"/>
            </a:endParaRPr>
          </a:p>
          <a:p>
            <a:pPr lvl="0" algn="just">
              <a:lnSpc>
                <a:spcPts val="2376"/>
              </a:lnSpc>
            </a:pPr>
            <a:endParaRPr lang="en-US" sz="2000" dirty="0">
              <a:latin typeface="Inter Light" panose="020B0604020202020204" charset="0"/>
              <a:ea typeface="Inter Light" panose="020B0604020202020204" charset="0"/>
            </a:endParaRPr>
          </a:p>
          <a:p>
            <a:pPr lvl="0"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</a:t>
            </a: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EA63E60-BDC2-C160-436D-78162FD6B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638" y="1347066"/>
            <a:ext cx="5107420" cy="759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3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267CE-311F-229B-7226-B9FABD57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3426271-D3B6-ED9F-A135-665B63121A1D}"/>
              </a:ext>
            </a:extLst>
          </p:cNvPr>
          <p:cNvGrpSpPr/>
          <p:nvPr/>
        </p:nvGrpSpPr>
        <p:grpSpPr>
          <a:xfrm>
            <a:off x="1028700" y="1028700"/>
            <a:ext cx="15887700" cy="76962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C31B63E-6B23-74EB-0E3E-2A6632CE149E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02378E4-04E6-41D2-A99D-830D20CACE1B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F994CA0B-3A81-B916-4FF6-72B04B5BB73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A2AED8E-6EF5-314E-7E75-8232005E5A24}"/>
                </a:ext>
              </a:extLst>
            </p:cNvPr>
            <p:cNvSpPr txBox="1"/>
            <p:nvPr/>
          </p:nvSpPr>
          <p:spPr>
            <a:xfrm>
              <a:off x="567983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FB487D2-E3AC-216A-45EA-DF3C0CF93081}"/>
                </a:ext>
              </a:extLst>
            </p:cNvPr>
            <p:cNvSpPr txBox="1"/>
            <p:nvPr/>
          </p:nvSpPr>
          <p:spPr>
            <a:xfrm>
              <a:off x="1111201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CAD93A0B-C043-B69F-7255-EB2DD01634EC}"/>
                </a:ext>
              </a:extLst>
            </p:cNvPr>
            <p:cNvSpPr txBox="1"/>
            <p:nvPr/>
          </p:nvSpPr>
          <p:spPr>
            <a:xfrm>
              <a:off x="1655887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F7D673F-BC0F-0A0F-EA49-A639A46D61F7}"/>
              </a:ext>
            </a:extLst>
          </p:cNvPr>
          <p:cNvGrpSpPr/>
          <p:nvPr/>
        </p:nvGrpSpPr>
        <p:grpSpPr>
          <a:xfrm>
            <a:off x="9231352" y="884039"/>
            <a:ext cx="8027948" cy="8374261"/>
            <a:chOff x="0" y="-192881"/>
            <a:chExt cx="10703931" cy="11165681"/>
          </a:xfrm>
        </p:grpSpPr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AF86D87-71AB-B78D-2C7E-65735DC91160}"/>
                </a:ext>
              </a:extLst>
            </p:cNvPr>
            <p:cNvSpPr txBox="1"/>
            <p:nvPr/>
          </p:nvSpPr>
          <p:spPr>
            <a:xfrm>
              <a:off x="0" y="-192881"/>
              <a:ext cx="10703931" cy="1116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4E37E26-2F34-AF4A-D70B-93D88EC8B203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3BEF85B-323A-19CC-2EA0-9C8CE6913BFC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9301C688-B71A-1277-28D9-F8A6129BD667}"/>
              </a:ext>
            </a:extLst>
          </p:cNvPr>
          <p:cNvSpPr txBox="1"/>
          <p:nvPr/>
        </p:nvSpPr>
        <p:spPr>
          <a:xfrm>
            <a:off x="2111868" y="2145523"/>
            <a:ext cx="1590120" cy="353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4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LOGS!</a:t>
            </a:r>
            <a:r>
              <a:rPr lang="en-US" sz="2000" spc="84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</a:t>
            </a: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60A90AC8-6AB9-8BAA-A08F-B7FCA208C75F}"/>
              </a:ext>
            </a:extLst>
          </p:cNvPr>
          <p:cNvSpPr/>
          <p:nvPr/>
        </p:nvSpPr>
        <p:spPr>
          <a:xfrm>
            <a:off x="1427998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5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4F287F0E-B3B0-11E8-1C77-4246FFD44E8C}"/>
              </a:ext>
            </a:extLst>
          </p:cNvPr>
          <p:cNvSpPr/>
          <p:nvPr/>
        </p:nvSpPr>
        <p:spPr>
          <a:xfrm>
            <a:off x="1835411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C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66DBC7E-FEAA-7FB0-F06E-5B83D87F4E6B}"/>
              </a:ext>
            </a:extLst>
          </p:cNvPr>
          <p:cNvSpPr/>
          <p:nvPr/>
        </p:nvSpPr>
        <p:spPr>
          <a:xfrm>
            <a:off x="2243926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CF8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934860-0251-0560-B6B8-C08273647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270" y="3472298"/>
            <a:ext cx="13441651" cy="23911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C50040-B00A-8629-BD3B-8FB3FD9F5F8D}"/>
              </a:ext>
            </a:extLst>
          </p:cNvPr>
          <p:cNvSpPr txBox="1"/>
          <p:nvPr/>
        </p:nvSpPr>
        <p:spPr>
          <a:xfrm>
            <a:off x="13563600" y="2309666"/>
            <a:ext cx="160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Security Events</a:t>
            </a:r>
          </a:p>
        </p:txBody>
      </p:sp>
    </p:spTree>
    <p:extLst>
      <p:ext uri="{BB962C8B-B14F-4D97-AF65-F5344CB8AC3E}">
        <p14:creationId xmlns:p14="http://schemas.microsoft.com/office/powerpoint/2010/main" val="229318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BE08EB-39CD-6416-EC40-9B43C58AC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DA7033-7662-3E2D-0783-D8CAFEF203D8}"/>
              </a:ext>
            </a:extLst>
          </p:cNvPr>
          <p:cNvGrpSpPr/>
          <p:nvPr/>
        </p:nvGrpSpPr>
        <p:grpSpPr>
          <a:xfrm>
            <a:off x="1028700" y="1028700"/>
            <a:ext cx="15887700" cy="76962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B000E86-D5D7-ABBF-89F5-32E37B1DBDE2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24B21640-3C0D-5C6C-66D0-ECBBA403FBB4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FEE2514B-8DE0-C634-498B-45D05BED1A0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0F5C3AE-0B91-1240-B88A-59900A699FA5}"/>
                </a:ext>
              </a:extLst>
            </p:cNvPr>
            <p:cNvSpPr txBox="1"/>
            <p:nvPr/>
          </p:nvSpPr>
          <p:spPr>
            <a:xfrm>
              <a:off x="567983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7C696AC-D22A-BB67-6F6B-87FCE6F6B967}"/>
                </a:ext>
              </a:extLst>
            </p:cNvPr>
            <p:cNvSpPr txBox="1"/>
            <p:nvPr/>
          </p:nvSpPr>
          <p:spPr>
            <a:xfrm>
              <a:off x="1111201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19F8D1A-C2F8-A9C5-B179-208F7A224A5C}"/>
                </a:ext>
              </a:extLst>
            </p:cNvPr>
            <p:cNvSpPr txBox="1"/>
            <p:nvPr/>
          </p:nvSpPr>
          <p:spPr>
            <a:xfrm>
              <a:off x="1655887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CE0B6E3-76D3-7935-7802-8FB4557C5C58}"/>
              </a:ext>
            </a:extLst>
          </p:cNvPr>
          <p:cNvGrpSpPr/>
          <p:nvPr/>
        </p:nvGrpSpPr>
        <p:grpSpPr>
          <a:xfrm>
            <a:off x="9231352" y="884039"/>
            <a:ext cx="8027948" cy="8374261"/>
            <a:chOff x="0" y="-192881"/>
            <a:chExt cx="10703931" cy="11165681"/>
          </a:xfrm>
        </p:grpSpPr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9961D8D-D76B-5FD0-704B-72A873948956}"/>
                </a:ext>
              </a:extLst>
            </p:cNvPr>
            <p:cNvSpPr txBox="1"/>
            <p:nvPr/>
          </p:nvSpPr>
          <p:spPr>
            <a:xfrm>
              <a:off x="0" y="-192881"/>
              <a:ext cx="10703931" cy="1116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2671803-C084-A92A-6726-196B31BA4875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5D51D37-D4BE-2002-26D5-6A4176AC4043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D3D484BB-B8A6-D7B9-7FF4-A5770F704A3F}"/>
              </a:ext>
            </a:extLst>
          </p:cNvPr>
          <p:cNvSpPr txBox="1"/>
          <p:nvPr/>
        </p:nvSpPr>
        <p:spPr>
          <a:xfrm>
            <a:off x="2111868" y="2145523"/>
            <a:ext cx="1590120" cy="353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4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LOGS!</a:t>
            </a:r>
            <a:r>
              <a:rPr lang="en-US" sz="2000" spc="84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</a:t>
            </a: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F97DC55E-F960-4EBC-5D4F-89CF06623EEA}"/>
              </a:ext>
            </a:extLst>
          </p:cNvPr>
          <p:cNvSpPr/>
          <p:nvPr/>
        </p:nvSpPr>
        <p:spPr>
          <a:xfrm>
            <a:off x="1427998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5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C51FC32A-EE28-549F-6782-1458C97D0FF5}"/>
              </a:ext>
            </a:extLst>
          </p:cNvPr>
          <p:cNvSpPr/>
          <p:nvPr/>
        </p:nvSpPr>
        <p:spPr>
          <a:xfrm>
            <a:off x="1835411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C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A0B8AB01-DE3E-10EC-3F10-701C4E92DF68}"/>
              </a:ext>
            </a:extLst>
          </p:cNvPr>
          <p:cNvSpPr/>
          <p:nvPr/>
        </p:nvSpPr>
        <p:spPr>
          <a:xfrm>
            <a:off x="2243926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CF8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EA97DE-FD94-2DB2-0948-9A9BB255C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270" y="3165331"/>
            <a:ext cx="13507571" cy="19669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CD2BF2-A75B-B692-ECCA-01443A42B8B6}"/>
              </a:ext>
            </a:extLst>
          </p:cNvPr>
          <p:cNvSpPr txBox="1"/>
          <p:nvPr/>
        </p:nvSpPr>
        <p:spPr>
          <a:xfrm>
            <a:off x="9989594" y="2298814"/>
            <a:ext cx="631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 Traffic shows </a:t>
            </a:r>
            <a:r>
              <a:rPr lang="en-US" dirty="0">
                <a:solidFill>
                  <a:srgbClr val="FF0000"/>
                </a:solidFill>
              </a:rPr>
              <a:t>Working Day (Web Filter)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Firewall Policy</a:t>
            </a:r>
          </a:p>
        </p:txBody>
      </p:sp>
    </p:spTree>
    <p:extLst>
      <p:ext uri="{BB962C8B-B14F-4D97-AF65-F5344CB8AC3E}">
        <p14:creationId xmlns:p14="http://schemas.microsoft.com/office/powerpoint/2010/main" val="286617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944B7-7319-39D5-B3D9-3A641D52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0928E04-216D-9FE6-5A58-D6FC48069168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B40ACC-2A46-8736-B942-5232648D6171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04DC1E-850B-DEB2-3936-8AD978F4FDC3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AC636C8-0D09-194A-9680-C8B376D9ADD6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0EA2115-22C9-A934-6C19-CC8E091BAE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C6160F7-2085-D0C5-82C8-72E32C75600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8280951-306F-F32E-BAE6-C3EDC126FD99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C1306BD-C883-517A-0A31-C51711B9FB2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3309C1C-E3C7-E51C-90CC-78AC76A7CFF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BABBA50-D835-97A6-7267-B6067E36B902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EC07201-00ED-A2F1-45AA-84A23C26361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7104FFA-CA91-CC2C-2E88-3DD1ED12E19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C8DE2BF4-AF2A-8224-7936-77F379BAD67B}"/>
              </a:ext>
            </a:extLst>
          </p:cNvPr>
          <p:cNvSpPr/>
          <p:nvPr/>
        </p:nvSpPr>
        <p:spPr>
          <a:xfrm>
            <a:off x="8446822" y="4271612"/>
            <a:ext cx="1394355" cy="1743775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84FEA1-A3AC-8CAF-D0CA-BD35B4F96291}"/>
              </a:ext>
            </a:extLst>
          </p:cNvPr>
          <p:cNvSpPr txBox="1"/>
          <p:nvPr/>
        </p:nvSpPr>
        <p:spPr>
          <a:xfrm>
            <a:off x="1862100" y="2485595"/>
            <a:ext cx="14216099" cy="1237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Application Control Profile</a:t>
            </a:r>
          </a:p>
        </p:txBody>
      </p:sp>
    </p:spTree>
    <p:extLst>
      <p:ext uri="{BB962C8B-B14F-4D97-AF65-F5344CB8AC3E}">
        <p14:creationId xmlns:p14="http://schemas.microsoft.com/office/powerpoint/2010/main" val="270124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367AB-6EEE-B2A4-BEE6-C6A68F50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825167-2481-0BD8-A80D-78C5AAF71109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24F5D72-4409-E04A-B557-F022E26995D7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FE715B3-F1F4-E607-84DD-7EE61581AD57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FF61FDD-5E25-9D70-2761-C1E95D38F2B1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5BF2C12-1E80-E2A9-8B88-1E81E6CF38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7A8A8F6-92D9-46D6-B6B5-51E652017D4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576F63E-A9F9-EC16-6ECF-73C33711E6F6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55DADE1-074E-F6CB-F025-0DD93F07E6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16BAF2C-A065-78CB-5F58-3115B1FE94B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F7AD155-EE4E-798C-EF69-EE8FFAE18B1A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02FA116-2731-DFF6-46D1-4AA2EB652B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72555C1-C8DF-B906-9FFD-B4664B594D8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93CDB61-1BB7-E8CD-4310-022BA9DAF049}"/>
              </a:ext>
            </a:extLst>
          </p:cNvPr>
          <p:cNvGrpSpPr/>
          <p:nvPr/>
        </p:nvGrpSpPr>
        <p:grpSpPr>
          <a:xfrm>
            <a:off x="1335296" y="1956679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4157145-38A9-7E5F-A10F-6FD696482B66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B6DCF36-71D3-49BD-DC55-63CF7627995F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4E94AE3-8A54-4F38-FEBF-E2BFD704E10C}"/>
              </a:ext>
            </a:extLst>
          </p:cNvPr>
          <p:cNvSpPr txBox="1"/>
          <p:nvPr/>
        </p:nvSpPr>
        <p:spPr>
          <a:xfrm>
            <a:off x="1862100" y="2485595"/>
            <a:ext cx="14216099" cy="1237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Application Control Profile</a:t>
            </a:r>
          </a:p>
        </p:txBody>
      </p:sp>
      <p:sp>
        <p:nvSpPr>
          <p:cNvPr id="17" name="Freeform 60">
            <a:extLst>
              <a:ext uri="{FF2B5EF4-FFF2-40B4-BE49-F238E27FC236}">
                <a16:creationId xmlns:a16="http://schemas.microsoft.com/office/drawing/2014/main" id="{B1DEAE45-EE55-EF6A-F9F2-B642DE9F0E77}"/>
              </a:ext>
            </a:extLst>
          </p:cNvPr>
          <p:cNvSpPr/>
          <p:nvPr/>
        </p:nvSpPr>
        <p:spPr>
          <a:xfrm>
            <a:off x="7704290" y="4288883"/>
            <a:ext cx="2125510" cy="1709234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5F4B6-FA59-4442-C56A-E2B0E94D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FAFACB1-B342-8B9E-1FD2-6905F2064AB6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2FFB9B-ED1A-0251-241F-9A6188302D01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F72F9D6-94C6-FF57-6C66-B2686C93E24C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EF84CE8-0FD9-2D07-6848-FD466964680E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7378718-766E-4ED4-4705-BE971F7BE4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286A8F6-7DC8-7892-5B8F-CD645D15BC3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1BF4344-BAD5-FFE2-655B-04DFE36AC51F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145535B-7B6B-66F9-BBEF-6A56F3090A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8207CD3-D089-7F2C-9556-1B2C7680CD2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352AB4F-DE90-FE7F-4A36-50BDF85AD9F1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57FC959-4105-92D8-BF84-9FD5261926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52E133C-8187-12AD-B843-5128F2B1F6A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09D6E02-31D4-4C05-98F9-DAB2F2AC388A}"/>
              </a:ext>
            </a:extLst>
          </p:cNvPr>
          <p:cNvGrpSpPr/>
          <p:nvPr/>
        </p:nvGrpSpPr>
        <p:grpSpPr>
          <a:xfrm>
            <a:off x="1335296" y="1956679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FCEDE5A-2B0D-2725-8113-3A1E6C814C20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65B26D7-A917-8827-FEBA-0ABFEAE98F6A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314F150C-4BFE-7B37-57E7-13E2F5E22F33}"/>
              </a:ext>
            </a:extLst>
          </p:cNvPr>
          <p:cNvSpPr txBox="1"/>
          <p:nvPr/>
        </p:nvSpPr>
        <p:spPr>
          <a:xfrm>
            <a:off x="1862100" y="2485595"/>
            <a:ext cx="14216099" cy="1237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Application Control Profile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AF3BF448-F186-97B5-CA03-188D71BF39CD}"/>
              </a:ext>
            </a:extLst>
          </p:cNvPr>
          <p:cNvSpPr/>
          <p:nvPr/>
        </p:nvSpPr>
        <p:spPr>
          <a:xfrm flipV="1">
            <a:off x="1427998" y="5133975"/>
            <a:ext cx="1541949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91459BA-36DC-FD51-100C-595025A3C01B}"/>
              </a:ext>
            </a:extLst>
          </p:cNvPr>
          <p:cNvSpPr txBox="1"/>
          <p:nvPr/>
        </p:nvSpPr>
        <p:spPr>
          <a:xfrm>
            <a:off x="5771543" y="6063566"/>
            <a:ext cx="6732407" cy="4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14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What is it?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F01A1B3-10B3-0B3F-A2DE-9BF8563592AC}"/>
              </a:ext>
            </a:extLst>
          </p:cNvPr>
          <p:cNvSpPr txBox="1"/>
          <p:nvPr/>
        </p:nvSpPr>
        <p:spPr>
          <a:xfrm>
            <a:off x="2736535" y="6902938"/>
            <a:ext cx="1280242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It is a security profile used to identify, allow, block, or shape traffic based on the application being used, not just ports or IPs.</a:t>
            </a:r>
            <a:endParaRPr kumimoji="0" lang="en-US" sz="2000" i="0" u="none" strike="noStrike" kern="1200" cap="none" spc="8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701E2703-A9D3-7B87-82EE-B629A9CBFD8E}"/>
              </a:ext>
            </a:extLst>
          </p:cNvPr>
          <p:cNvSpPr/>
          <p:nvPr/>
        </p:nvSpPr>
        <p:spPr>
          <a:xfrm>
            <a:off x="9045045" y="4999923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39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86756-A5CA-D0F8-D0FA-E5721561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1C4B5C1-8EF2-638C-A9DA-0CA982530A43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EA89DAB-D4F3-3E53-9AEF-B8E2EB9ACE6F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44BF5C8-3BF3-220F-287D-E59E26ED9FF7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CF0033F-E0CD-860B-280F-815CB3D3DFAD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66C64D-73AE-27C9-5930-8C9A38ED657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B4A0576-199C-CC0B-1891-F5C852F1049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8C0EE75-5721-3427-3D33-1EAFAE04672F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51B5746-00C0-80C1-BEF3-49442E005B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E33B929-72E5-4835-90AC-A03332DD399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F674C42-E5EB-3BB6-FE47-31F8BC5A8FD9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C9D2140-AA68-CED8-FB0D-8D06453D1E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CD57F51-5C19-056E-6857-88DDBBC8403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FA085AC-1749-AC56-4E85-D5AEB29D38D8}"/>
              </a:ext>
            </a:extLst>
          </p:cNvPr>
          <p:cNvGrpSpPr/>
          <p:nvPr/>
        </p:nvGrpSpPr>
        <p:grpSpPr>
          <a:xfrm>
            <a:off x="1335296" y="1956679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6F3571D-7B40-0C8E-4DDD-207F8FC1E8A7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90258D4-8C99-41F5-C506-860EB32EC9E3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8" name="AutoShape 18">
            <a:extLst>
              <a:ext uri="{FF2B5EF4-FFF2-40B4-BE49-F238E27FC236}">
                <a16:creationId xmlns:a16="http://schemas.microsoft.com/office/drawing/2014/main" id="{6681D30D-1CA3-8123-49D8-8FF6406D16D0}"/>
              </a:ext>
            </a:extLst>
          </p:cNvPr>
          <p:cNvSpPr/>
          <p:nvPr/>
        </p:nvSpPr>
        <p:spPr>
          <a:xfrm flipV="1">
            <a:off x="1427998" y="5133975"/>
            <a:ext cx="1541949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5EB8BFB-82C8-CACE-7F2B-95E73C1F26DC}"/>
              </a:ext>
            </a:extLst>
          </p:cNvPr>
          <p:cNvSpPr txBox="1"/>
          <p:nvPr/>
        </p:nvSpPr>
        <p:spPr>
          <a:xfrm>
            <a:off x="5771543" y="6063566"/>
            <a:ext cx="6732407" cy="4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919"/>
              </a:lnSpc>
              <a:spcBef>
                <a:spcPct val="0"/>
              </a:spcBef>
              <a:defRPr/>
            </a:pPr>
            <a:r>
              <a:rPr lang="en-US" sz="28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Purpose</a:t>
            </a:r>
            <a:endParaRPr kumimoji="0" lang="en-US" sz="2799" b="0" i="0" u="none" strike="noStrike" kern="1200" cap="none" spc="14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3320791-86EB-C46D-4B98-6FC04063904D}"/>
              </a:ext>
            </a:extLst>
          </p:cNvPr>
          <p:cNvSpPr txBox="1"/>
          <p:nvPr/>
        </p:nvSpPr>
        <p:spPr>
          <a:xfrm>
            <a:off x="2736535" y="6902938"/>
            <a:ext cx="1280242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It uses deep packet inspection (DPI) to recognize applications even if they use ports that are not standard</a:t>
            </a: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DDEF54B8-833D-6BC3-6FDF-EB15B0D9C8C7}"/>
              </a:ext>
            </a:extLst>
          </p:cNvPr>
          <p:cNvSpPr/>
          <p:nvPr/>
        </p:nvSpPr>
        <p:spPr>
          <a:xfrm>
            <a:off x="9045045" y="4999923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066D53B8-F082-4CBC-1784-603B23BA9503}"/>
              </a:ext>
            </a:extLst>
          </p:cNvPr>
          <p:cNvSpPr txBox="1"/>
          <p:nvPr/>
        </p:nvSpPr>
        <p:spPr>
          <a:xfrm>
            <a:off x="1862100" y="2485595"/>
            <a:ext cx="14216099" cy="1237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Application Control Profile</a:t>
            </a:r>
          </a:p>
        </p:txBody>
      </p:sp>
    </p:spTree>
    <p:extLst>
      <p:ext uri="{BB962C8B-B14F-4D97-AF65-F5344CB8AC3E}">
        <p14:creationId xmlns:p14="http://schemas.microsoft.com/office/powerpoint/2010/main" val="369601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FF234-BA8B-CDB2-54F8-25BF76B22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92A67B-3279-50E0-182C-6EF21F1DDA86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1D371C-8825-5C4D-4A6B-C3CA90BD16C8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1534148-3016-BFEF-3DF8-23F346E51021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A4C84C9-679F-98D1-B043-9ABE2E8FAABA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7FD0C3C-C93D-01E2-F604-7FFFFB5DC96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67E13DB-F533-BD31-33FE-9D0A50E8E53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11582E2-B195-8F8A-CFF4-9682D9C52404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64C1C5F-A730-A5DC-72F0-5C44B19A10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3FC14D7-37D1-ED3D-326E-94E4D302564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C4ADB80-E2D0-1FC1-45E2-EB655112C338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A1D2125-D509-023C-BADC-94826455AD1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3D98FD2-C6B6-C330-AC88-801CDF3A08A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AutoShape 14">
            <a:extLst>
              <a:ext uri="{FF2B5EF4-FFF2-40B4-BE49-F238E27FC236}">
                <a16:creationId xmlns:a16="http://schemas.microsoft.com/office/drawing/2014/main" id="{7AA50FDC-3FA3-A375-A1C6-D6C0264D364E}"/>
              </a:ext>
            </a:extLst>
          </p:cNvPr>
          <p:cNvSpPr/>
          <p:nvPr/>
        </p:nvSpPr>
        <p:spPr>
          <a:xfrm flipV="1">
            <a:off x="1028700" y="4260810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23928F71-41C0-3099-6D91-6DB49F793F73}"/>
              </a:ext>
            </a:extLst>
          </p:cNvPr>
          <p:cNvSpPr/>
          <p:nvPr/>
        </p:nvSpPr>
        <p:spPr>
          <a:xfrm flipV="1">
            <a:off x="1028700" y="2104778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C74937D0-B5A7-44A2-F1D8-C583C990C128}"/>
              </a:ext>
            </a:extLst>
          </p:cNvPr>
          <p:cNvSpPr/>
          <p:nvPr/>
        </p:nvSpPr>
        <p:spPr>
          <a:xfrm>
            <a:off x="1028700" y="6836185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70A72DE-FE81-C22A-DF27-C74C4D427F20}"/>
              </a:ext>
            </a:extLst>
          </p:cNvPr>
          <p:cNvGrpSpPr/>
          <p:nvPr/>
        </p:nvGrpSpPr>
        <p:grpSpPr>
          <a:xfrm>
            <a:off x="2199290" y="7225702"/>
            <a:ext cx="13951622" cy="1609166"/>
            <a:chOff x="0" y="0"/>
            <a:chExt cx="3674501" cy="42381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C9E7FF7-FC05-EE74-3601-F7CA87E4B5B9}"/>
                </a:ext>
              </a:extLst>
            </p:cNvPr>
            <p:cNvSpPr/>
            <p:nvPr/>
          </p:nvSpPr>
          <p:spPr>
            <a:xfrm>
              <a:off x="0" y="0"/>
              <a:ext cx="3674501" cy="423813"/>
            </a:xfrm>
            <a:custGeom>
              <a:avLst/>
              <a:gdLst/>
              <a:ahLst/>
              <a:cxnLst/>
              <a:rect l="l" t="t" r="r" b="b"/>
              <a:pathLst>
                <a:path w="3674501" h="423813">
                  <a:moveTo>
                    <a:pt x="23306" y="0"/>
                  </a:moveTo>
                  <a:lnTo>
                    <a:pt x="3651195" y="0"/>
                  </a:lnTo>
                  <a:cubicBezTo>
                    <a:pt x="3657376" y="0"/>
                    <a:pt x="3663304" y="2455"/>
                    <a:pt x="3667675" y="6826"/>
                  </a:cubicBezTo>
                  <a:cubicBezTo>
                    <a:pt x="3672046" y="11197"/>
                    <a:pt x="3674501" y="17125"/>
                    <a:pt x="3674501" y="23306"/>
                  </a:cubicBezTo>
                  <a:lnTo>
                    <a:pt x="3674501" y="400507"/>
                  </a:lnTo>
                  <a:cubicBezTo>
                    <a:pt x="3674501" y="406688"/>
                    <a:pt x="3672046" y="412616"/>
                    <a:pt x="3667675" y="416987"/>
                  </a:cubicBezTo>
                  <a:cubicBezTo>
                    <a:pt x="3663304" y="421358"/>
                    <a:pt x="3657376" y="423813"/>
                    <a:pt x="3651195" y="423813"/>
                  </a:cubicBezTo>
                  <a:lnTo>
                    <a:pt x="23306" y="423813"/>
                  </a:lnTo>
                  <a:cubicBezTo>
                    <a:pt x="17125" y="423813"/>
                    <a:pt x="11197" y="421358"/>
                    <a:pt x="6826" y="416987"/>
                  </a:cubicBezTo>
                  <a:cubicBezTo>
                    <a:pt x="2455" y="412616"/>
                    <a:pt x="0" y="406688"/>
                    <a:pt x="0" y="400507"/>
                  </a:cubicBezTo>
                  <a:lnTo>
                    <a:pt x="0" y="23306"/>
                  </a:lnTo>
                  <a:cubicBezTo>
                    <a:pt x="0" y="17125"/>
                    <a:pt x="2455" y="11197"/>
                    <a:pt x="6826" y="6826"/>
                  </a:cubicBezTo>
                  <a:cubicBezTo>
                    <a:pt x="11197" y="2455"/>
                    <a:pt x="17125" y="0"/>
                    <a:pt x="2330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0CF08D5-369E-6147-6B06-1818300FCB39}"/>
                </a:ext>
              </a:extLst>
            </p:cNvPr>
            <p:cNvSpPr txBox="1"/>
            <p:nvPr/>
          </p:nvSpPr>
          <p:spPr>
            <a:xfrm>
              <a:off x="0" y="-38100"/>
              <a:ext cx="3674501" cy="461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138A66C8-B183-8B81-CF0F-361F73E0BEE0}"/>
              </a:ext>
            </a:extLst>
          </p:cNvPr>
          <p:cNvGrpSpPr/>
          <p:nvPr/>
        </p:nvGrpSpPr>
        <p:grpSpPr>
          <a:xfrm>
            <a:off x="1612789" y="7225702"/>
            <a:ext cx="1609166" cy="1609166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5D4D5521-FEDA-E393-8624-F00CFAF0A7F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FEEBA9CF-73C0-AB86-9DFE-42856E8D358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D369507D-4B4A-1E8C-1D69-AC1B93EEDEB0}"/>
              </a:ext>
            </a:extLst>
          </p:cNvPr>
          <p:cNvGrpSpPr/>
          <p:nvPr/>
        </p:nvGrpSpPr>
        <p:grpSpPr>
          <a:xfrm>
            <a:off x="15066045" y="7208629"/>
            <a:ext cx="1609166" cy="1609166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B0258B7A-02FF-21C2-0E20-F60B32FBE53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292626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7AEB877-7CED-9F96-47F6-FB47624CC37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00C13DB2-34BA-EDB3-4D18-9434E314E932}"/>
              </a:ext>
            </a:extLst>
          </p:cNvPr>
          <p:cNvSpPr/>
          <p:nvPr/>
        </p:nvSpPr>
        <p:spPr>
          <a:xfrm>
            <a:off x="1890309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202578C7-9B19-7356-5945-8C761255B0F7}"/>
              </a:ext>
            </a:extLst>
          </p:cNvPr>
          <p:cNvSpPr/>
          <p:nvPr/>
        </p:nvSpPr>
        <p:spPr>
          <a:xfrm>
            <a:off x="15343565" y="7490462"/>
            <a:ext cx="1054126" cy="1079645"/>
          </a:xfrm>
          <a:custGeom>
            <a:avLst/>
            <a:gdLst/>
            <a:ahLst/>
            <a:cxnLst/>
            <a:rect l="l" t="t" r="r" b="b"/>
            <a:pathLst>
              <a:path w="1054126" h="1079645">
                <a:moveTo>
                  <a:pt x="0" y="0"/>
                </a:moveTo>
                <a:lnTo>
                  <a:pt x="1054126" y="0"/>
                </a:lnTo>
                <a:lnTo>
                  <a:pt x="1054126" y="1079645"/>
                </a:lnTo>
                <a:lnTo>
                  <a:pt x="0" y="1079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A086B0A-D515-492F-3BB8-D5E4E9411969}"/>
              </a:ext>
            </a:extLst>
          </p:cNvPr>
          <p:cNvGrpSpPr/>
          <p:nvPr/>
        </p:nvGrpSpPr>
        <p:grpSpPr>
          <a:xfrm>
            <a:off x="5927395" y="7341010"/>
            <a:ext cx="1344406" cy="1344406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EC96988-7FE2-FF76-124A-95939B27DF2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5192F7CA-5F87-0192-D8BD-17E9297D7F4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239603D-7C1C-9EEE-5A2C-A16B2D08E6F2}"/>
              </a:ext>
            </a:extLst>
          </p:cNvPr>
          <p:cNvGrpSpPr/>
          <p:nvPr/>
        </p:nvGrpSpPr>
        <p:grpSpPr>
          <a:xfrm>
            <a:off x="7624226" y="7341010"/>
            <a:ext cx="1344406" cy="1344406"/>
            <a:chOff x="0" y="0"/>
            <a:chExt cx="812800" cy="8128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AB4AB42-26B3-3385-BB7F-856B201EA7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ED386223-A06F-8B05-1E6F-7C3FB75BD88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64B2F9AB-45F3-B9AE-1CAB-80C30768E7D5}"/>
              </a:ext>
            </a:extLst>
          </p:cNvPr>
          <p:cNvGrpSpPr/>
          <p:nvPr/>
        </p:nvGrpSpPr>
        <p:grpSpPr>
          <a:xfrm>
            <a:off x="9321057" y="7341010"/>
            <a:ext cx="1344406" cy="1344406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EEF142AE-36C4-1464-2A0F-8EC59187538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6F782E3F-D116-EEEE-BABA-291AFE7DEC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3CB9D208-A634-B80B-910D-43D6731D9348}"/>
              </a:ext>
            </a:extLst>
          </p:cNvPr>
          <p:cNvGrpSpPr/>
          <p:nvPr/>
        </p:nvGrpSpPr>
        <p:grpSpPr>
          <a:xfrm>
            <a:off x="11017887" y="7341010"/>
            <a:ext cx="1344406" cy="1344406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4FA62F11-0CEF-F602-17F3-0B224E740DA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FB385C93-5A0E-68F9-0DE5-F3C7B40B0AA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A5798364-8D1B-289D-9E38-FA4030ECBA9F}"/>
              </a:ext>
            </a:extLst>
          </p:cNvPr>
          <p:cNvGrpSpPr/>
          <p:nvPr/>
        </p:nvGrpSpPr>
        <p:grpSpPr>
          <a:xfrm>
            <a:off x="12714718" y="7341010"/>
            <a:ext cx="1344406" cy="1344406"/>
            <a:chOff x="0" y="0"/>
            <a:chExt cx="812800" cy="81280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230ACB65-C705-E804-2FC4-A9E014E3FF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CE172A8F-9997-2E97-12DD-ED119B75527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79B30860-4E11-3CB5-35EC-5986D1206F07}"/>
              </a:ext>
            </a:extLst>
          </p:cNvPr>
          <p:cNvGrpSpPr/>
          <p:nvPr/>
        </p:nvGrpSpPr>
        <p:grpSpPr>
          <a:xfrm>
            <a:off x="4228876" y="7341010"/>
            <a:ext cx="1344406" cy="1344406"/>
            <a:chOff x="0" y="0"/>
            <a:chExt cx="812800" cy="81280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F2DDC6D6-2490-7DFE-A3A0-77C9AE306F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79691513-1555-18E0-3C97-FF82C79FE40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Freeform 46">
            <a:extLst>
              <a:ext uri="{FF2B5EF4-FFF2-40B4-BE49-F238E27FC236}">
                <a16:creationId xmlns:a16="http://schemas.microsoft.com/office/drawing/2014/main" id="{8860EE3C-8CFE-9A61-E505-D90DD6B30AAC}"/>
              </a:ext>
            </a:extLst>
          </p:cNvPr>
          <p:cNvSpPr/>
          <p:nvPr/>
        </p:nvSpPr>
        <p:spPr>
          <a:xfrm>
            <a:off x="4574044" y="7573433"/>
            <a:ext cx="654071" cy="879558"/>
          </a:xfrm>
          <a:custGeom>
            <a:avLst/>
            <a:gdLst/>
            <a:ahLst/>
            <a:cxnLst/>
            <a:rect l="l" t="t" r="r" b="b"/>
            <a:pathLst>
              <a:path w="654071" h="879558">
                <a:moveTo>
                  <a:pt x="0" y="0"/>
                </a:moveTo>
                <a:lnTo>
                  <a:pt x="654071" y="0"/>
                </a:lnTo>
                <a:lnTo>
                  <a:pt x="654071" y="879558"/>
                </a:lnTo>
                <a:lnTo>
                  <a:pt x="0" y="87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814231E3-E03F-9BB5-822A-48B0EA97C536}"/>
              </a:ext>
            </a:extLst>
          </p:cNvPr>
          <p:cNvSpPr/>
          <p:nvPr/>
        </p:nvSpPr>
        <p:spPr>
          <a:xfrm>
            <a:off x="6224886" y="7660417"/>
            <a:ext cx="747736" cy="705591"/>
          </a:xfrm>
          <a:custGeom>
            <a:avLst/>
            <a:gdLst/>
            <a:ahLst/>
            <a:cxnLst/>
            <a:rect l="l" t="t" r="r" b="b"/>
            <a:pathLst>
              <a:path w="747736" h="705591">
                <a:moveTo>
                  <a:pt x="0" y="0"/>
                </a:moveTo>
                <a:lnTo>
                  <a:pt x="747736" y="0"/>
                </a:lnTo>
                <a:lnTo>
                  <a:pt x="747736" y="705591"/>
                </a:lnTo>
                <a:lnTo>
                  <a:pt x="0" y="705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E25628F9-FBB1-3FEB-E740-5CB0F34851E8}"/>
              </a:ext>
            </a:extLst>
          </p:cNvPr>
          <p:cNvSpPr/>
          <p:nvPr/>
        </p:nvSpPr>
        <p:spPr>
          <a:xfrm>
            <a:off x="7899672" y="7490462"/>
            <a:ext cx="793515" cy="942620"/>
          </a:xfrm>
          <a:custGeom>
            <a:avLst/>
            <a:gdLst/>
            <a:ahLst/>
            <a:cxnLst/>
            <a:rect l="l" t="t" r="r" b="b"/>
            <a:pathLst>
              <a:path w="793515" h="942620">
                <a:moveTo>
                  <a:pt x="0" y="0"/>
                </a:moveTo>
                <a:lnTo>
                  <a:pt x="793514" y="0"/>
                </a:lnTo>
                <a:lnTo>
                  <a:pt x="793514" y="942620"/>
                </a:lnTo>
                <a:lnTo>
                  <a:pt x="0" y="942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44711E9D-2B56-753C-251D-BAC72A83A71A}"/>
              </a:ext>
            </a:extLst>
          </p:cNvPr>
          <p:cNvSpPr/>
          <p:nvPr/>
        </p:nvSpPr>
        <p:spPr>
          <a:xfrm>
            <a:off x="9627344" y="7664369"/>
            <a:ext cx="731831" cy="731831"/>
          </a:xfrm>
          <a:custGeom>
            <a:avLst/>
            <a:gdLst/>
            <a:ahLst/>
            <a:cxnLst/>
            <a:rect l="l" t="t" r="r" b="b"/>
            <a:pathLst>
              <a:path w="731831" h="731831">
                <a:moveTo>
                  <a:pt x="0" y="0"/>
                </a:moveTo>
                <a:lnTo>
                  <a:pt x="731831" y="0"/>
                </a:lnTo>
                <a:lnTo>
                  <a:pt x="731831" y="731831"/>
                </a:lnTo>
                <a:lnTo>
                  <a:pt x="0" y="7318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4C949857-CE2A-F0AC-0FA7-BAA8C99FF84C}"/>
              </a:ext>
            </a:extLst>
          </p:cNvPr>
          <p:cNvSpPr/>
          <p:nvPr/>
        </p:nvSpPr>
        <p:spPr>
          <a:xfrm>
            <a:off x="11269544" y="7689009"/>
            <a:ext cx="841093" cy="648406"/>
          </a:xfrm>
          <a:custGeom>
            <a:avLst/>
            <a:gdLst/>
            <a:ahLst/>
            <a:cxnLst/>
            <a:rect l="l" t="t" r="r" b="b"/>
            <a:pathLst>
              <a:path w="841093" h="648406">
                <a:moveTo>
                  <a:pt x="0" y="0"/>
                </a:moveTo>
                <a:lnTo>
                  <a:pt x="841093" y="0"/>
                </a:lnTo>
                <a:lnTo>
                  <a:pt x="841093" y="648407"/>
                </a:lnTo>
                <a:lnTo>
                  <a:pt x="0" y="648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Freeform 51">
            <a:extLst>
              <a:ext uri="{FF2B5EF4-FFF2-40B4-BE49-F238E27FC236}">
                <a16:creationId xmlns:a16="http://schemas.microsoft.com/office/drawing/2014/main" id="{AAC6F35D-E986-1E87-0374-7522F3D0C29A}"/>
              </a:ext>
            </a:extLst>
          </p:cNvPr>
          <p:cNvSpPr/>
          <p:nvPr/>
        </p:nvSpPr>
        <p:spPr>
          <a:xfrm>
            <a:off x="12962368" y="7602255"/>
            <a:ext cx="827937" cy="821915"/>
          </a:xfrm>
          <a:custGeom>
            <a:avLst/>
            <a:gdLst/>
            <a:ahLst/>
            <a:cxnLst/>
            <a:rect l="l" t="t" r="r" b="b"/>
            <a:pathLst>
              <a:path w="827937" h="821915">
                <a:moveTo>
                  <a:pt x="0" y="0"/>
                </a:moveTo>
                <a:lnTo>
                  <a:pt x="827937" y="0"/>
                </a:lnTo>
                <a:lnTo>
                  <a:pt x="827937" y="821915"/>
                </a:lnTo>
                <a:lnTo>
                  <a:pt x="0" y="8219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61D3C873-5AB2-2376-5089-DCC3B59C7092}"/>
              </a:ext>
            </a:extLst>
          </p:cNvPr>
          <p:cNvSpPr txBox="1"/>
          <p:nvPr/>
        </p:nvSpPr>
        <p:spPr>
          <a:xfrm>
            <a:off x="5777797" y="4533900"/>
            <a:ext cx="6732407" cy="46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Main Features</a:t>
            </a:r>
            <a:endParaRPr kumimoji="0" lang="en-US" sz="2799" b="0" i="0" u="none" strike="noStrike" kern="1200" cap="none" spc="14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F392B47E-1837-C5D2-F08B-B4C1877C62EE}"/>
              </a:ext>
            </a:extLst>
          </p:cNvPr>
          <p:cNvSpPr txBox="1"/>
          <p:nvPr/>
        </p:nvSpPr>
        <p:spPr>
          <a:xfrm>
            <a:off x="2742787" y="5143500"/>
            <a:ext cx="1280242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                                                             − Block unwanted applications </a:t>
            </a:r>
          </a:p>
          <a:p>
            <a:pPr>
              <a:defRPr/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                                                             − Allow only approved apps for business.</a:t>
            </a:r>
          </a:p>
          <a:p>
            <a:pPr>
              <a:defRPr/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                                                             − Restrict risky applications.</a:t>
            </a:r>
          </a:p>
          <a:p>
            <a:pPr>
              <a:defRPr/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                                                             − Apply bandwidth limits on specific apps </a:t>
            </a:r>
          </a:p>
          <a:p>
            <a:pPr>
              <a:defRPr/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                                                              − Monitor application usage</a:t>
            </a:r>
            <a:endParaRPr kumimoji="0" lang="en-US" sz="2000" b="0" i="0" u="none" strike="noStrike" kern="1200" cap="none" spc="84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651B6D1B-F207-7D00-CD8A-1BB0C08B070A}"/>
              </a:ext>
            </a:extLst>
          </p:cNvPr>
          <p:cNvSpPr/>
          <p:nvPr/>
        </p:nvSpPr>
        <p:spPr>
          <a:xfrm>
            <a:off x="9045045" y="4126758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Freeform 56">
            <a:extLst>
              <a:ext uri="{FF2B5EF4-FFF2-40B4-BE49-F238E27FC236}">
                <a16:creationId xmlns:a16="http://schemas.microsoft.com/office/drawing/2014/main" id="{59A946F6-F2FB-7D79-779A-465DAD2A8123}"/>
              </a:ext>
            </a:extLst>
          </p:cNvPr>
          <p:cNvSpPr/>
          <p:nvPr/>
        </p:nvSpPr>
        <p:spPr>
          <a:xfrm>
            <a:off x="9045045" y="6702835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17">
            <a:extLst>
              <a:ext uri="{FF2B5EF4-FFF2-40B4-BE49-F238E27FC236}">
                <a16:creationId xmlns:a16="http://schemas.microsoft.com/office/drawing/2014/main" id="{6D53DDB8-4E92-16C5-DAF2-50C79BD9CBAA}"/>
              </a:ext>
            </a:extLst>
          </p:cNvPr>
          <p:cNvSpPr txBox="1"/>
          <p:nvPr/>
        </p:nvSpPr>
        <p:spPr>
          <a:xfrm>
            <a:off x="1862100" y="2485595"/>
            <a:ext cx="14216099" cy="1237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Application Control Profile</a:t>
            </a:r>
          </a:p>
        </p:txBody>
      </p:sp>
    </p:spTree>
    <p:extLst>
      <p:ext uri="{BB962C8B-B14F-4D97-AF65-F5344CB8AC3E}">
        <p14:creationId xmlns:p14="http://schemas.microsoft.com/office/powerpoint/2010/main" val="1704920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BA98F6-DC9E-B891-D640-4AE51104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68E1D7-2D1A-9A9C-035D-C77B42A10174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0419BF6-31EF-661F-68F0-6FEE7A142CFE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5734C2D-13DC-8DF4-5587-55D69FB2DCB5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646635E-1CBA-12E8-5E05-5940F272163C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C939D8-F5DA-99C9-D493-287E3D509E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2FD8006-FA57-5708-B8D3-7CEA91C5689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272A102-217A-C379-B00C-9B7C2CC54E15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C1D8352-B735-CF10-29F4-C4224A71B0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1029755-6A00-BC87-B1E2-D0FFC1CD60F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4593CD6-F726-392F-53CE-96EA0F1FAF19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822D14A-8BA9-0823-A868-C50888AC51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F60DE46-0340-63F2-35BB-53A2292881E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AutoShape 14">
            <a:extLst>
              <a:ext uri="{FF2B5EF4-FFF2-40B4-BE49-F238E27FC236}">
                <a16:creationId xmlns:a16="http://schemas.microsoft.com/office/drawing/2014/main" id="{A454F9D1-327F-F890-053C-CA819409DB94}"/>
              </a:ext>
            </a:extLst>
          </p:cNvPr>
          <p:cNvSpPr/>
          <p:nvPr/>
        </p:nvSpPr>
        <p:spPr>
          <a:xfrm flipV="1">
            <a:off x="1028700" y="5981700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4D76F4D6-472D-A6D1-B61C-BA7FB1E5152D}"/>
              </a:ext>
            </a:extLst>
          </p:cNvPr>
          <p:cNvSpPr/>
          <p:nvPr/>
        </p:nvSpPr>
        <p:spPr>
          <a:xfrm flipV="1">
            <a:off x="1028700" y="2104778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EFCFBAED-BBC0-5953-1A75-E5EBAE160859}"/>
              </a:ext>
            </a:extLst>
          </p:cNvPr>
          <p:cNvSpPr txBox="1"/>
          <p:nvPr/>
        </p:nvSpPr>
        <p:spPr>
          <a:xfrm>
            <a:off x="2278978" y="2330151"/>
            <a:ext cx="13951622" cy="2821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App Ctrl Profile</a:t>
            </a:r>
          </a:p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Policy/Config</a:t>
            </a:r>
          </a:p>
        </p:txBody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3A251536-29C2-A7DE-B4C0-1EB6F3E457CC}"/>
              </a:ext>
            </a:extLst>
          </p:cNvPr>
          <p:cNvSpPr/>
          <p:nvPr/>
        </p:nvSpPr>
        <p:spPr>
          <a:xfrm>
            <a:off x="9045045" y="5865997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4549078-C16C-B30C-CD05-973E86D87CAB}"/>
              </a:ext>
            </a:extLst>
          </p:cNvPr>
          <p:cNvCxnSpPr/>
          <p:nvPr/>
        </p:nvCxnSpPr>
        <p:spPr>
          <a:xfrm flipH="1">
            <a:off x="6400800" y="5524500"/>
            <a:ext cx="1981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D4D4E85-504D-222E-A5CA-96DF1CDC3965}"/>
              </a:ext>
            </a:extLst>
          </p:cNvPr>
          <p:cNvCxnSpPr>
            <a:cxnSpLocks/>
          </p:cNvCxnSpPr>
          <p:nvPr/>
        </p:nvCxnSpPr>
        <p:spPr>
          <a:xfrm>
            <a:off x="9829800" y="5524500"/>
            <a:ext cx="1905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0F978BD-2267-657E-532E-AC41BDE6A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73" y="1208584"/>
            <a:ext cx="4496427" cy="78211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E39EB3C-5BBE-09CB-4C7F-97F45BE5DC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0" y="1208583"/>
            <a:ext cx="4305927" cy="782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6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C990A-88C3-554C-6C36-0574B381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A7C83C-EED2-111B-3F85-2D809E4E934F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F05E29-8764-25B6-C1F4-2D86039B4A72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84AAD9B-8BA8-A66C-F26A-46F2F69964D6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BFB2AB6-0A77-F75A-AE95-F6085B207F1B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4C333B2-BBCA-1311-3041-0FC35DCF1D5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40530F4-BCD6-0A91-3AC4-7CA57930EC3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CFEDFDC-C8A3-7696-89E2-1FE17990F91C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1C7E053-6D53-EAB0-4BCE-9AFCF7AE46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BD5F580-A122-8DEE-AB73-F75222C207F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7BD3B22-6601-EA9B-5C66-BE90BE19B077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CBF3049-D9D0-8642-7AE5-1647D873F50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FEA95F2-84C7-E2A9-80B7-E95325DC607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AutoShape 14">
            <a:extLst>
              <a:ext uri="{FF2B5EF4-FFF2-40B4-BE49-F238E27FC236}">
                <a16:creationId xmlns:a16="http://schemas.microsoft.com/office/drawing/2014/main" id="{B75E7835-5F36-DA45-28BF-DD1B17D9BF2C}"/>
              </a:ext>
            </a:extLst>
          </p:cNvPr>
          <p:cNvSpPr/>
          <p:nvPr/>
        </p:nvSpPr>
        <p:spPr>
          <a:xfrm flipV="1">
            <a:off x="1028700" y="5981700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6FCCF4A3-2D37-CF70-C346-3F1C27AA78E9}"/>
              </a:ext>
            </a:extLst>
          </p:cNvPr>
          <p:cNvSpPr/>
          <p:nvPr/>
        </p:nvSpPr>
        <p:spPr>
          <a:xfrm flipV="1">
            <a:off x="1028700" y="2104778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7458DE39-B538-DB2B-69A1-FFEA9C3EB8F3}"/>
              </a:ext>
            </a:extLst>
          </p:cNvPr>
          <p:cNvSpPr txBox="1"/>
          <p:nvPr/>
        </p:nvSpPr>
        <p:spPr>
          <a:xfrm>
            <a:off x="2278978" y="2330151"/>
            <a:ext cx="13951622" cy="2821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App Ctrl Profile</a:t>
            </a:r>
          </a:p>
          <a:p>
            <a:pPr lvl="0" algn="ctr">
              <a:lnSpc>
                <a:spcPts val="11257"/>
              </a:lnSpc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Policy/Config</a:t>
            </a:r>
          </a:p>
        </p:txBody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47B1A04C-8C63-8416-493E-4A8AF8BC4DAA}"/>
              </a:ext>
            </a:extLst>
          </p:cNvPr>
          <p:cNvSpPr/>
          <p:nvPr/>
        </p:nvSpPr>
        <p:spPr>
          <a:xfrm>
            <a:off x="9045045" y="5865997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539ACCF-79F3-161E-D851-8F8FBBE8A54E}"/>
              </a:ext>
            </a:extLst>
          </p:cNvPr>
          <p:cNvCxnSpPr/>
          <p:nvPr/>
        </p:nvCxnSpPr>
        <p:spPr>
          <a:xfrm flipH="1">
            <a:off x="6400800" y="5524500"/>
            <a:ext cx="1981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436CF28-506B-FD08-835F-756FA4F1D756}"/>
              </a:ext>
            </a:extLst>
          </p:cNvPr>
          <p:cNvCxnSpPr>
            <a:cxnSpLocks/>
          </p:cNvCxnSpPr>
          <p:nvPr/>
        </p:nvCxnSpPr>
        <p:spPr>
          <a:xfrm>
            <a:off x="9829800" y="5524500"/>
            <a:ext cx="1905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30E32DB-0192-16B9-C8BC-8A76473B4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73" y="1208584"/>
            <a:ext cx="4496427" cy="78211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DCF296-A8FC-5351-3F39-80B6B5E3E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0890" y="1263347"/>
            <a:ext cx="4663980" cy="776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37713-525A-4ED5-DDB8-E7FC237A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775563B-48AA-94CB-E74F-984F0EDC07B3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7A97DC5-F0EA-AB20-7154-CF0F4C92A2DE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E641B8AF-9581-991B-C3DC-BF0820E88DB9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AAD10240-1F8B-03CF-E3AB-FD3B38A891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A44EEA0A-3736-236D-F3F4-D7868D4D3CD9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352D8D3D-FE2A-4B02-FF2B-3C23297FC86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77889402-279A-4068-2B34-FE04E171A43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FF21FE-54C2-F977-391B-4F782FDB8EB7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B83EC95-FE1C-8866-39AC-866553595D6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CCDC2A2-BE91-63D0-955A-2B901ED7649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8443D1A-70AF-123B-26F2-E1BD135B88D6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131765F-47F0-B5CB-A35D-1401AEF22F1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BD0D2C9-9B49-8F92-FF86-69F191A9778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4C3D2B8D-0736-0761-DE43-2D5C85B09E76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8CFB4BCB-BF6D-23D3-E24B-864BBF7A6291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F74F29EB-D2CF-6DF3-CD1C-FED8F2D77E18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9DCA1036-EBF9-0D8A-5B27-3657BEB44C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93FEB23-DDCD-66BB-5261-9B23F6BD890A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A533B1C1-FDBD-D386-686F-0DBD0552DC20}"/>
                </a:ext>
              </a:extLst>
            </p:cNvPr>
            <p:cNvSpPr txBox="1"/>
            <p:nvPr/>
          </p:nvSpPr>
          <p:spPr>
            <a:xfrm>
              <a:off x="1111201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9CC94126-2C3D-DBFF-AB15-4A97A7F5ABD5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TextBox 30">
            <a:extLst>
              <a:ext uri="{FF2B5EF4-FFF2-40B4-BE49-F238E27FC236}">
                <a16:creationId xmlns:a16="http://schemas.microsoft.com/office/drawing/2014/main" id="{31C2E135-85C6-2354-765E-46D2EC2D5436}"/>
              </a:ext>
            </a:extLst>
          </p:cNvPr>
          <p:cNvSpPr txBox="1"/>
          <p:nvPr/>
        </p:nvSpPr>
        <p:spPr>
          <a:xfrm>
            <a:off x="1999526" y="2098858"/>
            <a:ext cx="6382474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kumimoji="0" lang="en-US" sz="2000" b="1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Application and Filter Override – </a:t>
            </a: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in this option you</a:t>
            </a:r>
          </a:p>
          <a:p>
            <a:pPr lvl="0" algn="just">
              <a:lnSpc>
                <a:spcPts val="2376"/>
              </a:lnSpc>
            </a:pP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can add special effect or filter to the application</a:t>
            </a:r>
          </a:p>
          <a:p>
            <a:pPr lvl="0" algn="just">
              <a:lnSpc>
                <a:spcPts val="2376"/>
              </a:lnSpc>
            </a:pPr>
            <a:r>
              <a:rPr kumimoji="0" lang="en-US" sz="2000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you use like </a:t>
            </a:r>
            <a:r>
              <a:rPr lang="en-US" sz="2000" b="1" spc="84" dirty="0">
                <a:solidFill>
                  <a:srgbClr val="FF0000"/>
                </a:solidFill>
                <a:latin typeface="Inter Light"/>
                <a:ea typeface="Inter Light"/>
                <a:cs typeface="Inter Light"/>
                <a:sym typeface="Inter Light"/>
              </a:rPr>
              <a:t>Y</a:t>
            </a:r>
            <a:r>
              <a:rPr lang="en-US" sz="2000" b="1" spc="84" dirty="0">
                <a:latin typeface="Inter Light"/>
                <a:ea typeface="Inter Light"/>
                <a:cs typeface="Inter Light"/>
                <a:sym typeface="Inter Light"/>
              </a:rPr>
              <a:t>ou</a:t>
            </a:r>
            <a:r>
              <a:rPr lang="en-US" sz="2000" b="1" spc="84" dirty="0">
                <a:solidFill>
                  <a:srgbClr val="FF0000"/>
                </a:solidFill>
                <a:latin typeface="Inter Light"/>
                <a:ea typeface="Inter Light"/>
                <a:cs typeface="Inter Light"/>
                <a:sym typeface="Inter Light"/>
              </a:rPr>
              <a:t>T</a:t>
            </a:r>
            <a:r>
              <a:rPr lang="en-US" sz="2000" b="1" spc="84" dirty="0">
                <a:latin typeface="Inter Light"/>
                <a:ea typeface="Inter Light"/>
                <a:cs typeface="Inter Light"/>
                <a:sym typeface="Inter Light"/>
              </a:rPr>
              <a:t>ube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for example you can block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all social media categories and Streaming but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b="1" spc="84" dirty="0">
                <a:solidFill>
                  <a:srgbClr val="FF0000"/>
                </a:solidFill>
                <a:latin typeface="Inter Light"/>
                <a:ea typeface="Inter Light"/>
                <a:cs typeface="Inter Light"/>
                <a:sym typeface="Inter Light"/>
              </a:rPr>
              <a:t>Y</a:t>
            </a:r>
            <a:r>
              <a:rPr lang="en-US" sz="2000" b="1" spc="84" dirty="0">
                <a:latin typeface="Inter Light"/>
                <a:ea typeface="Inter Light"/>
                <a:cs typeface="Inter Light"/>
                <a:sym typeface="Inter Light"/>
              </a:rPr>
              <a:t>ou</a:t>
            </a:r>
            <a:r>
              <a:rPr lang="en-US" sz="2000" b="1" spc="84" dirty="0">
                <a:solidFill>
                  <a:srgbClr val="FF0000"/>
                </a:solidFill>
                <a:latin typeface="Inter Light"/>
                <a:ea typeface="Inter Light"/>
                <a:cs typeface="Inter Light"/>
                <a:sym typeface="Inter Light"/>
              </a:rPr>
              <a:t>T</a:t>
            </a:r>
            <a:r>
              <a:rPr lang="en-US" sz="2000" b="1" spc="84" dirty="0">
                <a:latin typeface="Inter Light"/>
                <a:ea typeface="Inter Light"/>
                <a:cs typeface="Inter Light"/>
                <a:sym typeface="Inter Light"/>
              </a:rPr>
              <a:t>ube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and specify what you need from this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application no just allow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Here I put example for </a:t>
            </a:r>
            <a:r>
              <a:rPr lang="en-US" sz="2000" b="1" spc="84" dirty="0">
                <a:solidFill>
                  <a:srgbClr val="FF0000"/>
                </a:solidFill>
                <a:latin typeface="Inter Light"/>
                <a:ea typeface="Inter Light"/>
                <a:cs typeface="Inter Light"/>
                <a:sym typeface="Inter Light"/>
              </a:rPr>
              <a:t>N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etflix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and </a:t>
            </a:r>
            <a:r>
              <a:rPr lang="en-US" sz="2000" b="1" spc="84" dirty="0">
                <a:solidFill>
                  <a:srgbClr val="FF0000"/>
                </a:solidFill>
                <a:latin typeface="Inter Light"/>
                <a:ea typeface="Inter Light"/>
                <a:cs typeface="Inter Light"/>
                <a:sym typeface="Inter Light"/>
              </a:rPr>
              <a:t>Y</a:t>
            </a:r>
            <a:r>
              <a:rPr lang="en-US" sz="2000" b="1" spc="84" dirty="0">
                <a:latin typeface="Inter Light"/>
                <a:ea typeface="Inter Light"/>
                <a:cs typeface="Inter Light"/>
                <a:sym typeface="Inter Light"/>
              </a:rPr>
              <a:t>ou</a:t>
            </a:r>
            <a:r>
              <a:rPr lang="en-US" sz="2000" b="1" spc="84" dirty="0">
                <a:solidFill>
                  <a:srgbClr val="FF0000"/>
                </a:solidFill>
                <a:latin typeface="Inter Light"/>
                <a:ea typeface="Inter Light"/>
                <a:cs typeface="Inter Light"/>
                <a:sym typeface="Inter Light"/>
              </a:rPr>
              <a:t>T</a:t>
            </a:r>
            <a:r>
              <a:rPr lang="en-US" sz="2000" b="1" spc="84" dirty="0">
                <a:latin typeface="Inter Light"/>
                <a:ea typeface="Inter Light"/>
                <a:cs typeface="Inter Light"/>
                <a:sym typeface="Inter Light"/>
              </a:rPr>
              <a:t>ube</a:t>
            </a:r>
          </a:p>
          <a:p>
            <a:pPr lvl="0" algn="just">
              <a:lnSpc>
                <a:spcPts val="2376"/>
              </a:lnSpc>
            </a:pPr>
            <a:endParaRPr lang="en-US" sz="2000" b="1" spc="84" dirty="0"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b="1" spc="84" dirty="0">
                <a:latin typeface="Inter Light"/>
                <a:ea typeface="Inter Light"/>
                <a:cs typeface="Inter Light"/>
                <a:sym typeface="Inter Light"/>
              </a:rPr>
              <a:t>Another Options 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– 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Block Apps detected on non-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default ports, like app using http but port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number not 80 you can customize it.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– Logging and allowing DNS traffic</a:t>
            </a:r>
          </a:p>
          <a:p>
            <a:pPr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– QUIC 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a transport protocol used by applications like</a:t>
            </a:r>
          </a:p>
          <a:p>
            <a:pPr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HTTP/3 that can bypass traditional security</a:t>
            </a:r>
          </a:p>
          <a:p>
            <a:pPr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measures because it runs over UDP (User Datagram</a:t>
            </a:r>
          </a:p>
          <a:p>
            <a:pPr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Protocol) and uses encryption so, here you can block</a:t>
            </a:r>
          </a:p>
          <a:p>
            <a:pPr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or allow this protocol, in newer </a:t>
            </a:r>
            <a:r>
              <a:rPr lang="en-US" sz="2000" dirty="0" err="1">
                <a:latin typeface="Inter Light" panose="020B0604020202020204" charset="0"/>
                <a:ea typeface="Inter Light" panose="020B0604020202020204" charset="0"/>
              </a:rPr>
              <a:t>FortiOS</a:t>
            </a: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versions this</a:t>
            </a:r>
          </a:p>
          <a:p>
            <a:pPr algn="just">
              <a:lnSpc>
                <a:spcPts val="2376"/>
              </a:lnSpc>
            </a:pPr>
            <a:r>
              <a:rPr lang="en-US" sz="2000" dirty="0">
                <a:latin typeface="Inter Light" panose="020B0604020202020204" charset="0"/>
                <a:ea typeface="Inter Light" panose="020B0604020202020204" charset="0"/>
              </a:rPr>
              <a:t> protocol is blocked by default</a:t>
            </a:r>
          </a:p>
          <a:p>
            <a:pPr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– Replacement Messages for HTTP-based Apps</a:t>
            </a:r>
          </a:p>
          <a:p>
            <a:pPr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can show it or hide as you like</a:t>
            </a:r>
            <a:endParaRPr lang="en-US" sz="2000" spc="84" dirty="0">
              <a:solidFill>
                <a:srgbClr val="000000"/>
              </a:solidFill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D1188B9-D722-3922-A907-8359A5549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51" y="1514546"/>
            <a:ext cx="6381750" cy="3657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3A1C669-1A55-A9D5-51E9-D5D0A64A5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73" y="5172146"/>
            <a:ext cx="6742101" cy="351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9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598AC-1009-07AF-7E78-378E1090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7D67450-7CC8-7CDF-D1A1-78C2CD23B454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25A2075F-3D48-D84A-983B-C4A761EEB95E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4248010C-D35E-18FE-21BC-C9EA18BD3935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8977C604-59FE-7668-3BE3-86AB20E8288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952897E-18DA-65F4-3B48-49EB57CB1A60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B3CB24F9-4A69-E618-74E4-1680934A257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4C2A505F-F534-451D-C946-95CE4930A49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C6AE42F-CFB5-6B3E-6805-27A42E584FEB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FF72E3C-DB99-C7EC-E6DF-81247FE9D2E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35FF165-5C8C-8F3E-642A-D2A23151F2D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29D94B7-6CEC-F28F-C92E-3D5A539F75DC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6E1A95A-390C-2670-6C93-B59EB6E4F9C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F5E5615-7772-5A16-AC03-229DEF669CE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60D5C26A-133B-B637-E4B0-0D6CE9F83236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E5528F6E-7C6B-F841-DA7C-C1DF3E9A7FF1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DEAB1A91-E009-CCD7-C834-EF8284E72210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0DF225C-2D4A-5820-3533-20E6DFE9228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638D273-0511-5588-4C03-78B7D3C04348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FF46FB95-BEAC-8AA2-7262-EB60EC2F5819}"/>
                </a:ext>
              </a:extLst>
            </p:cNvPr>
            <p:cNvSpPr txBox="1"/>
            <p:nvPr/>
          </p:nvSpPr>
          <p:spPr>
            <a:xfrm>
              <a:off x="1111201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B4630C5-3DD1-0627-C306-864BECC8AA54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TextBox 30">
            <a:extLst>
              <a:ext uri="{FF2B5EF4-FFF2-40B4-BE49-F238E27FC236}">
                <a16:creationId xmlns:a16="http://schemas.microsoft.com/office/drawing/2014/main" id="{E95E0D92-4D30-5E5D-6BAD-D847AA0F5D49}"/>
              </a:ext>
            </a:extLst>
          </p:cNvPr>
          <p:cNvSpPr txBox="1"/>
          <p:nvPr/>
        </p:nvSpPr>
        <p:spPr>
          <a:xfrm>
            <a:off x="1999526" y="2098858"/>
            <a:ext cx="6382474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2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Keep in Mind </a:t>
            </a: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&gt; Deep inspection required!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As provided, Microsoft Outlook is working as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mentioned work-only (App control profile) used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 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While any streaming app is not working or social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media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even trying to access Instagram from bing.com</a:t>
            </a:r>
          </a:p>
          <a:p>
            <a:pPr lvl="0" algn="just">
              <a:lnSpc>
                <a:spcPts val="2376"/>
              </a:lnSpc>
            </a:pPr>
            <a:r>
              <a:rPr lang="en-US" sz="2000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it still blocked</a:t>
            </a: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endParaRPr lang="en-US" sz="2000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64F7E0-3B25-80C1-2D99-51B4795B9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946" y="1407523"/>
            <a:ext cx="7448550" cy="32293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9322877-D0C5-1E8F-F2CD-E0DEEA093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34"/>
          <a:stretch/>
        </p:blipFill>
        <p:spPr>
          <a:xfrm>
            <a:off x="9448801" y="4638628"/>
            <a:ext cx="7448550" cy="103329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73F556D-7C83-22B6-D212-4C018CD8E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047" y="5584580"/>
            <a:ext cx="5479254" cy="33039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E5C09D-50B3-50D7-5506-05F4E5C40B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7481"/>
          <a:stretch/>
        </p:blipFill>
        <p:spPr>
          <a:xfrm>
            <a:off x="9504299" y="7985808"/>
            <a:ext cx="7482054" cy="1143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C0A52BB-E4AA-B971-DD2A-9DFA12AD37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35611" y="5816587"/>
            <a:ext cx="1936340" cy="15592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50F5BF2-99DF-1ED9-5AF8-6506E7A82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3246" y="5696702"/>
            <a:ext cx="3053554" cy="233405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485830-B5F0-ECDD-FBDF-6BE922256DAB}"/>
              </a:ext>
            </a:extLst>
          </p:cNvPr>
          <p:cNvCxnSpPr/>
          <p:nvPr/>
        </p:nvCxnSpPr>
        <p:spPr>
          <a:xfrm>
            <a:off x="12954000" y="6596210"/>
            <a:ext cx="17526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9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8EECD-37B7-897B-F784-53431DC2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616AA9-991C-C202-760C-769B646BD67C}"/>
              </a:ext>
            </a:extLst>
          </p:cNvPr>
          <p:cNvGrpSpPr/>
          <p:nvPr/>
        </p:nvGrpSpPr>
        <p:grpSpPr>
          <a:xfrm>
            <a:off x="1028700" y="1028700"/>
            <a:ext cx="15887700" cy="76962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AC29129-13DF-4B8E-EDB1-2280F81C0FD5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4F282CE1-4524-58F6-A135-2EAB4136A554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1E1950AF-E542-E6FC-F3D5-95EE0A86C1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FC0D105-1449-320A-DD11-6C9143026702}"/>
                </a:ext>
              </a:extLst>
            </p:cNvPr>
            <p:cNvSpPr txBox="1"/>
            <p:nvPr/>
          </p:nvSpPr>
          <p:spPr>
            <a:xfrm>
              <a:off x="567983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24F96B9-FF6C-807D-4BE3-37E4F96A9A50}"/>
                </a:ext>
              </a:extLst>
            </p:cNvPr>
            <p:cNvSpPr txBox="1"/>
            <p:nvPr/>
          </p:nvSpPr>
          <p:spPr>
            <a:xfrm>
              <a:off x="1111201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E73008B-988F-CE22-4EB9-A1D37849BAF1}"/>
                </a:ext>
              </a:extLst>
            </p:cNvPr>
            <p:cNvSpPr txBox="1"/>
            <p:nvPr/>
          </p:nvSpPr>
          <p:spPr>
            <a:xfrm>
              <a:off x="1655887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1AA2CDF-6203-450A-1D11-7DDEE575DD67}"/>
              </a:ext>
            </a:extLst>
          </p:cNvPr>
          <p:cNvGrpSpPr/>
          <p:nvPr/>
        </p:nvGrpSpPr>
        <p:grpSpPr>
          <a:xfrm>
            <a:off x="9231352" y="884039"/>
            <a:ext cx="8027948" cy="8374261"/>
            <a:chOff x="0" y="-192881"/>
            <a:chExt cx="10703931" cy="11165681"/>
          </a:xfrm>
        </p:grpSpPr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9FB9905-0388-955E-4BCB-215AC3014DE8}"/>
                </a:ext>
              </a:extLst>
            </p:cNvPr>
            <p:cNvSpPr txBox="1"/>
            <p:nvPr/>
          </p:nvSpPr>
          <p:spPr>
            <a:xfrm>
              <a:off x="0" y="-192881"/>
              <a:ext cx="10703931" cy="1116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AC7BDC9-0AEE-B40C-7620-465E56E500B1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C9876D4-3222-3579-7917-4E4A13D03CA2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499C6EB5-8319-56F1-A585-C9B7D6D4CEF8}"/>
              </a:ext>
            </a:extLst>
          </p:cNvPr>
          <p:cNvSpPr txBox="1"/>
          <p:nvPr/>
        </p:nvSpPr>
        <p:spPr>
          <a:xfrm>
            <a:off x="2111868" y="2145523"/>
            <a:ext cx="1590120" cy="353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4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LOGS!</a:t>
            </a:r>
            <a:r>
              <a:rPr lang="en-US" sz="2000" spc="84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</a:t>
            </a: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066A230F-C0BA-63B3-681E-A6FBA12F8CDA}"/>
              </a:ext>
            </a:extLst>
          </p:cNvPr>
          <p:cNvSpPr/>
          <p:nvPr/>
        </p:nvSpPr>
        <p:spPr>
          <a:xfrm>
            <a:off x="1427998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5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27AFF314-1565-5AFB-8413-532464C1772F}"/>
              </a:ext>
            </a:extLst>
          </p:cNvPr>
          <p:cNvSpPr/>
          <p:nvPr/>
        </p:nvSpPr>
        <p:spPr>
          <a:xfrm>
            <a:off x="1835411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C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C69F1796-E584-B05C-06E9-C8BAC6F55126}"/>
              </a:ext>
            </a:extLst>
          </p:cNvPr>
          <p:cNvSpPr/>
          <p:nvPr/>
        </p:nvSpPr>
        <p:spPr>
          <a:xfrm>
            <a:off x="2243926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CF8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3D34DF-A6D4-E367-F322-2F045FFD4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648" y="2781300"/>
            <a:ext cx="9086489" cy="51964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43BC65-5DA1-4B40-2DD8-E8B65C4745B7}"/>
              </a:ext>
            </a:extLst>
          </p:cNvPr>
          <p:cNvSpPr txBox="1"/>
          <p:nvPr/>
        </p:nvSpPr>
        <p:spPr>
          <a:xfrm>
            <a:off x="13563600" y="2309666"/>
            <a:ext cx="160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Security Events</a:t>
            </a:r>
          </a:p>
        </p:txBody>
      </p:sp>
    </p:spTree>
    <p:extLst>
      <p:ext uri="{BB962C8B-B14F-4D97-AF65-F5344CB8AC3E}">
        <p14:creationId xmlns:p14="http://schemas.microsoft.com/office/powerpoint/2010/main" val="317798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E2AFC-355A-19C6-4AE8-BBB395D7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05AE194-4BBE-D386-9017-F207C7E1ADB1}"/>
              </a:ext>
            </a:extLst>
          </p:cNvPr>
          <p:cNvGrpSpPr/>
          <p:nvPr/>
        </p:nvGrpSpPr>
        <p:grpSpPr>
          <a:xfrm>
            <a:off x="1028700" y="1028700"/>
            <a:ext cx="15887700" cy="76962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1FA366B-A564-7CD6-2F39-3DD5CE43D1F3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2CA54AD9-B711-4B35-A094-C279EF3C2BDD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C3F5E759-1EC8-EEC5-C4F0-FDDAD3FAA67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7969353-0E13-B686-49F3-AE35CE4F0B30}"/>
                </a:ext>
              </a:extLst>
            </p:cNvPr>
            <p:cNvSpPr txBox="1"/>
            <p:nvPr/>
          </p:nvSpPr>
          <p:spPr>
            <a:xfrm>
              <a:off x="567983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8CB9784-2C6A-C01B-F0B2-D59089E50595}"/>
                </a:ext>
              </a:extLst>
            </p:cNvPr>
            <p:cNvSpPr txBox="1"/>
            <p:nvPr/>
          </p:nvSpPr>
          <p:spPr>
            <a:xfrm>
              <a:off x="1111201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EA2A041-1EB5-A90C-DEEC-D473FB4E65C6}"/>
                </a:ext>
              </a:extLst>
            </p:cNvPr>
            <p:cNvSpPr txBox="1"/>
            <p:nvPr/>
          </p:nvSpPr>
          <p:spPr>
            <a:xfrm>
              <a:off x="1655887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609B6ED-601D-4A5A-1214-481A28FFB090}"/>
              </a:ext>
            </a:extLst>
          </p:cNvPr>
          <p:cNvGrpSpPr/>
          <p:nvPr/>
        </p:nvGrpSpPr>
        <p:grpSpPr>
          <a:xfrm>
            <a:off x="9231352" y="884039"/>
            <a:ext cx="8027948" cy="8374261"/>
            <a:chOff x="0" y="-192881"/>
            <a:chExt cx="10703931" cy="11165681"/>
          </a:xfrm>
        </p:grpSpPr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E873C3E-986C-7A23-9930-F50EFAFB539D}"/>
                </a:ext>
              </a:extLst>
            </p:cNvPr>
            <p:cNvSpPr txBox="1"/>
            <p:nvPr/>
          </p:nvSpPr>
          <p:spPr>
            <a:xfrm>
              <a:off x="0" y="-192881"/>
              <a:ext cx="10703931" cy="1116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CDEE30C-9F4A-1637-1A5C-5E0F0FC6520F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F079249-E4F4-AE44-4D23-6C14415593D5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833DB152-4630-AE05-9F06-0A9E619E3DAC}"/>
              </a:ext>
            </a:extLst>
          </p:cNvPr>
          <p:cNvSpPr txBox="1"/>
          <p:nvPr/>
        </p:nvSpPr>
        <p:spPr>
          <a:xfrm>
            <a:off x="2111868" y="2145523"/>
            <a:ext cx="1590120" cy="353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4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LOGS!</a:t>
            </a:r>
            <a:r>
              <a:rPr lang="en-US" sz="2000" spc="84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 </a:t>
            </a: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9975C7A4-C6F5-DFC8-971A-274AE3A45C4B}"/>
              </a:ext>
            </a:extLst>
          </p:cNvPr>
          <p:cNvSpPr/>
          <p:nvPr/>
        </p:nvSpPr>
        <p:spPr>
          <a:xfrm>
            <a:off x="1427998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5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B98FBB40-760E-1F7C-37F5-D07E9A49922E}"/>
              </a:ext>
            </a:extLst>
          </p:cNvPr>
          <p:cNvSpPr/>
          <p:nvPr/>
        </p:nvSpPr>
        <p:spPr>
          <a:xfrm>
            <a:off x="1835411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C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A6BD6C1C-3F74-A5C9-D2F8-B96243FC78DE}"/>
              </a:ext>
            </a:extLst>
          </p:cNvPr>
          <p:cNvSpPr/>
          <p:nvPr/>
        </p:nvSpPr>
        <p:spPr>
          <a:xfrm>
            <a:off x="2243926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CF8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679713-74E5-3219-8F30-3AEE4607F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586" y="2857500"/>
            <a:ext cx="10402380" cy="52268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4BB29B-76D8-93FE-6EEF-E3EB6C72C582}"/>
              </a:ext>
            </a:extLst>
          </p:cNvPr>
          <p:cNvSpPr txBox="1"/>
          <p:nvPr/>
        </p:nvSpPr>
        <p:spPr>
          <a:xfrm>
            <a:off x="9989594" y="2298814"/>
            <a:ext cx="651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 Traffic shows </a:t>
            </a:r>
            <a:r>
              <a:rPr lang="en-US" dirty="0">
                <a:solidFill>
                  <a:srgbClr val="FF0000"/>
                </a:solidFill>
              </a:rPr>
              <a:t>Working Day (App Control)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Firewall Policy</a:t>
            </a:r>
          </a:p>
        </p:txBody>
      </p:sp>
    </p:spTree>
    <p:extLst>
      <p:ext uri="{BB962C8B-B14F-4D97-AF65-F5344CB8AC3E}">
        <p14:creationId xmlns:p14="http://schemas.microsoft.com/office/powerpoint/2010/main" val="281485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58E34-8F27-1810-2978-AE1FBE4DA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3270DB-3FEB-06E0-F59F-B023B8570D37}"/>
              </a:ext>
            </a:extLst>
          </p:cNvPr>
          <p:cNvGrpSpPr/>
          <p:nvPr/>
        </p:nvGrpSpPr>
        <p:grpSpPr>
          <a:xfrm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ABB06F4-656E-CE74-E4A3-A35F6E4E00BB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41080363-6AC7-D428-0272-788AF186CFC0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EA9877AD-842F-0993-41F1-C1A44CBC63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D3D22255-0808-5345-0C7A-62A68ECD2BEE}"/>
                </a:ext>
              </a:extLst>
            </p:cNvPr>
            <p:cNvGrpSpPr/>
            <p:nvPr/>
          </p:nvGrpSpPr>
          <p:grpSpPr>
            <a:xfrm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651CDA17-98AD-83DD-947E-8DCAEAF3CE1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C59F86E2-6B1C-36D9-9F37-B6DAE0EEA94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D856231-E1C0-54A0-024A-2BEF0889E420}"/>
                </a:ext>
              </a:extLst>
            </p:cNvPr>
            <p:cNvGrpSpPr/>
            <p:nvPr/>
          </p:nvGrpSpPr>
          <p:grpSpPr>
            <a:xfrm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2D8D952-C7A5-D089-15DB-67D9942EA8D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5918C98-76B9-6767-9553-31C99D19229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EC0EE63-72B6-F74A-E111-854C08C8ABA4}"/>
                </a:ext>
              </a:extLst>
            </p:cNvPr>
            <p:cNvGrpSpPr/>
            <p:nvPr/>
          </p:nvGrpSpPr>
          <p:grpSpPr>
            <a:xfrm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45C61018-E60D-6577-5132-60356E8EE14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9E36B5CB-23E5-651E-6B2F-7BA6DAFC451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036DBC9-DB44-9B66-0FDA-4742A7B51A56}"/>
              </a:ext>
            </a:extLst>
          </p:cNvPr>
          <p:cNvGrpSpPr/>
          <p:nvPr/>
        </p:nvGrpSpPr>
        <p:grpSpPr>
          <a:xfrm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D2CA4701-3CCA-35CF-A580-20F31044EC5C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396BDD87-7F23-5852-1028-DDA6477FEFC4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47FCA8CC-6860-19A9-BAEC-89E3D945DC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57BA2FC-5CEE-1D42-B485-E53DE3ADC59B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A08B3244-EE6E-6D57-ABAC-A89A0959518B}"/>
                </a:ext>
              </a:extLst>
            </p:cNvPr>
            <p:cNvSpPr txBox="1"/>
            <p:nvPr/>
          </p:nvSpPr>
          <p:spPr>
            <a:xfrm>
              <a:off x="1111201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0AF8DF3-51A8-3A50-294E-3096B7278CCD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TextBox 30">
            <a:extLst>
              <a:ext uri="{FF2B5EF4-FFF2-40B4-BE49-F238E27FC236}">
                <a16:creationId xmlns:a16="http://schemas.microsoft.com/office/drawing/2014/main" id="{2BBC3804-61CA-E7F2-1C23-A224889AC37E}"/>
              </a:ext>
            </a:extLst>
          </p:cNvPr>
          <p:cNvSpPr txBox="1"/>
          <p:nvPr/>
        </p:nvSpPr>
        <p:spPr>
          <a:xfrm>
            <a:off x="1999526" y="2098858"/>
            <a:ext cx="6382474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kumimoji="0" lang="en-US" sz="2000" b="1" i="0" u="none" strike="noStrike" kern="1200" cap="none" spc="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Traffic Shaper on Firewall Policy that gives any address using this policy 40.96 MB max bandwidth to use YouTube</a:t>
            </a:r>
          </a:p>
          <a:p>
            <a:pPr lvl="0" algn="just">
              <a:lnSpc>
                <a:spcPts val="2376"/>
              </a:lnSpc>
            </a:pPr>
            <a:endParaRPr lang="en-US" sz="2000" b="1" spc="84" dirty="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lvl="0" algn="just">
              <a:lnSpc>
                <a:spcPts val="2376"/>
              </a:lnSpc>
            </a:pPr>
            <a:r>
              <a:rPr lang="en-US" sz="2000" b="1" spc="84" dirty="0">
                <a:solidFill>
                  <a:srgbClr val="FF0000"/>
                </a:solidFill>
                <a:latin typeface="Inter Light"/>
                <a:ea typeface="Inter Light"/>
                <a:cs typeface="Inter Light"/>
                <a:sym typeface="Inter Light"/>
              </a:rPr>
              <a:t>Any other site will be blocked</a:t>
            </a:r>
            <a:endParaRPr lang="en-US" sz="2000" spc="84" dirty="0">
              <a:solidFill>
                <a:srgbClr val="FF0000"/>
              </a:solidFill>
              <a:latin typeface="Inter Light" panose="020B0604020202020204" charset="0"/>
              <a:ea typeface="Inter Light" panose="020B0604020202020204" charset="0"/>
              <a:cs typeface="Inter Light"/>
              <a:sym typeface="Inter Ligh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512B7F3-EEBE-652E-C589-8799E617E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640" y="1669856"/>
            <a:ext cx="7140047" cy="122672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AD5617-0E1A-C5DF-D135-C04C7ACC7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852" y="2961367"/>
            <a:ext cx="7616948" cy="327701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FC081BA-74AD-ADAB-AFF4-363149A72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498" y="4024809"/>
            <a:ext cx="6216529" cy="41148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7BB52A2-5639-D7AC-268F-5E21142B0105}"/>
              </a:ext>
            </a:extLst>
          </p:cNvPr>
          <p:cNvSpPr/>
          <p:nvPr/>
        </p:nvSpPr>
        <p:spPr>
          <a:xfrm>
            <a:off x="2120100" y="6314579"/>
            <a:ext cx="6033300" cy="200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4BB6CB8-F825-B395-AA1B-8115C40AE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840" y="6272907"/>
            <a:ext cx="3004560" cy="2874664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CD97B98-1070-B9F9-3A5D-0637D487427B}"/>
              </a:ext>
            </a:extLst>
          </p:cNvPr>
          <p:cNvCxnSpPr>
            <a:cxnSpLocks/>
          </p:cNvCxnSpPr>
          <p:nvPr/>
        </p:nvCxnSpPr>
        <p:spPr>
          <a:xfrm flipH="1">
            <a:off x="12192000" y="8572500"/>
            <a:ext cx="5334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37EDEF4-F90F-7C80-874E-4AE3FD7E4F42}"/>
              </a:ext>
            </a:extLst>
          </p:cNvPr>
          <p:cNvSpPr txBox="1"/>
          <p:nvPr/>
        </p:nvSpPr>
        <p:spPr>
          <a:xfrm>
            <a:off x="12725400" y="6528812"/>
            <a:ext cx="41868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show the GUI option of traffic shaper </a:t>
            </a:r>
            <a:br>
              <a:rPr lang="en-US" dirty="0"/>
            </a:br>
            <a:r>
              <a:rPr lang="en-US" dirty="0"/>
              <a:t>we used following command</a:t>
            </a:r>
          </a:p>
          <a:p>
            <a:r>
              <a:rPr lang="en-US" dirty="0"/>
              <a:t>#config firewall policy</a:t>
            </a:r>
          </a:p>
          <a:p>
            <a:r>
              <a:rPr lang="en-US" dirty="0"/>
              <a:t>#(policy) edit 3                      ((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/>
              <a:t> of Policy))</a:t>
            </a:r>
          </a:p>
          <a:p>
            <a:r>
              <a:rPr lang="en-US" dirty="0"/>
              <a:t>#(3) </a:t>
            </a:r>
            <a:r>
              <a:rPr lang="en-US" dirty="0">
                <a:solidFill>
                  <a:srgbClr val="FF0000"/>
                </a:solidFill>
              </a:rPr>
              <a:t>set traffic-shaper “</a:t>
            </a:r>
            <a:r>
              <a:rPr lang="en-US" dirty="0" err="1">
                <a:solidFill>
                  <a:srgbClr val="FF0000"/>
                </a:solidFill>
              </a:rPr>
              <a:t>Qouta</a:t>
            </a:r>
            <a:r>
              <a:rPr lang="en-US" dirty="0">
                <a:solidFill>
                  <a:srgbClr val="FF0000"/>
                </a:solidFill>
              </a:rPr>
              <a:t>-Streaming”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Between double quotation name of traffic </a:t>
            </a:r>
          </a:p>
          <a:p>
            <a:r>
              <a:rPr lang="en-US" dirty="0"/>
              <a:t>shaper used</a:t>
            </a:r>
          </a:p>
        </p:txBody>
      </p:sp>
    </p:spTree>
    <p:extLst>
      <p:ext uri="{BB962C8B-B14F-4D97-AF65-F5344CB8AC3E}">
        <p14:creationId xmlns:p14="http://schemas.microsoft.com/office/powerpoint/2010/main" val="130022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7C5DB-84E5-F1B6-2B16-2F275D8A8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4C8A80-B560-286E-59CE-426661EDACB6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42721E-BD2F-E6F0-03F7-F9F845113532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2C4B753-6157-9360-75CF-098DE51CEA3B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CA6F5B5-011D-8C51-4F32-492C9F531F5E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5B53FFF-4616-98AF-8CB3-ADC247EBAD7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A55EF8A-5F00-F9C2-C3E2-BCA2A90F1D1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DEBE8D2-2864-4399-5A83-3CC1768E5FA1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F6BFA86-0FB3-5634-0308-C288E344AAF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9C8C12B-E649-42D3-0430-39C95340192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7A73A7D-066B-3A49-DCAB-82149D5E0126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7E31F3D-08A5-CF64-8D8A-DEEB89843A6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72FCF3-AF4C-3F81-3AE0-CB3944877FE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23E6BA5F-247F-4179-28DC-0976F4344F5C}"/>
              </a:ext>
            </a:extLst>
          </p:cNvPr>
          <p:cNvSpPr/>
          <p:nvPr/>
        </p:nvSpPr>
        <p:spPr>
          <a:xfrm>
            <a:off x="8446822" y="4271612"/>
            <a:ext cx="1394355" cy="1743775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768E8B2F-B77E-608A-2A64-A48588ADAA3C}"/>
              </a:ext>
            </a:extLst>
          </p:cNvPr>
          <p:cNvSpPr txBox="1"/>
          <p:nvPr/>
        </p:nvSpPr>
        <p:spPr>
          <a:xfrm>
            <a:off x="2270616" y="2485595"/>
            <a:ext cx="13268343" cy="1237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Additional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283160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A9379-0F31-6A4C-9CA9-FB6165F62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BEDD0BD-FA53-AEBB-7E27-979A64CCDAA3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F83284-4CE4-FF82-4AA2-F9CE6C91CCA8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44706A1-BE34-CB9E-1554-F6E456793615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9B428B7-76EE-057E-5036-C357B9B5940F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3AA6D8A-F0FB-1E41-1730-D61439E6EF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CF6C639-0DFE-3787-6FF4-0B5C888C99C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BD10D73-DAB5-4582-33AB-474B125AA3F0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A3B5AD2-DD2C-5F54-F170-975827E18B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CDEFD9C-742E-E7EF-59FA-97C193FD386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82DF96B-0E76-8C84-B5CC-BF7999A1D5CB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DFE54D2-37EE-20B8-A05A-C8201EF73C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8A7621B-2C30-6FF9-F494-42D3575F60D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EB1B7A6-DBF9-1801-1F8F-2EC2431BB04D}"/>
              </a:ext>
            </a:extLst>
          </p:cNvPr>
          <p:cNvGrpSpPr/>
          <p:nvPr/>
        </p:nvGrpSpPr>
        <p:grpSpPr>
          <a:xfrm>
            <a:off x="1335296" y="1956679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9F08C82-5D20-3FDD-7A09-1E56D20D5AEB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11A95F0-9F70-B0DA-C8A9-E555D0B7E42B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Freeform 60">
            <a:extLst>
              <a:ext uri="{FF2B5EF4-FFF2-40B4-BE49-F238E27FC236}">
                <a16:creationId xmlns:a16="http://schemas.microsoft.com/office/drawing/2014/main" id="{8E618301-2DC1-C141-DAD1-6F53078675D3}"/>
              </a:ext>
            </a:extLst>
          </p:cNvPr>
          <p:cNvSpPr/>
          <p:nvPr/>
        </p:nvSpPr>
        <p:spPr>
          <a:xfrm>
            <a:off x="7704290" y="4288883"/>
            <a:ext cx="2125510" cy="1709234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EEFA42CE-4BF2-780D-94BB-59775F5D5A89}"/>
              </a:ext>
            </a:extLst>
          </p:cNvPr>
          <p:cNvSpPr txBox="1"/>
          <p:nvPr/>
        </p:nvSpPr>
        <p:spPr>
          <a:xfrm>
            <a:off x="2270616" y="2485595"/>
            <a:ext cx="13268343" cy="1237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Additional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284501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80AB1-1D3D-D326-F7C8-34E314503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1E92A31-92F8-FFC7-FA6F-1E573E02FF85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DA3BB28-049C-C542-F511-DA6D155F3C75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3C916E7-5D29-88A0-6583-ACF8E58D7162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148B8AC-3A91-AD1C-E242-B88D7E104E71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079141C-0019-D464-8BFC-B24CCF84E9B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96CDEED-18AB-B024-9B9B-CE0B53C5458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BB9439C-4C2F-0618-B232-42B934127140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ED90BD7-1E66-5145-8BEF-E237AF264E5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70CDA5B-AA18-11ED-D979-12EAAD3EB1D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28F484F-D9F8-9571-344A-822CEA3028FF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EFFFF39-1A2F-07F0-6E6C-FC83BB7340A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C794A53-8456-A62E-71E1-13A07132025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A00215F-AADD-89B9-648A-E86803185F20}"/>
              </a:ext>
            </a:extLst>
          </p:cNvPr>
          <p:cNvGrpSpPr/>
          <p:nvPr/>
        </p:nvGrpSpPr>
        <p:grpSpPr>
          <a:xfrm>
            <a:off x="1335296" y="2001038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B2A53B5-7981-5243-78CC-FD19AA976C4A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A440F64-1D9B-54E5-9016-193538203976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1484EED6-E023-19F2-797D-F522ABCFAD2D}"/>
              </a:ext>
            </a:extLst>
          </p:cNvPr>
          <p:cNvSpPr txBox="1"/>
          <p:nvPr/>
        </p:nvSpPr>
        <p:spPr>
          <a:xfrm>
            <a:off x="2270616" y="2485595"/>
            <a:ext cx="13268343" cy="1237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Additional Configurations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CDBECAB-1C6B-D49A-7BD8-2EF253C0598B}"/>
              </a:ext>
            </a:extLst>
          </p:cNvPr>
          <p:cNvSpPr/>
          <p:nvPr/>
        </p:nvSpPr>
        <p:spPr>
          <a:xfrm flipV="1">
            <a:off x="1427998" y="5133975"/>
            <a:ext cx="1541949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8198026-6F4C-33AD-803D-3BE676E24D0F}"/>
              </a:ext>
            </a:extLst>
          </p:cNvPr>
          <p:cNvSpPr txBox="1"/>
          <p:nvPr/>
        </p:nvSpPr>
        <p:spPr>
          <a:xfrm>
            <a:off x="5771543" y="6063566"/>
            <a:ext cx="6732407" cy="142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  <a:defRPr/>
            </a:pPr>
            <a:r>
              <a:rPr lang="en-US" sz="16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- Overall Firewall Policies &amp; Security Profiles used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defRPr/>
            </a:pPr>
            <a:r>
              <a:rPr lang="en-US" sz="16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- Schedule of Firewall Policies</a:t>
            </a:r>
          </a:p>
          <a:p>
            <a:pPr algn="ctr">
              <a:lnSpc>
                <a:spcPts val="3919"/>
              </a:lnSpc>
              <a:spcBef>
                <a:spcPct val="0"/>
              </a:spcBef>
              <a:defRPr/>
            </a:pPr>
            <a:r>
              <a:rPr lang="en-US" sz="16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- Tester Administrator (Profile for Test)</a:t>
            </a: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12A5545F-CDF3-70EB-43BD-9CB4D67B9121}"/>
              </a:ext>
            </a:extLst>
          </p:cNvPr>
          <p:cNvSpPr/>
          <p:nvPr/>
        </p:nvSpPr>
        <p:spPr>
          <a:xfrm>
            <a:off x="9045045" y="4999923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57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78FE4-63E3-03EE-5632-348A1A1A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7582FF2-0B56-482C-88D8-DDEB591C8A9B}"/>
              </a:ext>
            </a:extLst>
          </p:cNvPr>
          <p:cNvGrpSpPr/>
          <p:nvPr/>
        </p:nvGrpSpPr>
        <p:grpSpPr>
          <a:xfrm>
            <a:off x="1028700" y="1028700"/>
            <a:ext cx="15887700" cy="76962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5A4BCE2-EFAE-6B35-B7E9-3BE83EADF44F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42A22B8-496E-BAFD-AC4F-6B4BCC8E2046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596DF168-EAB8-DBDD-F9B4-44393B826E2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98BBB5B-230C-AD8B-4AA8-C0FF371F9F22}"/>
                </a:ext>
              </a:extLst>
            </p:cNvPr>
            <p:cNvSpPr txBox="1"/>
            <p:nvPr/>
          </p:nvSpPr>
          <p:spPr>
            <a:xfrm>
              <a:off x="567983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A6D73AC-B216-F368-9820-E3B65EFC9C75}"/>
                </a:ext>
              </a:extLst>
            </p:cNvPr>
            <p:cNvSpPr txBox="1"/>
            <p:nvPr/>
          </p:nvSpPr>
          <p:spPr>
            <a:xfrm>
              <a:off x="1111201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0707332-2F77-C201-1BC2-FF7075173DC8}"/>
                </a:ext>
              </a:extLst>
            </p:cNvPr>
            <p:cNvSpPr txBox="1"/>
            <p:nvPr/>
          </p:nvSpPr>
          <p:spPr>
            <a:xfrm>
              <a:off x="1655887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A014A6C-F844-A820-BE73-B4313C9F669C}"/>
              </a:ext>
            </a:extLst>
          </p:cNvPr>
          <p:cNvGrpSpPr/>
          <p:nvPr/>
        </p:nvGrpSpPr>
        <p:grpSpPr>
          <a:xfrm>
            <a:off x="9231352" y="884039"/>
            <a:ext cx="8027948" cy="8374261"/>
            <a:chOff x="0" y="-192881"/>
            <a:chExt cx="10703931" cy="11165681"/>
          </a:xfrm>
        </p:grpSpPr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CB20B696-B22E-DDC3-BE9A-BA6C65CC1249}"/>
                </a:ext>
              </a:extLst>
            </p:cNvPr>
            <p:cNvSpPr txBox="1"/>
            <p:nvPr/>
          </p:nvSpPr>
          <p:spPr>
            <a:xfrm>
              <a:off x="0" y="-192881"/>
              <a:ext cx="10703931" cy="1116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B1417E3-19F5-B0E1-0297-07B85D5E6CD1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1FB9C6C-1D1C-2CB5-B5E0-A96FAFC64DFD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FD0A536D-7001-5899-9FA7-49D01A99520A}"/>
              </a:ext>
            </a:extLst>
          </p:cNvPr>
          <p:cNvSpPr txBox="1"/>
          <p:nvPr/>
        </p:nvSpPr>
        <p:spPr>
          <a:xfrm>
            <a:off x="2111868" y="2145523"/>
            <a:ext cx="14118732" cy="368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45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Overall Firewall Policies &amp; Security Profiles used</a:t>
            </a:r>
            <a:endParaRPr lang="en-US" sz="4500" b="1" spc="84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 Light"/>
              <a:sym typeface="Inter Light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074A052C-B536-F694-7D07-D02D0306D294}"/>
              </a:ext>
            </a:extLst>
          </p:cNvPr>
          <p:cNvSpPr/>
          <p:nvPr/>
        </p:nvSpPr>
        <p:spPr>
          <a:xfrm>
            <a:off x="1427998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5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139B036F-F8F9-611D-E3D2-EA252EFF4B09}"/>
              </a:ext>
            </a:extLst>
          </p:cNvPr>
          <p:cNvSpPr/>
          <p:nvPr/>
        </p:nvSpPr>
        <p:spPr>
          <a:xfrm>
            <a:off x="1835411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C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A96ECFE3-08A2-8381-9300-F04F1897F582}"/>
              </a:ext>
            </a:extLst>
          </p:cNvPr>
          <p:cNvSpPr/>
          <p:nvPr/>
        </p:nvSpPr>
        <p:spPr>
          <a:xfrm>
            <a:off x="2243926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CF8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FD443A-E483-5880-ABF6-4A5572FA0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98" y="2721889"/>
            <a:ext cx="15184969" cy="19644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F068875-3081-EDFA-6296-5537C10CA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998" y="5794341"/>
            <a:ext cx="7030431" cy="20957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5A88117-90C6-3576-45EB-1507C47B1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998" y="4686300"/>
            <a:ext cx="6115904" cy="1076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6C4009-7ECA-6249-5868-94CB46DE0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0605" y="4683566"/>
            <a:ext cx="5544324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2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D531E-7237-1F1A-9011-B93D82FD1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BA4FBB-685B-32CE-5D4B-98FDFAD39764}"/>
              </a:ext>
            </a:extLst>
          </p:cNvPr>
          <p:cNvGrpSpPr/>
          <p:nvPr/>
        </p:nvGrpSpPr>
        <p:grpSpPr>
          <a:xfrm>
            <a:off x="1028700" y="1028700"/>
            <a:ext cx="15887700" cy="76962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93C97CF-5471-D2B1-7E3E-7AD7D26BA554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4A930147-F744-524F-DBD0-D6BE00259E4D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0719C067-441F-A5C8-0D12-96504BBBCF0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84C36D5-2844-F7DF-529E-F1D2F4BBF4A5}"/>
                </a:ext>
              </a:extLst>
            </p:cNvPr>
            <p:cNvSpPr txBox="1"/>
            <p:nvPr/>
          </p:nvSpPr>
          <p:spPr>
            <a:xfrm>
              <a:off x="567983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E26FE51-A149-B3C7-DFBC-72D362BFF54C}"/>
                </a:ext>
              </a:extLst>
            </p:cNvPr>
            <p:cNvSpPr txBox="1"/>
            <p:nvPr/>
          </p:nvSpPr>
          <p:spPr>
            <a:xfrm>
              <a:off x="1111201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C21608E-70C3-D87A-0E4E-ACBD592531EE}"/>
                </a:ext>
              </a:extLst>
            </p:cNvPr>
            <p:cNvSpPr txBox="1"/>
            <p:nvPr/>
          </p:nvSpPr>
          <p:spPr>
            <a:xfrm>
              <a:off x="1655887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1EF5E9F-1A24-4AD2-C8D8-635CC2F26A66}"/>
              </a:ext>
            </a:extLst>
          </p:cNvPr>
          <p:cNvGrpSpPr/>
          <p:nvPr/>
        </p:nvGrpSpPr>
        <p:grpSpPr>
          <a:xfrm>
            <a:off x="9231352" y="884039"/>
            <a:ext cx="8027948" cy="8374261"/>
            <a:chOff x="0" y="-192881"/>
            <a:chExt cx="10703931" cy="11165681"/>
          </a:xfrm>
        </p:grpSpPr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CC521B9A-05EC-CF24-9038-91774B79EEDF}"/>
                </a:ext>
              </a:extLst>
            </p:cNvPr>
            <p:cNvSpPr txBox="1"/>
            <p:nvPr/>
          </p:nvSpPr>
          <p:spPr>
            <a:xfrm>
              <a:off x="0" y="-192881"/>
              <a:ext cx="10703931" cy="1116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04EE735-6D47-A478-4AEC-7DB85D011244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5FDA27D-65E0-4332-4D03-6FDBB36B3BFB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14842A46-0C02-AD63-8992-C6F5A5C60141}"/>
              </a:ext>
            </a:extLst>
          </p:cNvPr>
          <p:cNvSpPr txBox="1"/>
          <p:nvPr/>
        </p:nvSpPr>
        <p:spPr>
          <a:xfrm>
            <a:off x="2111868" y="2145523"/>
            <a:ext cx="14118732" cy="368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45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Schedule of Firewall Policies</a:t>
            </a:r>
            <a:endParaRPr lang="en-US" sz="4500" b="1" spc="84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 Light"/>
              <a:sym typeface="Inter Light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CD99A483-9D0C-03EE-932F-E8403EBF7E55}"/>
              </a:ext>
            </a:extLst>
          </p:cNvPr>
          <p:cNvSpPr/>
          <p:nvPr/>
        </p:nvSpPr>
        <p:spPr>
          <a:xfrm>
            <a:off x="1427998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5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8041027E-EF88-D378-BDE8-340DF89E4002}"/>
              </a:ext>
            </a:extLst>
          </p:cNvPr>
          <p:cNvSpPr/>
          <p:nvPr/>
        </p:nvSpPr>
        <p:spPr>
          <a:xfrm>
            <a:off x="1835411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C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87A184F-69B8-B473-A72F-4978A145F936}"/>
              </a:ext>
            </a:extLst>
          </p:cNvPr>
          <p:cNvSpPr/>
          <p:nvPr/>
        </p:nvSpPr>
        <p:spPr>
          <a:xfrm>
            <a:off x="2243926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CF8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372D1B-F47F-E3C9-3C9C-4247FAB6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98" y="2721889"/>
            <a:ext cx="15184969" cy="1964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10D11-85F2-6759-D76F-3EA6CF47A9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224"/>
          <a:stretch/>
        </p:blipFill>
        <p:spPr>
          <a:xfrm>
            <a:off x="10198617" y="4821585"/>
            <a:ext cx="4592822" cy="31664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171827-48C5-7B5E-E7EC-FD78EBA19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771057"/>
            <a:ext cx="6230219" cy="3029373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EA14CE-89C4-D763-575B-1659F165899E}"/>
              </a:ext>
            </a:extLst>
          </p:cNvPr>
          <p:cNvCxnSpPr/>
          <p:nvPr/>
        </p:nvCxnSpPr>
        <p:spPr>
          <a:xfrm>
            <a:off x="8153400" y="6285743"/>
            <a:ext cx="173525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F2F5F4D2-98EB-CE99-F8A3-E6399F79C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161" y="6952794"/>
            <a:ext cx="3553321" cy="5525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33DDBA2-EBB1-96B0-E561-7A0C957034ED}"/>
              </a:ext>
            </a:extLst>
          </p:cNvPr>
          <p:cNvSpPr txBox="1"/>
          <p:nvPr/>
        </p:nvSpPr>
        <p:spPr>
          <a:xfrm>
            <a:off x="3662025" y="8123313"/>
            <a:ext cx="10060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the </a:t>
            </a:r>
            <a:r>
              <a:rPr lang="en-US" b="1" dirty="0">
                <a:solidFill>
                  <a:srgbClr val="FF0000"/>
                </a:solidFill>
              </a:rPr>
              <a:t>System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time</a:t>
            </a:r>
            <a:r>
              <a:rPr lang="en-US" dirty="0"/>
              <a:t> exceeds the </a:t>
            </a:r>
            <a:r>
              <a:rPr lang="en-US" b="1" dirty="0">
                <a:solidFill>
                  <a:srgbClr val="FF0000"/>
                </a:solidFill>
              </a:rPr>
              <a:t>stop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time</a:t>
            </a:r>
            <a:r>
              <a:rPr lang="en-US" dirty="0"/>
              <a:t> of Schedule used in Policy then </a:t>
            </a:r>
            <a:r>
              <a:rPr lang="en-US" b="1" dirty="0">
                <a:solidFill>
                  <a:srgbClr val="FF0000"/>
                </a:solidFill>
              </a:rPr>
              <a:t>STOP</a:t>
            </a:r>
            <a:r>
              <a:rPr lang="en-US" dirty="0"/>
              <a:t> work is done for today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7C7300-97BF-5FB5-E62E-DDF665199AA0}"/>
              </a:ext>
            </a:extLst>
          </p:cNvPr>
          <p:cNvSpPr txBox="1"/>
          <p:nvPr/>
        </p:nvSpPr>
        <p:spPr>
          <a:xfrm>
            <a:off x="14738471" y="4760770"/>
            <a:ext cx="22799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You search which policy used</a:t>
            </a:r>
          </a:p>
          <a:p>
            <a:r>
              <a:rPr lang="en-US" dirty="0"/>
              <a:t>You will find that Implicit policy deny applied Because all above are treated as disabled</a:t>
            </a:r>
          </a:p>
        </p:txBody>
      </p:sp>
    </p:spTree>
    <p:extLst>
      <p:ext uri="{BB962C8B-B14F-4D97-AF65-F5344CB8AC3E}">
        <p14:creationId xmlns:p14="http://schemas.microsoft.com/office/powerpoint/2010/main" val="14635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B9CB8-E144-382F-3829-5D4A14B4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BFDD2A-DA72-315C-59C1-A5D4D208A023}"/>
              </a:ext>
            </a:extLst>
          </p:cNvPr>
          <p:cNvGrpSpPr/>
          <p:nvPr/>
        </p:nvGrpSpPr>
        <p:grpSpPr>
          <a:xfrm>
            <a:off x="1028700" y="1028700"/>
            <a:ext cx="15887700" cy="76962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92043E59-D72D-F999-5EE2-34E7B5D91799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BD62B0C8-7D34-2490-DEE4-B65FF3D1FC5A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79F770E6-E683-B1DB-FB31-3C357F35454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5D62C47-3864-433D-1868-D8BC26F78A8D}"/>
                </a:ext>
              </a:extLst>
            </p:cNvPr>
            <p:cNvSpPr txBox="1"/>
            <p:nvPr/>
          </p:nvSpPr>
          <p:spPr>
            <a:xfrm>
              <a:off x="567983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71F5DCF-E3DC-2C48-B6EE-59233E6D6512}"/>
                </a:ext>
              </a:extLst>
            </p:cNvPr>
            <p:cNvSpPr txBox="1"/>
            <p:nvPr/>
          </p:nvSpPr>
          <p:spPr>
            <a:xfrm>
              <a:off x="1111201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4AD1D43-C41D-69C1-2E37-01FABFCF122B}"/>
                </a:ext>
              </a:extLst>
            </p:cNvPr>
            <p:cNvSpPr txBox="1"/>
            <p:nvPr/>
          </p:nvSpPr>
          <p:spPr>
            <a:xfrm>
              <a:off x="1655887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8456E35-C92A-DF0E-8314-2FF4853C1637}"/>
              </a:ext>
            </a:extLst>
          </p:cNvPr>
          <p:cNvGrpSpPr/>
          <p:nvPr/>
        </p:nvGrpSpPr>
        <p:grpSpPr>
          <a:xfrm>
            <a:off x="9231352" y="884039"/>
            <a:ext cx="8027948" cy="8374261"/>
            <a:chOff x="0" y="-192881"/>
            <a:chExt cx="10703931" cy="11165681"/>
          </a:xfrm>
        </p:grpSpPr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22375B6-FEFC-CC27-D459-FE548F5ED96A}"/>
                </a:ext>
              </a:extLst>
            </p:cNvPr>
            <p:cNvSpPr txBox="1"/>
            <p:nvPr/>
          </p:nvSpPr>
          <p:spPr>
            <a:xfrm>
              <a:off x="0" y="-192881"/>
              <a:ext cx="10703931" cy="1116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11E1D7F-9321-FAA4-EB04-8AC780755387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90BC6FD-598B-CE5C-812C-045803C6C670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201EAB9E-6CCF-1F52-E6B7-363F921B522E}"/>
              </a:ext>
            </a:extLst>
          </p:cNvPr>
          <p:cNvSpPr txBox="1"/>
          <p:nvPr/>
        </p:nvSpPr>
        <p:spPr>
          <a:xfrm>
            <a:off x="2111868" y="2145523"/>
            <a:ext cx="14118732" cy="368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45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Tester Administrator</a:t>
            </a:r>
            <a:endParaRPr lang="en-US" sz="4500" b="1" spc="84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 Light"/>
              <a:sym typeface="Inter Light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FCABC53D-B8D0-7548-2F25-B83A3B567CD6}"/>
              </a:ext>
            </a:extLst>
          </p:cNvPr>
          <p:cNvSpPr/>
          <p:nvPr/>
        </p:nvSpPr>
        <p:spPr>
          <a:xfrm>
            <a:off x="1427998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5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A54275E4-C191-B63D-C1C0-665BC94DE55F}"/>
              </a:ext>
            </a:extLst>
          </p:cNvPr>
          <p:cNvSpPr/>
          <p:nvPr/>
        </p:nvSpPr>
        <p:spPr>
          <a:xfrm>
            <a:off x="1835411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C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C977DA66-C471-9824-0A44-0222B632489E}"/>
              </a:ext>
            </a:extLst>
          </p:cNvPr>
          <p:cNvSpPr/>
          <p:nvPr/>
        </p:nvSpPr>
        <p:spPr>
          <a:xfrm>
            <a:off x="2243926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CF8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740F18-7561-E19E-602A-6453E10E37CB}"/>
              </a:ext>
            </a:extLst>
          </p:cNvPr>
          <p:cNvSpPr txBox="1"/>
          <p:nvPr/>
        </p:nvSpPr>
        <p:spPr>
          <a:xfrm>
            <a:off x="1672757" y="6634707"/>
            <a:ext cx="78941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Tester Administrator Created (For more security) if you want to test it by yourself</a:t>
            </a:r>
          </a:p>
          <a:p>
            <a:r>
              <a:rPr lang="en-US" b="1" dirty="0"/>
              <a:t>Credentials:</a:t>
            </a:r>
          </a:p>
          <a:p>
            <a:endParaRPr lang="en-US" dirty="0"/>
          </a:p>
          <a:p>
            <a:r>
              <a:rPr lang="en-US" b="1" dirty="0"/>
              <a:t>Username : </a:t>
            </a:r>
            <a:r>
              <a:rPr lang="en-US" dirty="0">
                <a:solidFill>
                  <a:srgbClr val="FF0000"/>
                </a:solidFill>
              </a:rPr>
              <a:t>Tester</a:t>
            </a:r>
          </a:p>
          <a:p>
            <a:r>
              <a:rPr lang="en-US" b="1" dirty="0"/>
              <a:t>Password : </a:t>
            </a:r>
            <a:r>
              <a:rPr lang="en-US" dirty="0">
                <a:solidFill>
                  <a:srgbClr val="FF0000"/>
                </a:solidFill>
              </a:rPr>
              <a:t>Fortinet1!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A4A499-3490-BC78-B3E1-2FE2917C9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26" y="2711745"/>
            <a:ext cx="6366674" cy="37511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4C6924-0A0A-EC6D-3B0D-3B1BE7685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2400" y="1440845"/>
            <a:ext cx="4891475" cy="6826855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0635FD-7FCB-DC06-8D03-188E4EBC5626}"/>
              </a:ext>
            </a:extLst>
          </p:cNvPr>
          <p:cNvCxnSpPr/>
          <p:nvPr/>
        </p:nvCxnSpPr>
        <p:spPr>
          <a:xfrm>
            <a:off x="9144000" y="4610100"/>
            <a:ext cx="20574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09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C44BB-799E-ED45-6DB4-8670F1A7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39528A-DA72-05C3-342F-E53D1FD9EBFE}"/>
              </a:ext>
            </a:extLst>
          </p:cNvPr>
          <p:cNvGrpSpPr/>
          <p:nvPr/>
        </p:nvGrpSpPr>
        <p:grpSpPr>
          <a:xfrm>
            <a:off x="1028700" y="1028700"/>
            <a:ext cx="15887700" cy="7696200"/>
            <a:chOff x="0" y="0"/>
            <a:chExt cx="10703931" cy="109728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43D45F9-65B9-F053-6F40-7D6350540C73}"/>
                </a:ext>
              </a:extLst>
            </p:cNvPr>
            <p:cNvGrpSpPr/>
            <p:nvPr/>
          </p:nvGrpSpPr>
          <p:grpSpPr>
            <a:xfrm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EF3068B0-5D96-BA08-14C7-B159DD4A021B}"/>
                  </a:ext>
                </a:extLst>
              </p:cNvPr>
              <p:cNvSpPr/>
              <p:nvPr/>
            </p:nvSpPr>
            <p:spPr>
              <a:xfrm>
                <a:off x="0" y="0"/>
                <a:ext cx="211435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14357" h="216746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A4012FAB-062E-A319-15EA-0622C62322D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08BE686-9725-59B7-3703-1F97FA912646}"/>
                </a:ext>
              </a:extLst>
            </p:cNvPr>
            <p:cNvSpPr txBox="1"/>
            <p:nvPr/>
          </p:nvSpPr>
          <p:spPr>
            <a:xfrm>
              <a:off x="567983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2F4F62B-EB86-E025-5A94-2C301670BD80}"/>
                </a:ext>
              </a:extLst>
            </p:cNvPr>
            <p:cNvSpPr txBox="1"/>
            <p:nvPr/>
          </p:nvSpPr>
          <p:spPr>
            <a:xfrm>
              <a:off x="1111201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B7ACD32-5C7C-6708-8B25-995901D778C1}"/>
                </a:ext>
              </a:extLst>
            </p:cNvPr>
            <p:cNvSpPr txBox="1"/>
            <p:nvPr/>
          </p:nvSpPr>
          <p:spPr>
            <a:xfrm>
              <a:off x="1655887" y="442281"/>
              <a:ext cx="308414" cy="326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39D1B95-CBEF-6590-5B2C-AE92B40E8430}"/>
              </a:ext>
            </a:extLst>
          </p:cNvPr>
          <p:cNvGrpSpPr/>
          <p:nvPr/>
        </p:nvGrpSpPr>
        <p:grpSpPr>
          <a:xfrm>
            <a:off x="9231352" y="884039"/>
            <a:ext cx="8027948" cy="8374261"/>
            <a:chOff x="0" y="-192881"/>
            <a:chExt cx="10703931" cy="11165681"/>
          </a:xfrm>
        </p:grpSpPr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1481143B-09A8-1B5A-5F51-A576E23FF8E3}"/>
                </a:ext>
              </a:extLst>
            </p:cNvPr>
            <p:cNvSpPr txBox="1"/>
            <p:nvPr/>
          </p:nvSpPr>
          <p:spPr>
            <a:xfrm>
              <a:off x="0" y="-192881"/>
              <a:ext cx="10703931" cy="11165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7B6BC57-F495-A650-E9E4-E5DB9C41D18A}"/>
                </a:ext>
              </a:extLst>
            </p:cNvPr>
            <p:cNvSpPr txBox="1"/>
            <p:nvPr/>
          </p:nvSpPr>
          <p:spPr>
            <a:xfrm>
              <a:off x="567984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8D0A625-48DF-1C29-6B13-A3D7FF15B998}"/>
                </a:ext>
              </a:extLst>
            </p:cNvPr>
            <p:cNvSpPr txBox="1"/>
            <p:nvPr/>
          </p:nvSpPr>
          <p:spPr>
            <a:xfrm>
              <a:off x="1655888" y="442281"/>
              <a:ext cx="308413" cy="32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DDD9CAA0-58D1-645C-1794-70D4DE4EE8A4}"/>
              </a:ext>
            </a:extLst>
          </p:cNvPr>
          <p:cNvSpPr txBox="1"/>
          <p:nvPr/>
        </p:nvSpPr>
        <p:spPr>
          <a:xfrm>
            <a:off x="2111868" y="2145523"/>
            <a:ext cx="14118732" cy="368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376"/>
              </a:lnSpc>
            </a:pPr>
            <a:r>
              <a:rPr lang="en-US" sz="45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Tester Administrator</a:t>
            </a:r>
            <a:endParaRPr lang="en-US" sz="4500" b="1" spc="84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 Light"/>
              <a:sym typeface="Inter Light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7C34F18D-C2BE-C0AA-67B3-094BB84A907C}"/>
              </a:ext>
            </a:extLst>
          </p:cNvPr>
          <p:cNvSpPr/>
          <p:nvPr/>
        </p:nvSpPr>
        <p:spPr>
          <a:xfrm>
            <a:off x="1427998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5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BA8BB015-F223-4203-E7FC-377A38E694E2}"/>
              </a:ext>
            </a:extLst>
          </p:cNvPr>
          <p:cNvSpPr/>
          <p:nvPr/>
        </p:nvSpPr>
        <p:spPr>
          <a:xfrm>
            <a:off x="1835411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8C9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609B150-A19C-0AE1-CAF2-01DA364DC732}"/>
              </a:ext>
            </a:extLst>
          </p:cNvPr>
          <p:cNvSpPr/>
          <p:nvPr/>
        </p:nvSpPr>
        <p:spPr>
          <a:xfrm>
            <a:off x="2243926" y="1347066"/>
            <a:ext cx="284689" cy="2846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CF854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9B5084-6BF5-8818-C18E-67365E47C250}"/>
              </a:ext>
            </a:extLst>
          </p:cNvPr>
          <p:cNvSpPr txBox="1"/>
          <p:nvPr/>
        </p:nvSpPr>
        <p:spPr>
          <a:xfrm>
            <a:off x="1672757" y="6634707"/>
            <a:ext cx="78941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Tester Administrator Created (For more security) if you want to test it by yourself</a:t>
            </a:r>
          </a:p>
          <a:p>
            <a:r>
              <a:rPr lang="en-US" b="1" dirty="0"/>
              <a:t>Credentials:</a:t>
            </a:r>
          </a:p>
          <a:p>
            <a:endParaRPr lang="en-US" dirty="0"/>
          </a:p>
          <a:p>
            <a:r>
              <a:rPr lang="en-US" b="1" dirty="0"/>
              <a:t>Username : </a:t>
            </a:r>
            <a:r>
              <a:rPr lang="en-US" dirty="0">
                <a:solidFill>
                  <a:srgbClr val="FF0000"/>
                </a:solidFill>
              </a:rPr>
              <a:t>Tester</a:t>
            </a:r>
          </a:p>
          <a:p>
            <a:r>
              <a:rPr lang="en-US" b="1" dirty="0"/>
              <a:t>Password : </a:t>
            </a:r>
            <a:r>
              <a:rPr lang="en-US" dirty="0">
                <a:solidFill>
                  <a:srgbClr val="FF0000"/>
                </a:solidFill>
              </a:rPr>
              <a:t>Fortinet1!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84130-492B-272F-768C-094835E9F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524" y="2649307"/>
            <a:ext cx="13616928" cy="363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9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27998" y="1886627"/>
            <a:ext cx="15419497" cy="6925551"/>
            <a:chOff x="0" y="0"/>
            <a:chExt cx="4061102" cy="18240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467859" y="2485595"/>
            <a:ext cx="9352282" cy="101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Special Thanks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1427998" y="5133975"/>
            <a:ext cx="1541949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771543" y="5905500"/>
            <a:ext cx="6732407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4000" b="1" spc="148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Instructor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36535" y="6902938"/>
            <a:ext cx="12802424" cy="35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4000" b="1" spc="84" dirty="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Eng. Afaf Wael</a:t>
            </a:r>
          </a:p>
        </p:txBody>
      </p:sp>
      <p:sp>
        <p:nvSpPr>
          <p:cNvPr id="21" name="Freeform 21"/>
          <p:cNvSpPr/>
          <p:nvPr/>
        </p:nvSpPr>
        <p:spPr>
          <a:xfrm>
            <a:off x="9045045" y="4999923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62979899-61E9-3B00-AFAD-BBEC103BE08B}"/>
              </a:ext>
            </a:extLst>
          </p:cNvPr>
          <p:cNvSpPr/>
          <p:nvPr/>
        </p:nvSpPr>
        <p:spPr>
          <a:xfrm>
            <a:off x="12711596" y="5420475"/>
            <a:ext cx="3519004" cy="3124552"/>
          </a:xfrm>
          <a:custGeom>
            <a:avLst/>
            <a:gdLst/>
            <a:ahLst/>
            <a:cxnLst/>
            <a:rect l="l" t="t" r="r" b="b"/>
            <a:pathLst>
              <a:path w="5325632" h="5286900">
                <a:moveTo>
                  <a:pt x="0" y="0"/>
                </a:moveTo>
                <a:lnTo>
                  <a:pt x="5325632" y="0"/>
                </a:lnTo>
                <a:lnTo>
                  <a:pt x="5325632" y="5286900"/>
                </a:lnTo>
                <a:lnTo>
                  <a:pt x="0" y="5286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A9E7F2-EAB6-1CE1-C3B1-405AA26D97D0}"/>
              </a:ext>
            </a:extLst>
          </p:cNvPr>
          <p:cNvSpPr txBox="1"/>
          <p:nvPr/>
        </p:nvSpPr>
        <p:spPr>
          <a:xfrm rot="20396267">
            <a:off x="13058655" y="6123381"/>
            <a:ext cx="628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Afaf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13C7C7-5889-EB26-1289-686518C4ECC5}"/>
              </a:ext>
            </a:extLst>
          </p:cNvPr>
          <p:cNvSpPr txBox="1"/>
          <p:nvPr/>
        </p:nvSpPr>
        <p:spPr>
          <a:xfrm rot="1059172">
            <a:off x="14661494" y="5629215"/>
            <a:ext cx="628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Wael</a:t>
            </a:r>
          </a:p>
        </p:txBody>
      </p:sp>
      <p:sp>
        <p:nvSpPr>
          <p:cNvPr id="31" name="Freeform 63">
            <a:extLst>
              <a:ext uri="{FF2B5EF4-FFF2-40B4-BE49-F238E27FC236}">
                <a16:creationId xmlns:a16="http://schemas.microsoft.com/office/drawing/2014/main" id="{7CB93D76-A1C5-5361-3109-AD94AEA0ABA3}"/>
              </a:ext>
            </a:extLst>
          </p:cNvPr>
          <p:cNvSpPr/>
          <p:nvPr/>
        </p:nvSpPr>
        <p:spPr>
          <a:xfrm>
            <a:off x="9525000" y="7344050"/>
            <a:ext cx="230565" cy="230565"/>
          </a:xfrm>
          <a:custGeom>
            <a:avLst/>
            <a:gdLst/>
            <a:ahLst/>
            <a:cxnLst/>
            <a:rect l="l" t="t" r="r" b="b"/>
            <a:pathLst>
              <a:path w="230565" h="230565">
                <a:moveTo>
                  <a:pt x="0" y="0"/>
                </a:moveTo>
                <a:lnTo>
                  <a:pt x="230565" y="0"/>
                </a:lnTo>
                <a:lnTo>
                  <a:pt x="230565" y="230566"/>
                </a:lnTo>
                <a:lnTo>
                  <a:pt x="0" y="230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64">
            <a:extLst>
              <a:ext uri="{FF2B5EF4-FFF2-40B4-BE49-F238E27FC236}">
                <a16:creationId xmlns:a16="http://schemas.microsoft.com/office/drawing/2014/main" id="{CD59A243-2330-C0B8-EE5D-7DADD82C0067}"/>
              </a:ext>
            </a:extLst>
          </p:cNvPr>
          <p:cNvSpPr txBox="1"/>
          <p:nvPr/>
        </p:nvSpPr>
        <p:spPr>
          <a:xfrm>
            <a:off x="8507657" y="7256625"/>
            <a:ext cx="1107102" cy="340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54"/>
              </a:lnSpc>
              <a:spcBef>
                <a:spcPct val="0"/>
              </a:spcBef>
            </a:pPr>
            <a:r>
              <a:rPr lang="en-US" sz="2038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Verified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7882F-124B-9B2D-DF21-6321A7C1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AD638A-08D0-A5A7-05BF-BBFA344F35F9}"/>
              </a:ext>
            </a:extLst>
          </p:cNvPr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302FB91-2D8A-6E92-B5F7-A7A457CAFDCB}"/>
                </a:ext>
              </a:extLst>
            </p:cNvPr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A4CE6A4-79CF-5BCD-904D-5543DE19D17D}"/>
                </a:ext>
              </a:extLst>
            </p:cNvPr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437D787-41F8-CB7B-8DAA-B91ED5DA21DC}"/>
              </a:ext>
            </a:extLst>
          </p:cNvPr>
          <p:cNvGrpSpPr/>
          <p:nvPr/>
        </p:nvGrpSpPr>
        <p:grpSpPr>
          <a:xfrm>
            <a:off x="1427998" y="1347066"/>
            <a:ext cx="284690" cy="28469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6E40949-E359-AE03-573B-58E1B18542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09CDC6D-ECE6-22C6-71AF-5CDFD2D2AAB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74F8F21-2EB3-E5C8-7FB2-60DBFB27FFF4}"/>
              </a:ext>
            </a:extLst>
          </p:cNvPr>
          <p:cNvGrpSpPr/>
          <p:nvPr/>
        </p:nvGrpSpPr>
        <p:grpSpPr>
          <a:xfrm>
            <a:off x="1835411" y="1347066"/>
            <a:ext cx="284690" cy="284690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1AB079E-58C9-BBCB-097E-DD67E5ABB9F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D6E65A0-AA82-ECB5-A014-DFE9A89906E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22A9136-07F7-B1BD-434C-63CD2E0EE4CE}"/>
              </a:ext>
            </a:extLst>
          </p:cNvPr>
          <p:cNvGrpSpPr/>
          <p:nvPr/>
        </p:nvGrpSpPr>
        <p:grpSpPr>
          <a:xfrm>
            <a:off x="2243926" y="1347066"/>
            <a:ext cx="284690" cy="28469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E2A2154-EE75-FAE9-5E79-20AC48BDCB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59D22E7-C0FA-505E-ABF9-B7F022F01C8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8816ECF-94B7-C1C3-4EA4-E8C588C76BCC}"/>
              </a:ext>
            </a:extLst>
          </p:cNvPr>
          <p:cNvGrpSpPr/>
          <p:nvPr/>
        </p:nvGrpSpPr>
        <p:grpSpPr>
          <a:xfrm>
            <a:off x="1427998" y="1886627"/>
            <a:ext cx="15419497" cy="6925551"/>
            <a:chOff x="0" y="0"/>
            <a:chExt cx="4061102" cy="182401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924C61F-9EC2-1475-6618-FB74A03D0D5C}"/>
                </a:ext>
              </a:extLst>
            </p:cNvPr>
            <p:cNvSpPr/>
            <p:nvPr/>
          </p:nvSpPr>
          <p:spPr>
            <a:xfrm>
              <a:off x="0" y="0"/>
              <a:ext cx="4061102" cy="1824013"/>
            </a:xfrm>
            <a:custGeom>
              <a:avLst/>
              <a:gdLst/>
              <a:ahLst/>
              <a:cxnLst/>
              <a:rect l="l" t="t" r="r" b="b"/>
              <a:pathLst>
                <a:path w="4061102" h="1824013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3C96F9C-0428-47B4-B909-F7919B2D9F2B}"/>
                </a:ext>
              </a:extLst>
            </p:cNvPr>
            <p:cNvSpPr txBox="1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065F2D57-F6D0-F469-36CD-3BCCA57F2158}"/>
              </a:ext>
            </a:extLst>
          </p:cNvPr>
          <p:cNvSpPr txBox="1"/>
          <p:nvPr/>
        </p:nvSpPr>
        <p:spPr>
          <a:xfrm>
            <a:off x="4467859" y="2485595"/>
            <a:ext cx="9352282" cy="101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sz="8041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Team Worked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DE928E2-E6B8-4C0E-4C90-2373195B0DA1}"/>
              </a:ext>
            </a:extLst>
          </p:cNvPr>
          <p:cNvSpPr/>
          <p:nvPr/>
        </p:nvSpPr>
        <p:spPr>
          <a:xfrm flipV="1">
            <a:off x="1427998" y="5133975"/>
            <a:ext cx="1541949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EC17228-0514-4648-9F9D-5B0A41B1DDED}"/>
              </a:ext>
            </a:extLst>
          </p:cNvPr>
          <p:cNvSpPr txBox="1"/>
          <p:nvPr/>
        </p:nvSpPr>
        <p:spPr>
          <a:xfrm>
            <a:off x="5771543" y="5905500"/>
            <a:ext cx="6732407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4000" b="1" spc="148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VULN SHARKS TEAM</a:t>
            </a:r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5B120F53-AC25-DA8B-5AF2-6A37461C85B6}"/>
              </a:ext>
            </a:extLst>
          </p:cNvPr>
          <p:cNvSpPr/>
          <p:nvPr/>
        </p:nvSpPr>
        <p:spPr>
          <a:xfrm>
            <a:off x="9045045" y="4999923"/>
            <a:ext cx="197909" cy="268103"/>
          </a:xfrm>
          <a:custGeom>
            <a:avLst/>
            <a:gdLst/>
            <a:ahLst/>
            <a:cxnLst/>
            <a:rect l="l" t="t" r="r" b="b"/>
            <a:pathLst>
              <a:path w="197909" h="268103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14">
            <a:extLst>
              <a:ext uri="{FF2B5EF4-FFF2-40B4-BE49-F238E27FC236}">
                <a16:creationId xmlns:a16="http://schemas.microsoft.com/office/drawing/2014/main" id="{121A0DC6-BC87-0D29-C210-B3DB7D77C5FF}"/>
              </a:ext>
            </a:extLst>
          </p:cNvPr>
          <p:cNvGrpSpPr/>
          <p:nvPr/>
        </p:nvGrpSpPr>
        <p:grpSpPr>
          <a:xfrm>
            <a:off x="13203012" y="2956210"/>
            <a:ext cx="3656989" cy="5855968"/>
            <a:chOff x="0" y="0"/>
            <a:chExt cx="963158" cy="1542313"/>
          </a:xfrm>
        </p:grpSpPr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EC1C2E1B-B4EE-A3CB-600D-760368878964}"/>
                </a:ext>
              </a:extLst>
            </p:cNvPr>
            <p:cNvSpPr/>
            <p:nvPr/>
          </p:nvSpPr>
          <p:spPr>
            <a:xfrm>
              <a:off x="0" y="0"/>
              <a:ext cx="963158" cy="1542313"/>
            </a:xfrm>
            <a:custGeom>
              <a:avLst/>
              <a:gdLst/>
              <a:ahLst/>
              <a:cxnLst/>
              <a:rect l="l" t="t" r="r" b="b"/>
              <a:pathLst>
                <a:path w="963158" h="1542313">
                  <a:moveTo>
                    <a:pt x="76213" y="0"/>
                  </a:moveTo>
                  <a:lnTo>
                    <a:pt x="886945" y="0"/>
                  </a:lnTo>
                  <a:cubicBezTo>
                    <a:pt x="929036" y="0"/>
                    <a:pt x="963158" y="34122"/>
                    <a:pt x="963158" y="76213"/>
                  </a:cubicBezTo>
                  <a:lnTo>
                    <a:pt x="963158" y="1466100"/>
                  </a:lnTo>
                  <a:cubicBezTo>
                    <a:pt x="963158" y="1486313"/>
                    <a:pt x="955128" y="1505698"/>
                    <a:pt x="940835" y="1519990"/>
                  </a:cubicBezTo>
                  <a:cubicBezTo>
                    <a:pt x="926543" y="1534283"/>
                    <a:pt x="907158" y="1542313"/>
                    <a:pt x="886945" y="1542313"/>
                  </a:cubicBezTo>
                  <a:lnTo>
                    <a:pt x="76213" y="1542313"/>
                  </a:lnTo>
                  <a:cubicBezTo>
                    <a:pt x="34122" y="1542313"/>
                    <a:pt x="0" y="1508191"/>
                    <a:pt x="0" y="1466100"/>
                  </a:cubicBezTo>
                  <a:lnTo>
                    <a:pt x="0" y="76213"/>
                  </a:lnTo>
                  <a:cubicBezTo>
                    <a:pt x="0" y="56000"/>
                    <a:pt x="8030" y="36615"/>
                    <a:pt x="22322" y="22322"/>
                  </a:cubicBezTo>
                  <a:cubicBezTo>
                    <a:pt x="36615" y="8030"/>
                    <a:pt x="56000" y="0"/>
                    <a:pt x="76213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16">
              <a:extLst>
                <a:ext uri="{FF2B5EF4-FFF2-40B4-BE49-F238E27FC236}">
                  <a16:creationId xmlns:a16="http://schemas.microsoft.com/office/drawing/2014/main" id="{8C32D453-F024-7789-D237-1F365312FC0B}"/>
                </a:ext>
              </a:extLst>
            </p:cNvPr>
            <p:cNvSpPr txBox="1"/>
            <p:nvPr/>
          </p:nvSpPr>
          <p:spPr>
            <a:xfrm>
              <a:off x="0" y="-38100"/>
              <a:ext cx="963158" cy="1580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56">
            <a:extLst>
              <a:ext uri="{FF2B5EF4-FFF2-40B4-BE49-F238E27FC236}">
                <a16:creationId xmlns:a16="http://schemas.microsoft.com/office/drawing/2014/main" id="{B576C1AB-52AE-F88B-FBBE-E7BEFB2D71F8}"/>
              </a:ext>
            </a:extLst>
          </p:cNvPr>
          <p:cNvGrpSpPr/>
          <p:nvPr/>
        </p:nvGrpSpPr>
        <p:grpSpPr>
          <a:xfrm>
            <a:off x="13582959" y="3396241"/>
            <a:ext cx="2897094" cy="4975906"/>
            <a:chOff x="0" y="0"/>
            <a:chExt cx="763021" cy="1310527"/>
          </a:xfrm>
        </p:grpSpPr>
        <p:sp>
          <p:nvSpPr>
            <p:cNvPr id="29" name="Freeform 57">
              <a:extLst>
                <a:ext uri="{FF2B5EF4-FFF2-40B4-BE49-F238E27FC236}">
                  <a16:creationId xmlns:a16="http://schemas.microsoft.com/office/drawing/2014/main" id="{9310388E-5613-9024-923D-461245CCBBC1}"/>
                </a:ext>
              </a:extLst>
            </p:cNvPr>
            <p:cNvSpPr/>
            <p:nvPr/>
          </p:nvSpPr>
          <p:spPr>
            <a:xfrm>
              <a:off x="0" y="0"/>
              <a:ext cx="763021" cy="1310527"/>
            </a:xfrm>
            <a:custGeom>
              <a:avLst/>
              <a:gdLst/>
              <a:ahLst/>
              <a:cxnLst/>
              <a:rect l="l" t="t" r="r" b="b"/>
              <a:pathLst>
                <a:path w="763021" h="1310527">
                  <a:moveTo>
                    <a:pt x="96203" y="0"/>
                  </a:moveTo>
                  <a:lnTo>
                    <a:pt x="666818" y="0"/>
                  </a:lnTo>
                  <a:cubicBezTo>
                    <a:pt x="692332" y="0"/>
                    <a:pt x="716802" y="10136"/>
                    <a:pt x="734844" y="28177"/>
                  </a:cubicBezTo>
                  <a:cubicBezTo>
                    <a:pt x="752885" y="46219"/>
                    <a:pt x="763021" y="70688"/>
                    <a:pt x="763021" y="96203"/>
                  </a:cubicBezTo>
                  <a:lnTo>
                    <a:pt x="763021" y="1214324"/>
                  </a:lnTo>
                  <a:cubicBezTo>
                    <a:pt x="763021" y="1267455"/>
                    <a:pt x="719949" y="1310527"/>
                    <a:pt x="666818" y="1310527"/>
                  </a:cubicBezTo>
                  <a:lnTo>
                    <a:pt x="96203" y="1310527"/>
                  </a:lnTo>
                  <a:cubicBezTo>
                    <a:pt x="43072" y="1310527"/>
                    <a:pt x="0" y="1267455"/>
                    <a:pt x="0" y="1214324"/>
                  </a:cubicBezTo>
                  <a:lnTo>
                    <a:pt x="0" y="96203"/>
                  </a:lnTo>
                  <a:cubicBezTo>
                    <a:pt x="0" y="43072"/>
                    <a:pt x="43072" y="0"/>
                    <a:pt x="9620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58">
              <a:extLst>
                <a:ext uri="{FF2B5EF4-FFF2-40B4-BE49-F238E27FC236}">
                  <a16:creationId xmlns:a16="http://schemas.microsoft.com/office/drawing/2014/main" id="{1B54092B-E021-E3B9-AC7E-7B02C557EF79}"/>
                </a:ext>
              </a:extLst>
            </p:cNvPr>
            <p:cNvSpPr txBox="1"/>
            <p:nvPr/>
          </p:nvSpPr>
          <p:spPr>
            <a:xfrm>
              <a:off x="0" y="-38100"/>
              <a:ext cx="763021" cy="1348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AutoShape 29">
            <a:extLst>
              <a:ext uri="{FF2B5EF4-FFF2-40B4-BE49-F238E27FC236}">
                <a16:creationId xmlns:a16="http://schemas.microsoft.com/office/drawing/2014/main" id="{8AA1B1E9-4ED8-240D-D500-C3EE5AC72910}"/>
              </a:ext>
            </a:extLst>
          </p:cNvPr>
          <p:cNvSpPr/>
          <p:nvPr/>
        </p:nvSpPr>
        <p:spPr>
          <a:xfrm>
            <a:off x="14632693" y="8563825"/>
            <a:ext cx="816678" cy="0"/>
          </a:xfrm>
          <a:prstGeom prst="line">
            <a:avLst/>
          </a:prstGeom>
          <a:ln w="38100" cap="rnd">
            <a:solidFill>
              <a:srgbClr val="F4F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6A2AB8-90BB-3077-CC76-ECA2AA1802AB}"/>
              </a:ext>
            </a:extLst>
          </p:cNvPr>
          <p:cNvSpPr txBox="1"/>
          <p:nvPr/>
        </p:nvSpPr>
        <p:spPr>
          <a:xfrm>
            <a:off x="13739133" y="4229100"/>
            <a:ext cx="2567667" cy="2952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Inter Light" panose="020B0604020202020204" charset="0"/>
                <a:ea typeface="Inter Light" panose="020B0604020202020204" charset="0"/>
              </a:rPr>
              <a:t>Mohamed Hassan</a:t>
            </a:r>
            <a:br>
              <a:rPr lang="en-US" b="1" dirty="0">
                <a:latin typeface="Inter Light" panose="020B0604020202020204" charset="0"/>
                <a:ea typeface="Inter Light" panose="020B0604020202020204" charset="0"/>
              </a:rPr>
            </a:br>
            <a:r>
              <a:rPr lang="en-US" b="1" dirty="0" err="1">
                <a:latin typeface="Inter Light" panose="020B0604020202020204" charset="0"/>
                <a:ea typeface="Inter Light" panose="020B0604020202020204" charset="0"/>
              </a:rPr>
              <a:t>Mahitab</a:t>
            </a:r>
            <a:r>
              <a:rPr lang="en-US" b="1" dirty="0">
                <a:latin typeface="Inter Light" panose="020B0604020202020204" charset="0"/>
                <a:ea typeface="Inter Light" panose="020B0604020202020204" charset="0"/>
              </a:rPr>
              <a:t> Fathy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Inter Light" panose="020B0604020202020204" charset="0"/>
                <a:ea typeface="Inter Light" panose="020B0604020202020204" charset="0"/>
              </a:rPr>
              <a:t>Ahmed Yasser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latin typeface="Inter Light" panose="020B0604020202020204" charset="0"/>
                <a:ea typeface="Inter Light" panose="020B0604020202020204" charset="0"/>
              </a:rPr>
              <a:t>Shimaa</a:t>
            </a:r>
            <a:r>
              <a:rPr lang="en-US" b="1" dirty="0">
                <a:latin typeface="Inter Light" panose="020B0604020202020204" charset="0"/>
                <a:ea typeface="Inter Light" panose="020B0604020202020204" charset="0"/>
              </a:rPr>
              <a:t> Saeed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Inter Light" panose="020B0604020202020204" charset="0"/>
                <a:ea typeface="Inter Light" panose="020B0604020202020204" charset="0"/>
              </a:rPr>
              <a:t>Fadi Magdy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Inter Light" panose="020B0604020202020204" charset="0"/>
                <a:ea typeface="Inter Light" panose="020B0604020202020204" charset="0"/>
              </a:rPr>
              <a:t>Asmaa Adel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Inter Light" panose="020B0604020202020204" charset="0"/>
                <a:ea typeface="Inter Light" panose="020B0604020202020204" charset="0"/>
              </a:rPr>
              <a:t>Shaker Taha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C33196-E832-B1BF-27A6-844F8A50CA9E}"/>
              </a:ext>
            </a:extLst>
          </p:cNvPr>
          <p:cNvSpPr txBox="1"/>
          <p:nvPr/>
        </p:nvSpPr>
        <p:spPr>
          <a:xfrm>
            <a:off x="14097630" y="3162300"/>
            <a:ext cx="1855479" cy="88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sz="1800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Team Worked</a:t>
            </a:r>
          </a:p>
        </p:txBody>
      </p:sp>
      <p:sp>
        <p:nvSpPr>
          <p:cNvPr id="36" name="Freeform 60">
            <a:extLst>
              <a:ext uri="{FF2B5EF4-FFF2-40B4-BE49-F238E27FC236}">
                <a16:creationId xmlns:a16="http://schemas.microsoft.com/office/drawing/2014/main" id="{6EB12CF7-516D-44A8-A303-3D516443E4D3}"/>
              </a:ext>
            </a:extLst>
          </p:cNvPr>
          <p:cNvSpPr/>
          <p:nvPr/>
        </p:nvSpPr>
        <p:spPr>
          <a:xfrm>
            <a:off x="15812824" y="4704720"/>
            <a:ext cx="333486" cy="281570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60">
            <a:extLst>
              <a:ext uri="{FF2B5EF4-FFF2-40B4-BE49-F238E27FC236}">
                <a16:creationId xmlns:a16="http://schemas.microsoft.com/office/drawing/2014/main" id="{DB17A023-6FBC-0754-56A0-6233E07ADDD6}"/>
              </a:ext>
            </a:extLst>
          </p:cNvPr>
          <p:cNvSpPr/>
          <p:nvPr/>
        </p:nvSpPr>
        <p:spPr>
          <a:xfrm>
            <a:off x="15812824" y="4297328"/>
            <a:ext cx="333486" cy="281570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60">
            <a:extLst>
              <a:ext uri="{FF2B5EF4-FFF2-40B4-BE49-F238E27FC236}">
                <a16:creationId xmlns:a16="http://schemas.microsoft.com/office/drawing/2014/main" id="{F75D3DA6-5E91-6BAB-6B17-EB81F67081CD}"/>
              </a:ext>
            </a:extLst>
          </p:cNvPr>
          <p:cNvSpPr/>
          <p:nvPr/>
        </p:nvSpPr>
        <p:spPr>
          <a:xfrm>
            <a:off x="15820914" y="5143500"/>
            <a:ext cx="333486" cy="281570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60">
            <a:extLst>
              <a:ext uri="{FF2B5EF4-FFF2-40B4-BE49-F238E27FC236}">
                <a16:creationId xmlns:a16="http://schemas.microsoft.com/office/drawing/2014/main" id="{7063B198-D7E3-12BB-F5CB-47DB40098EE7}"/>
              </a:ext>
            </a:extLst>
          </p:cNvPr>
          <p:cNvSpPr/>
          <p:nvPr/>
        </p:nvSpPr>
        <p:spPr>
          <a:xfrm>
            <a:off x="15820914" y="5547730"/>
            <a:ext cx="333486" cy="281570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60">
            <a:extLst>
              <a:ext uri="{FF2B5EF4-FFF2-40B4-BE49-F238E27FC236}">
                <a16:creationId xmlns:a16="http://schemas.microsoft.com/office/drawing/2014/main" id="{CE7F2CCC-EA58-FA14-B0E1-6A88181EDD07}"/>
              </a:ext>
            </a:extLst>
          </p:cNvPr>
          <p:cNvSpPr/>
          <p:nvPr/>
        </p:nvSpPr>
        <p:spPr>
          <a:xfrm>
            <a:off x="15820914" y="5981700"/>
            <a:ext cx="333486" cy="281570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60">
            <a:extLst>
              <a:ext uri="{FF2B5EF4-FFF2-40B4-BE49-F238E27FC236}">
                <a16:creationId xmlns:a16="http://schemas.microsoft.com/office/drawing/2014/main" id="{490EE6E8-A842-714F-6FC5-E79FEC8F966D}"/>
              </a:ext>
            </a:extLst>
          </p:cNvPr>
          <p:cNvSpPr/>
          <p:nvPr/>
        </p:nvSpPr>
        <p:spPr>
          <a:xfrm>
            <a:off x="15820914" y="6385930"/>
            <a:ext cx="333486" cy="281570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60">
            <a:extLst>
              <a:ext uri="{FF2B5EF4-FFF2-40B4-BE49-F238E27FC236}">
                <a16:creationId xmlns:a16="http://schemas.microsoft.com/office/drawing/2014/main" id="{3D972D42-19E2-58D5-D628-37BA331624BB}"/>
              </a:ext>
            </a:extLst>
          </p:cNvPr>
          <p:cNvSpPr/>
          <p:nvPr/>
        </p:nvSpPr>
        <p:spPr>
          <a:xfrm>
            <a:off x="15820914" y="6743700"/>
            <a:ext cx="333486" cy="281570"/>
          </a:xfrm>
          <a:custGeom>
            <a:avLst/>
            <a:gdLst/>
            <a:ahLst/>
            <a:cxnLst/>
            <a:rect l="l" t="t" r="r" b="b"/>
            <a:pathLst>
              <a:path w="1821917" h="1599975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63">
            <a:extLst>
              <a:ext uri="{FF2B5EF4-FFF2-40B4-BE49-F238E27FC236}">
                <a16:creationId xmlns:a16="http://schemas.microsoft.com/office/drawing/2014/main" id="{022B29C1-3BA0-AB61-C42C-3A557286EF4C}"/>
              </a:ext>
            </a:extLst>
          </p:cNvPr>
          <p:cNvSpPr/>
          <p:nvPr/>
        </p:nvSpPr>
        <p:spPr>
          <a:xfrm>
            <a:off x="9523035" y="6486371"/>
            <a:ext cx="230565" cy="230565"/>
          </a:xfrm>
          <a:custGeom>
            <a:avLst/>
            <a:gdLst/>
            <a:ahLst/>
            <a:cxnLst/>
            <a:rect l="l" t="t" r="r" b="b"/>
            <a:pathLst>
              <a:path w="230565" h="230565">
                <a:moveTo>
                  <a:pt x="0" y="0"/>
                </a:moveTo>
                <a:lnTo>
                  <a:pt x="230565" y="0"/>
                </a:lnTo>
                <a:lnTo>
                  <a:pt x="230565" y="230566"/>
                </a:lnTo>
                <a:lnTo>
                  <a:pt x="0" y="230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64">
            <a:extLst>
              <a:ext uri="{FF2B5EF4-FFF2-40B4-BE49-F238E27FC236}">
                <a16:creationId xmlns:a16="http://schemas.microsoft.com/office/drawing/2014/main" id="{A9C8C1B4-7340-7C65-B562-F4A536AC9B54}"/>
              </a:ext>
            </a:extLst>
          </p:cNvPr>
          <p:cNvSpPr txBox="1"/>
          <p:nvPr/>
        </p:nvSpPr>
        <p:spPr>
          <a:xfrm>
            <a:off x="8505692" y="6398946"/>
            <a:ext cx="1107102" cy="340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54"/>
              </a:lnSpc>
              <a:spcBef>
                <a:spcPct val="0"/>
              </a:spcBef>
            </a:pPr>
            <a:r>
              <a:rPr lang="en-US" sz="2038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Verified</a:t>
            </a:r>
          </a:p>
        </p:txBody>
      </p:sp>
    </p:spTree>
    <p:extLst>
      <p:ext uri="{BB962C8B-B14F-4D97-AF65-F5344CB8AC3E}">
        <p14:creationId xmlns:p14="http://schemas.microsoft.com/office/powerpoint/2010/main" val="297928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1836</Words>
  <Application>Microsoft Office PowerPoint</Application>
  <PresentationFormat>Custom</PresentationFormat>
  <Paragraphs>321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HGPMinchoE</vt:lpstr>
      <vt:lpstr>Wingdings</vt:lpstr>
      <vt:lpstr>Inter</vt:lpstr>
      <vt:lpstr>Arial</vt:lpstr>
      <vt:lpstr>Cooper Hewitt Bold</vt:lpstr>
      <vt:lpstr>Inter Light</vt:lpstr>
      <vt:lpstr>Calibri</vt:lpstr>
      <vt:lpstr>Inter Medium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Simple Modern Cyber Security Presentation</dc:title>
  <dc:creator>Elshenawy</dc:creator>
  <cp:lastModifiedBy>es-mhassankhalil20</cp:lastModifiedBy>
  <cp:revision>36</cp:revision>
  <dcterms:created xsi:type="dcterms:W3CDTF">2006-08-16T00:00:00Z</dcterms:created>
  <dcterms:modified xsi:type="dcterms:W3CDTF">2025-12-06T17:23:57Z</dcterms:modified>
  <dc:identifier>DAG4w1eGVzA</dc:identifier>
</cp:coreProperties>
</file>