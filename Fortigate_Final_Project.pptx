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48"/>
  </p:notesMasterIdLst>
  <p:sldIdLst>
    <p:sldId id="256" r:id="rId2"/>
    <p:sldId id="268" r:id="rId3"/>
    <p:sldId id="269" r:id="rId4"/>
    <p:sldId id="257" r:id="rId5"/>
    <p:sldId id="266" r:id="rId6"/>
    <p:sldId id="309" r:id="rId7"/>
    <p:sldId id="314" r:id="rId8"/>
    <p:sldId id="271" r:id="rId9"/>
    <p:sldId id="258" r:id="rId10"/>
    <p:sldId id="270" r:id="rId11"/>
    <p:sldId id="272" r:id="rId12"/>
    <p:sldId id="259" r:id="rId13"/>
    <p:sldId id="273" r:id="rId14"/>
    <p:sldId id="306" r:id="rId15"/>
    <p:sldId id="310" r:id="rId16"/>
    <p:sldId id="313" r:id="rId17"/>
    <p:sldId id="277" r:id="rId18"/>
    <p:sldId id="278" r:id="rId19"/>
    <p:sldId id="279" r:id="rId20"/>
    <p:sldId id="301" r:id="rId21"/>
    <p:sldId id="284" r:id="rId22"/>
    <p:sldId id="293" r:id="rId23"/>
    <p:sldId id="282" r:id="rId24"/>
    <p:sldId id="285" r:id="rId25"/>
    <p:sldId id="305" r:id="rId26"/>
    <p:sldId id="297" r:id="rId27"/>
    <p:sldId id="311" r:id="rId28"/>
    <p:sldId id="316" r:id="rId29"/>
    <p:sldId id="287" r:id="rId30"/>
    <p:sldId id="288" r:id="rId31"/>
    <p:sldId id="290" r:id="rId32"/>
    <p:sldId id="302" r:id="rId33"/>
    <p:sldId id="292" r:id="rId34"/>
    <p:sldId id="280" r:id="rId35"/>
    <p:sldId id="298" r:id="rId36"/>
    <p:sldId id="299" r:id="rId37"/>
    <p:sldId id="303" r:id="rId38"/>
    <p:sldId id="315" r:id="rId39"/>
    <p:sldId id="312" r:id="rId40"/>
    <p:sldId id="308" r:id="rId41"/>
    <p:sldId id="304" r:id="rId42"/>
    <p:sldId id="307" r:id="rId43"/>
    <p:sldId id="317" r:id="rId44"/>
    <p:sldId id="318" r:id="rId45"/>
    <p:sldId id="260" r:id="rId46"/>
    <p:sldId id="294" r:id="rId47"/>
  </p:sldIdLst>
  <p:sldSz cx="18288000" cy="10287000"/>
  <p:notesSz cx="6858000" cy="9144000"/>
  <p:embeddedFontLst>
    <p:embeddedFont>
      <p:font typeface="Cooper Hewitt Bold" panose="020B0604020202020204" charset="0"/>
      <p:regular r:id="rId49"/>
    </p:embeddedFont>
    <p:embeddedFont>
      <p:font typeface="HGPMinchoE" panose="02020800000000000000" pitchFamily="18" charset="-128"/>
      <p:regular r:id="rId50"/>
    </p:embeddedFont>
    <p:embeddedFont>
      <p:font typeface="Inter" panose="020B0604020202020204" charset="0"/>
      <p:regular r:id="rId51"/>
    </p:embeddedFont>
    <p:embeddedFont>
      <p:font typeface="Inter Light" panose="020B0604020202020204" charset="0"/>
      <p:regular r:id="rId52"/>
    </p:embeddedFont>
    <p:embeddedFont>
      <p:font typeface="Inter Medium" panose="020B0604020202020204" charset="0"/>
      <p:regular r:id="rId5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31EBC33-8255-48D7-B0AF-79606440D563}" v="17" dt="2025-12-03T22:06:29.60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>
        <p:scale>
          <a:sx n="50" d="100"/>
          <a:sy n="50" d="100"/>
        </p:scale>
        <p:origin x="516" y="3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font" Target="fonts/font2.fntdata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5.fntdata"/><Relationship Id="rId58" Type="http://schemas.microsoft.com/office/2016/11/relationships/changesInfo" Target="changesInfos/changesInfo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font" Target="fonts/font3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1.fntdata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4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s-mhassankhalil20" userId="603f93c2-f830-45bf-9bde-0863a403b894" providerId="ADAL" clId="{D9702146-83F2-44C2-886B-9E7EA2DC0928}"/>
    <pc:docChg chg="undo custSel addSld delSld modSld sldOrd">
      <pc:chgData name="es-mhassankhalil20" userId="603f93c2-f830-45bf-9bde-0863a403b894" providerId="ADAL" clId="{D9702146-83F2-44C2-886B-9E7EA2DC0928}" dt="2025-12-03T22:23:02.057" v="411" actId="1582"/>
      <pc:docMkLst>
        <pc:docMk/>
      </pc:docMkLst>
      <pc:sldChg chg="addSp modSp mod">
        <pc:chgData name="es-mhassankhalil20" userId="603f93c2-f830-45bf-9bde-0863a403b894" providerId="ADAL" clId="{D9702146-83F2-44C2-886B-9E7EA2DC0928}" dt="2025-12-03T21:55:35.842" v="3" actId="1076"/>
        <pc:sldMkLst>
          <pc:docMk/>
          <pc:sldMk cId="3907769902" sldId="266"/>
        </pc:sldMkLst>
        <pc:spChg chg="add mod">
          <ac:chgData name="es-mhassankhalil20" userId="603f93c2-f830-45bf-9bde-0863a403b894" providerId="ADAL" clId="{D9702146-83F2-44C2-886B-9E7EA2DC0928}" dt="2025-12-03T21:55:35.842" v="3" actId="1076"/>
          <ac:spMkLst>
            <pc:docMk/>
            <pc:sldMk cId="3907769902" sldId="266"/>
            <ac:spMk id="14" creationId="{EBD99608-A517-14C1-9235-1F27F0DE6127}"/>
          </ac:spMkLst>
        </pc:spChg>
        <pc:spChg chg="mod">
          <ac:chgData name="es-mhassankhalil20" userId="603f93c2-f830-45bf-9bde-0863a403b894" providerId="ADAL" clId="{D9702146-83F2-44C2-886B-9E7EA2DC0928}" dt="2025-12-03T21:55:30.869" v="2" actId="20577"/>
          <ac:spMkLst>
            <pc:docMk/>
            <pc:sldMk cId="3907769902" sldId="266"/>
            <ac:spMk id="26" creationId="{AF1EB33F-FF23-F831-D370-74EEE3280CB7}"/>
          </ac:spMkLst>
        </pc:spChg>
      </pc:sldChg>
      <pc:sldChg chg="addSp delSp modSp mod">
        <pc:chgData name="es-mhassankhalil20" userId="603f93c2-f830-45bf-9bde-0863a403b894" providerId="ADAL" clId="{D9702146-83F2-44C2-886B-9E7EA2DC0928}" dt="2025-12-03T21:57:37.498" v="11"/>
        <pc:sldMkLst>
          <pc:docMk/>
          <pc:sldMk cId="2759758799" sldId="271"/>
        </pc:sldMkLst>
        <pc:spChg chg="del">
          <ac:chgData name="es-mhassankhalil20" userId="603f93c2-f830-45bf-9bde-0863a403b894" providerId="ADAL" clId="{D9702146-83F2-44C2-886B-9E7EA2DC0928}" dt="2025-12-03T21:57:36.687" v="10" actId="478"/>
          <ac:spMkLst>
            <pc:docMk/>
            <pc:sldMk cId="2759758799" sldId="271"/>
            <ac:spMk id="17" creationId="{2A4DB216-CE3D-8918-70A3-9717905F4F87}"/>
          </ac:spMkLst>
        </pc:spChg>
        <pc:spChg chg="add mod">
          <ac:chgData name="es-mhassankhalil20" userId="603f93c2-f830-45bf-9bde-0863a403b894" providerId="ADAL" clId="{D9702146-83F2-44C2-886B-9E7EA2DC0928}" dt="2025-12-03T21:57:37.498" v="11"/>
          <ac:spMkLst>
            <pc:docMk/>
            <pc:sldMk cId="2759758799" sldId="271"/>
            <ac:spMk id="22" creationId="{C54DC81A-AEE8-E14C-F121-4534CA95CD91}"/>
          </ac:spMkLst>
        </pc:spChg>
      </pc:sldChg>
      <pc:sldChg chg="addSp delSp modSp mod">
        <pc:chgData name="es-mhassankhalil20" userId="603f93c2-f830-45bf-9bde-0863a403b894" providerId="ADAL" clId="{D9702146-83F2-44C2-886B-9E7EA2DC0928}" dt="2025-12-03T21:57:25.367" v="9"/>
        <pc:sldMkLst>
          <pc:docMk/>
          <pc:sldMk cId="114284794" sldId="277"/>
        </pc:sldMkLst>
        <pc:spChg chg="del">
          <ac:chgData name="es-mhassankhalil20" userId="603f93c2-f830-45bf-9bde-0863a403b894" providerId="ADAL" clId="{D9702146-83F2-44C2-886B-9E7EA2DC0928}" dt="2025-12-03T21:57:24.666" v="8" actId="478"/>
          <ac:spMkLst>
            <pc:docMk/>
            <pc:sldMk cId="114284794" sldId="277"/>
            <ac:spMk id="17" creationId="{1A8D04F9-E4CF-54A7-D0F4-584EB87CC8AD}"/>
          </ac:spMkLst>
        </pc:spChg>
        <pc:spChg chg="add mod">
          <ac:chgData name="es-mhassankhalil20" userId="603f93c2-f830-45bf-9bde-0863a403b894" providerId="ADAL" clId="{D9702146-83F2-44C2-886B-9E7EA2DC0928}" dt="2025-12-03T21:57:25.367" v="9"/>
          <ac:spMkLst>
            <pc:docMk/>
            <pc:sldMk cId="114284794" sldId="277"/>
            <ac:spMk id="22" creationId="{1B0DBF4B-87FD-2C87-DF4C-F83E450D67B5}"/>
          </ac:spMkLst>
        </pc:spChg>
      </pc:sldChg>
      <pc:sldChg chg="addSp delSp modSp mod">
        <pc:chgData name="es-mhassankhalil20" userId="603f93c2-f830-45bf-9bde-0863a403b894" providerId="ADAL" clId="{D9702146-83F2-44C2-886B-9E7EA2DC0928}" dt="2025-12-03T21:57:06.266" v="5"/>
        <pc:sldMkLst>
          <pc:docMk/>
          <pc:sldMk cId="3696014939" sldId="288"/>
        </pc:sldMkLst>
        <pc:spChg chg="del">
          <ac:chgData name="es-mhassankhalil20" userId="603f93c2-f830-45bf-9bde-0863a403b894" providerId="ADAL" clId="{D9702146-83F2-44C2-886B-9E7EA2DC0928}" dt="2025-12-03T21:57:05.565" v="4" actId="478"/>
          <ac:spMkLst>
            <pc:docMk/>
            <pc:sldMk cId="3696014939" sldId="288"/>
            <ac:spMk id="17" creationId="{C5A5FAE0-3C0B-FBDB-1E1C-674099F6EF2E}"/>
          </ac:spMkLst>
        </pc:spChg>
        <pc:spChg chg="add mod">
          <ac:chgData name="es-mhassankhalil20" userId="603f93c2-f830-45bf-9bde-0863a403b894" providerId="ADAL" clId="{D9702146-83F2-44C2-886B-9E7EA2DC0928}" dt="2025-12-03T21:57:06.266" v="5"/>
          <ac:spMkLst>
            <pc:docMk/>
            <pc:sldMk cId="3696014939" sldId="288"/>
            <ac:spMk id="22" creationId="{066D53B8-F082-4CBC-1784-603B23BA9503}"/>
          </ac:spMkLst>
        </pc:spChg>
      </pc:sldChg>
      <pc:sldChg chg="addSp delSp modSp mod">
        <pc:chgData name="es-mhassankhalil20" userId="603f93c2-f830-45bf-9bde-0863a403b894" providerId="ADAL" clId="{D9702146-83F2-44C2-886B-9E7EA2DC0928}" dt="2025-12-03T21:57:09.728" v="7"/>
        <pc:sldMkLst>
          <pc:docMk/>
          <pc:sldMk cId="1704920801" sldId="290"/>
        </pc:sldMkLst>
        <pc:spChg chg="del">
          <ac:chgData name="es-mhassankhalil20" userId="603f93c2-f830-45bf-9bde-0863a403b894" providerId="ADAL" clId="{D9702146-83F2-44C2-886B-9E7EA2DC0928}" dt="2025-12-03T21:57:09.032" v="6" actId="478"/>
          <ac:spMkLst>
            <pc:docMk/>
            <pc:sldMk cId="1704920801" sldId="290"/>
            <ac:spMk id="52" creationId="{9983A154-FC4E-0E1C-9B0C-A79911F5C926}"/>
          </ac:spMkLst>
        </pc:spChg>
        <pc:spChg chg="add mod">
          <ac:chgData name="es-mhassankhalil20" userId="603f93c2-f830-45bf-9bde-0863a403b894" providerId="ADAL" clId="{D9702146-83F2-44C2-886B-9E7EA2DC0928}" dt="2025-12-03T21:57:09.728" v="7"/>
          <ac:spMkLst>
            <pc:docMk/>
            <pc:sldMk cId="1704920801" sldId="290"/>
            <ac:spMk id="57" creationId="{6D53DDB8-4E92-16C5-DAF2-50C79BD9CBAA}"/>
          </ac:spMkLst>
        </pc:spChg>
      </pc:sldChg>
      <pc:sldChg chg="modSp mod">
        <pc:chgData name="es-mhassankhalil20" userId="603f93c2-f830-45bf-9bde-0863a403b894" providerId="ADAL" clId="{D9702146-83F2-44C2-886B-9E7EA2DC0928}" dt="2025-12-03T22:00:54.536" v="32" actId="1076"/>
        <pc:sldMkLst>
          <pc:docMk/>
          <pc:sldMk cId="76923088" sldId="306"/>
        </pc:sldMkLst>
        <pc:spChg chg="mod">
          <ac:chgData name="es-mhassankhalil20" userId="603f93c2-f830-45bf-9bde-0863a403b894" providerId="ADAL" clId="{D9702146-83F2-44C2-886B-9E7EA2DC0928}" dt="2025-12-03T22:00:52.762" v="31" actId="1076"/>
          <ac:spMkLst>
            <pc:docMk/>
            <pc:sldMk cId="76923088" sldId="306"/>
            <ac:spMk id="30" creationId="{27290B5D-6004-FEDD-68A6-C3F02C25D7B6}"/>
          </ac:spMkLst>
        </pc:spChg>
        <pc:picChg chg="mod">
          <ac:chgData name="es-mhassankhalil20" userId="603f93c2-f830-45bf-9bde-0863a403b894" providerId="ADAL" clId="{D9702146-83F2-44C2-886B-9E7EA2DC0928}" dt="2025-12-03T22:00:54.536" v="32" actId="1076"/>
          <ac:picMkLst>
            <pc:docMk/>
            <pc:sldMk cId="76923088" sldId="306"/>
            <ac:picMk id="20" creationId="{6FAEC8ED-DC3D-A2E9-1E22-83433628A8AE}"/>
          </ac:picMkLst>
        </pc:picChg>
      </pc:sldChg>
      <pc:sldChg chg="modSp mod">
        <pc:chgData name="es-mhassankhalil20" userId="603f93c2-f830-45bf-9bde-0863a403b894" providerId="ADAL" clId="{D9702146-83F2-44C2-886B-9E7EA2DC0928}" dt="2025-12-03T22:22:20.891" v="401" actId="20577"/>
        <pc:sldMkLst>
          <pc:docMk/>
          <pc:sldMk cId="3962578809" sldId="308"/>
        </pc:sldMkLst>
        <pc:spChg chg="mod">
          <ac:chgData name="es-mhassankhalil20" userId="603f93c2-f830-45bf-9bde-0863a403b894" providerId="ADAL" clId="{D9702146-83F2-44C2-886B-9E7EA2DC0928}" dt="2025-12-03T22:22:20.891" v="401" actId="20577"/>
          <ac:spMkLst>
            <pc:docMk/>
            <pc:sldMk cId="3962578809" sldId="308"/>
            <ac:spMk id="19" creationId="{98198026-6F4C-33AD-803D-3BE676E24D0F}"/>
          </ac:spMkLst>
        </pc:spChg>
      </pc:sldChg>
      <pc:sldChg chg="delSp modSp add mod ord">
        <pc:chgData name="es-mhassankhalil20" userId="603f93c2-f830-45bf-9bde-0863a403b894" providerId="ADAL" clId="{D9702146-83F2-44C2-886B-9E7EA2DC0928}" dt="2025-12-03T22:01:59.951" v="44"/>
        <pc:sldMkLst>
          <pc:docMk/>
          <pc:sldMk cId="843355358" sldId="309"/>
        </pc:sldMkLst>
        <pc:spChg chg="del">
          <ac:chgData name="es-mhassankhalil20" userId="603f93c2-f830-45bf-9bde-0863a403b894" providerId="ADAL" clId="{D9702146-83F2-44C2-886B-9E7EA2DC0928}" dt="2025-12-03T22:01:28.380" v="37" actId="478"/>
          <ac:spMkLst>
            <pc:docMk/>
            <pc:sldMk cId="843355358" sldId="309"/>
            <ac:spMk id="18" creationId="{4BF1731D-4A40-6269-A2FA-E440B5309E99}"/>
          </ac:spMkLst>
        </pc:spChg>
        <pc:spChg chg="del">
          <ac:chgData name="es-mhassankhalil20" userId="603f93c2-f830-45bf-9bde-0863a403b894" providerId="ADAL" clId="{D9702146-83F2-44C2-886B-9E7EA2DC0928}" dt="2025-12-03T22:01:20.160" v="34" actId="478"/>
          <ac:spMkLst>
            <pc:docMk/>
            <pc:sldMk cId="843355358" sldId="309"/>
            <ac:spMk id="19" creationId="{69645F07-01DB-F8AB-56AA-95E0D781C8E6}"/>
          </ac:spMkLst>
        </pc:spChg>
        <pc:spChg chg="del">
          <ac:chgData name="es-mhassankhalil20" userId="603f93c2-f830-45bf-9bde-0863a403b894" providerId="ADAL" clId="{D9702146-83F2-44C2-886B-9E7EA2DC0928}" dt="2025-12-03T22:01:21.569" v="35" actId="478"/>
          <ac:spMkLst>
            <pc:docMk/>
            <pc:sldMk cId="843355358" sldId="309"/>
            <ac:spMk id="20" creationId="{C2FAF050-18E5-4688-E26E-445AA9185D36}"/>
          </ac:spMkLst>
        </pc:spChg>
        <pc:spChg chg="mod">
          <ac:chgData name="es-mhassankhalil20" userId="603f93c2-f830-45bf-9bde-0863a403b894" providerId="ADAL" clId="{D9702146-83F2-44C2-886B-9E7EA2DC0928}" dt="2025-12-03T22:01:33.283" v="38" actId="1076"/>
          <ac:spMkLst>
            <pc:docMk/>
            <pc:sldMk cId="843355358" sldId="309"/>
            <ac:spMk id="21" creationId="{EDF0B382-4ABE-41ED-7C3A-3169708A60D3}"/>
          </ac:spMkLst>
        </pc:spChg>
        <pc:spChg chg="mod">
          <ac:chgData name="es-mhassankhalil20" userId="603f93c2-f830-45bf-9bde-0863a403b894" providerId="ADAL" clId="{D9702146-83F2-44C2-886B-9E7EA2DC0928}" dt="2025-12-03T22:01:59.951" v="44"/>
          <ac:spMkLst>
            <pc:docMk/>
            <pc:sldMk cId="843355358" sldId="309"/>
            <ac:spMk id="22" creationId="{44D89CF0-FD94-B2E3-0F12-636C6088E352}"/>
          </ac:spMkLst>
        </pc:spChg>
      </pc:sldChg>
      <pc:sldChg chg="delSp modSp add del mod">
        <pc:chgData name="es-mhassankhalil20" userId="603f93c2-f830-45bf-9bde-0863a403b894" providerId="ADAL" clId="{D9702146-83F2-44C2-886B-9E7EA2DC0928}" dt="2025-12-03T22:00:00.584" v="30" actId="47"/>
        <pc:sldMkLst>
          <pc:docMk/>
          <pc:sldMk cId="2104115190" sldId="309"/>
        </pc:sldMkLst>
        <pc:spChg chg="mod">
          <ac:chgData name="es-mhassankhalil20" userId="603f93c2-f830-45bf-9bde-0863a403b894" providerId="ADAL" clId="{D9702146-83F2-44C2-886B-9E7EA2DC0928}" dt="2025-12-03T21:58:58.304" v="19" actId="20577"/>
          <ac:spMkLst>
            <pc:docMk/>
            <pc:sldMk cId="2104115190" sldId="309"/>
            <ac:spMk id="52" creationId="{07399D3A-D79B-1DA7-0B7A-A78CA79D0932}"/>
          </ac:spMkLst>
        </pc:spChg>
        <pc:grpChg chg="mod">
          <ac:chgData name="es-mhassankhalil20" userId="603f93c2-f830-45bf-9bde-0863a403b894" providerId="ADAL" clId="{D9702146-83F2-44C2-886B-9E7EA2DC0928}" dt="2025-12-03T21:58:55.373" v="17" actId="1076"/>
          <ac:grpSpMkLst>
            <pc:docMk/>
            <pc:sldMk cId="2104115190" sldId="309"/>
            <ac:grpSpMk id="2" creationId="{E9F84BFB-CE25-EDEE-ABE3-1EB19F1769DE}"/>
          </ac:grpSpMkLst>
        </pc:grpChg>
        <pc:picChg chg="mod">
          <ac:chgData name="es-mhassankhalil20" userId="603f93c2-f830-45bf-9bde-0863a403b894" providerId="ADAL" clId="{D9702146-83F2-44C2-886B-9E7EA2DC0928}" dt="2025-12-03T21:59:58.209" v="29" actId="1076"/>
          <ac:picMkLst>
            <pc:docMk/>
            <pc:sldMk cId="2104115190" sldId="309"/>
            <ac:picMk id="17" creationId="{BFA4A37D-0A80-CAC3-FB5D-0DE5B49CC128}"/>
          </ac:picMkLst>
        </pc:picChg>
        <pc:picChg chg="del">
          <ac:chgData name="es-mhassankhalil20" userId="603f93c2-f830-45bf-9bde-0863a403b894" providerId="ADAL" clId="{D9702146-83F2-44C2-886B-9E7EA2DC0928}" dt="2025-12-03T21:58:46.703" v="13" actId="478"/>
          <ac:picMkLst>
            <pc:docMk/>
            <pc:sldMk cId="2104115190" sldId="309"/>
            <ac:picMk id="23" creationId="{DF89A73D-BB59-237B-EFB5-8B8FC7966075}"/>
          </ac:picMkLst>
        </pc:picChg>
        <pc:cxnChg chg="del">
          <ac:chgData name="es-mhassankhalil20" userId="603f93c2-f830-45bf-9bde-0863a403b894" providerId="ADAL" clId="{D9702146-83F2-44C2-886B-9E7EA2DC0928}" dt="2025-12-03T21:58:51.547" v="15" actId="478"/>
          <ac:cxnSpMkLst>
            <pc:docMk/>
            <pc:sldMk cId="2104115190" sldId="309"/>
            <ac:cxnSpMk id="66" creationId="{033535A6-E8EC-095E-3B13-C358AC944C73}"/>
          </ac:cxnSpMkLst>
        </pc:cxnChg>
        <pc:cxnChg chg="del">
          <ac:chgData name="es-mhassankhalil20" userId="603f93c2-f830-45bf-9bde-0863a403b894" providerId="ADAL" clId="{D9702146-83F2-44C2-886B-9E7EA2DC0928}" dt="2025-12-03T21:58:50.938" v="14" actId="478"/>
          <ac:cxnSpMkLst>
            <pc:docMk/>
            <pc:sldMk cId="2104115190" sldId="309"/>
            <ac:cxnSpMk id="68" creationId="{A54999F2-8F44-E10A-4C4C-3E24B8DCD460}"/>
          </ac:cxnSpMkLst>
        </pc:cxnChg>
      </pc:sldChg>
      <pc:sldChg chg="add">
        <pc:chgData name="es-mhassankhalil20" userId="603f93c2-f830-45bf-9bde-0863a403b894" providerId="ADAL" clId="{D9702146-83F2-44C2-886B-9E7EA2DC0928}" dt="2025-12-03T22:01:45.005" v="41" actId="2890"/>
        <pc:sldMkLst>
          <pc:docMk/>
          <pc:sldMk cId="2752396294" sldId="310"/>
        </pc:sldMkLst>
      </pc:sldChg>
      <pc:sldChg chg="addSp delSp modSp add mod ord">
        <pc:chgData name="es-mhassankhalil20" userId="603f93c2-f830-45bf-9bde-0863a403b894" providerId="ADAL" clId="{D9702146-83F2-44C2-886B-9E7EA2DC0928}" dt="2025-12-03T22:04:40.766" v="116" actId="478"/>
        <pc:sldMkLst>
          <pc:docMk/>
          <pc:sldMk cId="2701246265" sldId="311"/>
        </pc:sldMkLst>
        <pc:spChg chg="add del mod">
          <ac:chgData name="es-mhassankhalil20" userId="603f93c2-f830-45bf-9bde-0863a403b894" providerId="ADAL" clId="{D9702146-83F2-44C2-886B-9E7EA2DC0928}" dt="2025-12-03T22:02:37.053" v="76" actId="478"/>
          <ac:spMkLst>
            <pc:docMk/>
            <pc:sldMk cId="2701246265" sldId="311"/>
            <ac:spMk id="17" creationId="{02117F6A-D668-B183-7DE6-1970ACC26C20}"/>
          </ac:spMkLst>
        </pc:spChg>
        <pc:spChg chg="add mod">
          <ac:chgData name="es-mhassankhalil20" userId="603f93c2-f830-45bf-9bde-0863a403b894" providerId="ADAL" clId="{D9702146-83F2-44C2-886B-9E7EA2DC0928}" dt="2025-12-03T22:02:39.368" v="78"/>
          <ac:spMkLst>
            <pc:docMk/>
            <pc:sldMk cId="2701246265" sldId="311"/>
            <ac:spMk id="18" creationId="{3F84FEA1-A3AC-8CAF-D0CA-BD35B4F96291}"/>
          </ac:spMkLst>
        </pc:spChg>
        <pc:spChg chg="add del mod">
          <ac:chgData name="es-mhassankhalil20" userId="603f93c2-f830-45bf-9bde-0863a403b894" providerId="ADAL" clId="{D9702146-83F2-44C2-886B-9E7EA2DC0928}" dt="2025-12-03T22:04:09.275" v="101" actId="478"/>
          <ac:spMkLst>
            <pc:docMk/>
            <pc:sldMk cId="2701246265" sldId="311"/>
            <ac:spMk id="19" creationId="{C72FC89A-624E-4BDC-0902-E2924F35BC65}"/>
          </ac:spMkLst>
        </pc:spChg>
        <pc:spChg chg="add del mod">
          <ac:chgData name="es-mhassankhalil20" userId="603f93c2-f830-45bf-9bde-0863a403b894" providerId="ADAL" clId="{D9702146-83F2-44C2-886B-9E7EA2DC0928}" dt="2025-12-03T22:04:40.766" v="116" actId="478"/>
          <ac:spMkLst>
            <pc:docMk/>
            <pc:sldMk cId="2701246265" sldId="311"/>
            <ac:spMk id="20" creationId="{9A57297B-E592-A60E-2118-AF7341A8149D}"/>
          </ac:spMkLst>
        </pc:spChg>
        <pc:spChg chg="del mod">
          <ac:chgData name="es-mhassankhalil20" userId="603f93c2-f830-45bf-9bde-0863a403b894" providerId="ADAL" clId="{D9702146-83F2-44C2-886B-9E7EA2DC0928}" dt="2025-12-03T22:02:38.613" v="77" actId="478"/>
          <ac:spMkLst>
            <pc:docMk/>
            <pc:sldMk cId="2701246265" sldId="311"/>
            <ac:spMk id="22" creationId="{E3FED369-9A24-2C3E-2B74-6F344E31A7AC}"/>
          </ac:spMkLst>
        </pc:spChg>
        <pc:grpChg chg="del mod">
          <ac:chgData name="es-mhassankhalil20" userId="603f93c2-f830-45bf-9bde-0863a403b894" providerId="ADAL" clId="{D9702146-83F2-44C2-886B-9E7EA2DC0928}" dt="2025-12-03T22:04:28.630" v="108" actId="21"/>
          <ac:grpSpMkLst>
            <pc:docMk/>
            <pc:sldMk cId="2701246265" sldId="311"/>
            <ac:grpSpMk id="14" creationId="{AABE5B84-4FC3-DCEA-10E7-AD8C2AE25CDF}"/>
          </ac:grpSpMkLst>
        </pc:grpChg>
      </pc:sldChg>
      <pc:sldChg chg="addSp delSp modSp add mod ord">
        <pc:chgData name="es-mhassankhalil20" userId="603f93c2-f830-45bf-9bde-0863a403b894" providerId="ADAL" clId="{D9702146-83F2-44C2-886B-9E7EA2DC0928}" dt="2025-12-03T22:06:29.602" v="139"/>
        <pc:sldMkLst>
          <pc:docMk/>
          <pc:sldMk cId="2845019791" sldId="312"/>
        </pc:sldMkLst>
        <pc:spChg chg="add mod">
          <ac:chgData name="es-mhassankhalil20" userId="603f93c2-f830-45bf-9bde-0863a403b894" providerId="ADAL" clId="{D9702146-83F2-44C2-886B-9E7EA2DC0928}" dt="2025-12-03T22:04:38.577" v="115"/>
          <ac:spMkLst>
            <pc:docMk/>
            <pc:sldMk cId="2845019791" sldId="312"/>
            <ac:spMk id="17" creationId="{8E618301-2DC1-C141-DAD1-6F53078675D3}"/>
          </ac:spMkLst>
        </pc:spChg>
        <pc:spChg chg="del">
          <ac:chgData name="es-mhassankhalil20" userId="603f93c2-f830-45bf-9bde-0863a403b894" providerId="ADAL" clId="{D9702146-83F2-44C2-886B-9E7EA2DC0928}" dt="2025-12-03T22:06:28.696" v="138" actId="478"/>
          <ac:spMkLst>
            <pc:docMk/>
            <pc:sldMk cId="2845019791" sldId="312"/>
            <ac:spMk id="18" creationId="{7C988855-171B-A4B1-C523-FA795F295BE0}"/>
          </ac:spMkLst>
        </pc:spChg>
        <pc:spChg chg="del mod">
          <ac:chgData name="es-mhassankhalil20" userId="603f93c2-f830-45bf-9bde-0863a403b894" providerId="ADAL" clId="{D9702146-83F2-44C2-886B-9E7EA2DC0928}" dt="2025-12-03T22:04:37.703" v="114" actId="478"/>
          <ac:spMkLst>
            <pc:docMk/>
            <pc:sldMk cId="2845019791" sldId="312"/>
            <ac:spMk id="19" creationId="{7BA0041E-DFBE-BB72-CD8C-5255D256377B}"/>
          </ac:spMkLst>
        </pc:spChg>
        <pc:spChg chg="add mod">
          <ac:chgData name="es-mhassankhalil20" userId="603f93c2-f830-45bf-9bde-0863a403b894" providerId="ADAL" clId="{D9702146-83F2-44C2-886B-9E7EA2DC0928}" dt="2025-12-03T22:06:29.602" v="139"/>
          <ac:spMkLst>
            <pc:docMk/>
            <pc:sldMk cId="2845019791" sldId="312"/>
            <ac:spMk id="20" creationId="{EEFA42CE-4BF2-780D-94BB-59775F5D5A89}"/>
          </ac:spMkLst>
        </pc:spChg>
        <pc:spChg chg="del">
          <ac:chgData name="es-mhassankhalil20" userId="603f93c2-f830-45bf-9bde-0863a403b894" providerId="ADAL" clId="{D9702146-83F2-44C2-886B-9E7EA2DC0928}" dt="2025-12-03T22:04:00.006" v="99" actId="478"/>
          <ac:spMkLst>
            <pc:docMk/>
            <pc:sldMk cId="2845019791" sldId="312"/>
            <ac:spMk id="21" creationId="{BDB6105A-E0CF-E164-5B4E-A846B16DFFBD}"/>
          </ac:spMkLst>
        </pc:spChg>
        <pc:grpChg chg="mod">
          <ac:chgData name="es-mhassankhalil20" userId="603f93c2-f830-45bf-9bde-0863a403b894" providerId="ADAL" clId="{D9702146-83F2-44C2-886B-9E7EA2DC0928}" dt="2025-12-03T22:04:22.759" v="105" actId="1076"/>
          <ac:grpSpMkLst>
            <pc:docMk/>
            <pc:sldMk cId="2845019791" sldId="312"/>
            <ac:grpSpMk id="14" creationId="{DEB1B7A6-DBF9-1801-1F8F-2EC2431BB04D}"/>
          </ac:grpSpMkLst>
        </pc:grpChg>
      </pc:sldChg>
      <pc:sldChg chg="addSp delSp modSp add mod ord">
        <pc:chgData name="es-mhassankhalil20" userId="603f93c2-f830-45bf-9bde-0863a403b894" providerId="ADAL" clId="{D9702146-83F2-44C2-886B-9E7EA2DC0928}" dt="2025-12-03T22:05:20.867" v="122"/>
        <pc:sldMkLst>
          <pc:docMk/>
          <pc:sldMk cId="3454476594" sldId="313"/>
        </pc:sldMkLst>
        <pc:spChg chg="del mod">
          <ac:chgData name="es-mhassankhalil20" userId="603f93c2-f830-45bf-9bde-0863a403b894" providerId="ADAL" clId="{D9702146-83F2-44C2-886B-9E7EA2DC0928}" dt="2025-12-03T22:05:20.210" v="121" actId="478"/>
          <ac:spMkLst>
            <pc:docMk/>
            <pc:sldMk cId="3454476594" sldId="313"/>
            <ac:spMk id="18" creationId="{854344AF-9685-C29B-DBBA-85467688E00B}"/>
          </ac:spMkLst>
        </pc:spChg>
        <pc:spChg chg="add mod">
          <ac:chgData name="es-mhassankhalil20" userId="603f93c2-f830-45bf-9bde-0863a403b894" providerId="ADAL" clId="{D9702146-83F2-44C2-886B-9E7EA2DC0928}" dt="2025-12-03T22:05:20.867" v="122"/>
          <ac:spMkLst>
            <pc:docMk/>
            <pc:sldMk cId="3454476594" sldId="313"/>
            <ac:spMk id="19" creationId="{A17D50A4-32D1-698B-6A9E-8690A0576727}"/>
          </ac:spMkLst>
        </pc:spChg>
      </pc:sldChg>
      <pc:sldChg chg="addSp delSp modSp add mod ord">
        <pc:chgData name="es-mhassankhalil20" userId="603f93c2-f830-45bf-9bde-0863a403b894" providerId="ADAL" clId="{D9702146-83F2-44C2-886B-9E7EA2DC0928}" dt="2025-12-03T22:05:51.618" v="131"/>
        <pc:sldMkLst>
          <pc:docMk/>
          <pc:sldMk cId="328816501" sldId="314"/>
        </pc:sldMkLst>
        <pc:spChg chg="add del mod">
          <ac:chgData name="es-mhassankhalil20" userId="603f93c2-f830-45bf-9bde-0863a403b894" providerId="ADAL" clId="{D9702146-83F2-44C2-886B-9E7EA2DC0928}" dt="2025-12-03T22:05:50.975" v="130" actId="478"/>
          <ac:spMkLst>
            <pc:docMk/>
            <pc:sldMk cId="328816501" sldId="314"/>
            <ac:spMk id="18" creationId="{3A897561-EADB-DEDE-3A44-4552BE2CBB0F}"/>
          </ac:spMkLst>
        </pc:spChg>
        <pc:spChg chg="del">
          <ac:chgData name="es-mhassankhalil20" userId="603f93c2-f830-45bf-9bde-0863a403b894" providerId="ADAL" clId="{D9702146-83F2-44C2-886B-9E7EA2DC0928}" dt="2025-12-03T22:05:38.048" v="127" actId="478"/>
          <ac:spMkLst>
            <pc:docMk/>
            <pc:sldMk cId="328816501" sldId="314"/>
            <ac:spMk id="19" creationId="{DB39FB62-9442-FC68-95AC-8DA68D8E3911}"/>
          </ac:spMkLst>
        </pc:spChg>
        <pc:spChg chg="add mod">
          <ac:chgData name="es-mhassankhalil20" userId="603f93c2-f830-45bf-9bde-0863a403b894" providerId="ADAL" clId="{D9702146-83F2-44C2-886B-9E7EA2DC0928}" dt="2025-12-03T22:05:51.618" v="131"/>
          <ac:spMkLst>
            <pc:docMk/>
            <pc:sldMk cId="328816501" sldId="314"/>
            <ac:spMk id="20" creationId="{0FD8E177-35D3-2616-3E53-409B1D740F42}"/>
          </ac:spMkLst>
        </pc:spChg>
        <pc:grpChg chg="add del">
          <ac:chgData name="es-mhassankhalil20" userId="603f93c2-f830-45bf-9bde-0863a403b894" providerId="ADAL" clId="{D9702146-83F2-44C2-886B-9E7EA2DC0928}" dt="2025-12-03T22:05:49.581" v="129" actId="478"/>
          <ac:grpSpMkLst>
            <pc:docMk/>
            <pc:sldMk cId="328816501" sldId="314"/>
            <ac:grpSpMk id="14" creationId="{E7654003-AC66-9037-110F-57A625451C95}"/>
          </ac:grpSpMkLst>
        </pc:grpChg>
      </pc:sldChg>
      <pc:sldChg chg="addSp delSp modSp add mod ord">
        <pc:chgData name="es-mhassankhalil20" userId="603f93c2-f830-45bf-9bde-0863a403b894" providerId="ADAL" clId="{D9702146-83F2-44C2-886B-9E7EA2DC0928}" dt="2025-12-03T22:06:26.666" v="137"/>
        <pc:sldMkLst>
          <pc:docMk/>
          <pc:sldMk cId="2831600345" sldId="315"/>
        </pc:sldMkLst>
        <pc:spChg chg="add mod">
          <ac:chgData name="es-mhassankhalil20" userId="603f93c2-f830-45bf-9bde-0863a403b894" providerId="ADAL" clId="{D9702146-83F2-44C2-886B-9E7EA2DC0928}" dt="2025-12-03T22:06:26.666" v="137"/>
          <ac:spMkLst>
            <pc:docMk/>
            <pc:sldMk cId="2831600345" sldId="315"/>
            <ac:spMk id="14" creationId="{768E8B2F-B77E-608A-2A64-A48588ADAA3C}"/>
          </ac:spMkLst>
        </pc:spChg>
        <pc:spChg chg="del">
          <ac:chgData name="es-mhassankhalil20" userId="603f93c2-f830-45bf-9bde-0863a403b894" providerId="ADAL" clId="{D9702146-83F2-44C2-886B-9E7EA2DC0928}" dt="2025-12-03T22:06:25.867" v="136" actId="478"/>
          <ac:spMkLst>
            <pc:docMk/>
            <pc:sldMk cId="2831600345" sldId="315"/>
            <ac:spMk id="18" creationId="{CBA8C143-7E5C-255A-CB5F-98B25645DBEA}"/>
          </ac:spMkLst>
        </pc:spChg>
      </pc:sldChg>
      <pc:sldChg chg="add">
        <pc:chgData name="es-mhassankhalil20" userId="603f93c2-f830-45bf-9bde-0863a403b894" providerId="ADAL" clId="{D9702146-83F2-44C2-886B-9E7EA2DC0928}" dt="2025-12-03T22:06:14.478" v="133" actId="2890"/>
        <pc:sldMkLst>
          <pc:docMk/>
          <pc:sldMk cId="162356322" sldId="316"/>
        </pc:sldMkLst>
      </pc:sldChg>
      <pc:sldChg chg="addSp delSp modSp add mod">
        <pc:chgData name="es-mhassankhalil20" userId="603f93c2-f830-45bf-9bde-0863a403b894" providerId="ADAL" clId="{D9702146-83F2-44C2-886B-9E7EA2DC0928}" dt="2025-12-03T22:23:02.057" v="411" actId="1582"/>
        <pc:sldMkLst>
          <pc:docMk/>
          <pc:sldMk cId="2253097873" sldId="317"/>
        </pc:sldMkLst>
        <pc:spChg chg="mod">
          <ac:chgData name="es-mhassankhalil20" userId="603f93c2-f830-45bf-9bde-0863a403b894" providerId="ADAL" clId="{D9702146-83F2-44C2-886B-9E7EA2DC0928}" dt="2025-12-03T22:20:43.889" v="390" actId="113"/>
          <ac:spMkLst>
            <pc:docMk/>
            <pc:sldMk cId="2253097873" sldId="317"/>
            <ac:spMk id="20" creationId="{67740F18-7561-E19E-602A-6453E10E37CB}"/>
          </ac:spMkLst>
        </pc:spChg>
        <pc:spChg chg="del">
          <ac:chgData name="es-mhassankhalil20" userId="603f93c2-f830-45bf-9bde-0863a403b894" providerId="ADAL" clId="{D9702146-83F2-44C2-886B-9E7EA2DC0928}" dt="2025-12-03T22:15:57.295" v="207" actId="478"/>
          <ac:spMkLst>
            <pc:docMk/>
            <pc:sldMk cId="2253097873" sldId="317"/>
            <ac:spMk id="22" creationId="{8BC8E95F-1DDA-F76D-9FC3-E53AD9383F92}"/>
          </ac:spMkLst>
        </pc:spChg>
        <pc:spChg chg="mod">
          <ac:chgData name="es-mhassankhalil20" userId="603f93c2-f830-45bf-9bde-0863a403b894" providerId="ADAL" clId="{D9702146-83F2-44C2-886B-9E7EA2DC0928}" dt="2025-12-03T22:15:51.492" v="202" actId="20577"/>
          <ac:spMkLst>
            <pc:docMk/>
            <pc:sldMk cId="2253097873" sldId="317"/>
            <ac:spMk id="30" creationId="{201EAB9E-6CCF-1F52-E6B7-363F921B522E}"/>
          </ac:spMkLst>
        </pc:spChg>
        <pc:picChg chg="del">
          <ac:chgData name="es-mhassankhalil20" userId="603f93c2-f830-45bf-9bde-0863a403b894" providerId="ADAL" clId="{D9702146-83F2-44C2-886B-9E7EA2DC0928}" dt="2025-12-03T22:15:55.467" v="205" actId="478"/>
          <ac:picMkLst>
            <pc:docMk/>
            <pc:sldMk cId="2253097873" sldId="317"/>
            <ac:picMk id="7" creationId="{6751D59A-2391-50A8-B164-EC99749A88CF}"/>
          </ac:picMkLst>
        </pc:picChg>
        <pc:picChg chg="add mod">
          <ac:chgData name="es-mhassankhalil20" userId="603f93c2-f830-45bf-9bde-0863a403b894" providerId="ADAL" clId="{D9702146-83F2-44C2-886B-9E7EA2DC0928}" dt="2025-12-03T22:22:45.794" v="408" actId="14100"/>
          <ac:picMkLst>
            <pc:docMk/>
            <pc:sldMk cId="2253097873" sldId="317"/>
            <ac:picMk id="9" creationId="{71A4A499-3490-BC78-B3E1-2FE2917C9978}"/>
          </ac:picMkLst>
        </pc:picChg>
        <pc:picChg chg="del">
          <ac:chgData name="es-mhassankhalil20" userId="603f93c2-f830-45bf-9bde-0863a403b894" providerId="ADAL" clId="{D9702146-83F2-44C2-886B-9E7EA2DC0928}" dt="2025-12-03T22:15:54.567" v="203" actId="478"/>
          <ac:picMkLst>
            <pc:docMk/>
            <pc:sldMk cId="2253097873" sldId="317"/>
            <ac:picMk id="10" creationId="{56207601-890F-A4C9-6115-327FD80FC95A}"/>
          </ac:picMkLst>
        </pc:picChg>
        <pc:picChg chg="del">
          <ac:chgData name="es-mhassankhalil20" userId="603f93c2-f830-45bf-9bde-0863a403b894" providerId="ADAL" clId="{D9702146-83F2-44C2-886B-9E7EA2DC0928}" dt="2025-12-03T22:15:55.036" v="204" actId="478"/>
          <ac:picMkLst>
            <pc:docMk/>
            <pc:sldMk cId="2253097873" sldId="317"/>
            <ac:picMk id="12" creationId="{A437C3FC-3AB6-7896-D24B-D9DD66FAC002}"/>
          </ac:picMkLst>
        </pc:picChg>
        <pc:picChg chg="add mod">
          <ac:chgData name="es-mhassankhalil20" userId="603f93c2-f830-45bf-9bde-0863a403b894" providerId="ADAL" clId="{D9702146-83F2-44C2-886B-9E7EA2DC0928}" dt="2025-12-03T22:22:42.435" v="407" actId="1036"/>
          <ac:picMkLst>
            <pc:docMk/>
            <pc:sldMk cId="2253097873" sldId="317"/>
            <ac:picMk id="17" creationId="{794C6924-0A0A-EC6D-3B0D-3B1BE76855DD}"/>
          </ac:picMkLst>
        </pc:picChg>
        <pc:picChg chg="del">
          <ac:chgData name="es-mhassankhalil20" userId="603f93c2-f830-45bf-9bde-0863a403b894" providerId="ADAL" clId="{D9702146-83F2-44C2-886B-9E7EA2DC0928}" dt="2025-12-03T22:15:58.283" v="208" actId="478"/>
          <ac:picMkLst>
            <pc:docMk/>
            <pc:sldMk cId="2253097873" sldId="317"/>
            <ac:picMk id="19" creationId="{DD3DEB21-A6AD-B8BD-24CD-BF4631A6FF39}"/>
          </ac:picMkLst>
        </pc:picChg>
        <pc:cxnChg chg="del">
          <ac:chgData name="es-mhassankhalil20" userId="603f93c2-f830-45bf-9bde-0863a403b894" providerId="ADAL" clId="{D9702146-83F2-44C2-886B-9E7EA2DC0928}" dt="2025-12-03T22:15:56.100" v="206" actId="478"/>
          <ac:cxnSpMkLst>
            <pc:docMk/>
            <pc:sldMk cId="2253097873" sldId="317"/>
            <ac:cxnSpMk id="16" creationId="{AA303077-1D71-0B28-D269-728CC4C8B8CE}"/>
          </ac:cxnSpMkLst>
        </pc:cxnChg>
        <pc:cxnChg chg="add mod">
          <ac:chgData name="es-mhassankhalil20" userId="603f93c2-f830-45bf-9bde-0863a403b894" providerId="ADAL" clId="{D9702146-83F2-44C2-886B-9E7EA2DC0928}" dt="2025-12-03T22:23:02.057" v="411" actId="1582"/>
          <ac:cxnSpMkLst>
            <pc:docMk/>
            <pc:sldMk cId="2253097873" sldId="317"/>
            <ac:cxnSpMk id="24" creationId="{CE0635FD-7FCB-DC06-8D03-188E4EBC5626}"/>
          </ac:cxnSpMkLst>
        </pc:cxnChg>
      </pc:sldChg>
      <pc:sldChg chg="addSp delSp modSp add mod">
        <pc:chgData name="es-mhassankhalil20" userId="603f93c2-f830-45bf-9bde-0863a403b894" providerId="ADAL" clId="{D9702146-83F2-44C2-886B-9E7EA2DC0928}" dt="2025-12-03T22:22:03.083" v="397" actId="1076"/>
        <pc:sldMkLst>
          <pc:docMk/>
          <pc:sldMk cId="732391988" sldId="318"/>
        </pc:sldMkLst>
        <pc:picChg chg="add mod">
          <ac:chgData name="es-mhassankhalil20" userId="603f93c2-f830-45bf-9bde-0863a403b894" providerId="ADAL" clId="{D9702146-83F2-44C2-886B-9E7EA2DC0928}" dt="2025-12-03T22:22:03.083" v="397" actId="1076"/>
          <ac:picMkLst>
            <pc:docMk/>
            <pc:sldMk cId="732391988" sldId="318"/>
            <ac:picMk id="7" creationId="{5B184130-492B-272F-768C-094835E9F02A}"/>
          </ac:picMkLst>
        </pc:picChg>
        <pc:picChg chg="del">
          <ac:chgData name="es-mhassankhalil20" userId="603f93c2-f830-45bf-9bde-0863a403b894" providerId="ADAL" clId="{D9702146-83F2-44C2-886B-9E7EA2DC0928}" dt="2025-12-03T22:21:52.107" v="393" actId="478"/>
          <ac:picMkLst>
            <pc:docMk/>
            <pc:sldMk cId="732391988" sldId="318"/>
            <ac:picMk id="9" creationId="{B0EE5727-49D8-E66B-EFD8-A9AFB1E8405A}"/>
          </ac:picMkLst>
        </pc:picChg>
        <pc:picChg chg="del">
          <ac:chgData name="es-mhassankhalil20" userId="603f93c2-f830-45bf-9bde-0863a403b894" providerId="ADAL" clId="{D9702146-83F2-44C2-886B-9E7EA2DC0928}" dt="2025-12-03T22:21:52.579" v="394" actId="478"/>
          <ac:picMkLst>
            <pc:docMk/>
            <pc:sldMk cId="732391988" sldId="318"/>
            <ac:picMk id="17" creationId="{48C63E81-2C40-4439-5908-37A3DFD14A2C}"/>
          </ac:picMkLst>
        </pc:picChg>
      </pc:sldChg>
    </pc:docChg>
  </pc:docChgLst>
  <pc:docChgLst>
    <pc:chgData name="Mohamed Elshenawy" userId="4d8e66f3-dfeb-45bd-b928-a45168e8cbc1" providerId="ADAL" clId="{853970D4-D7F5-4920-A97A-565AF79390A5}"/>
    <pc:docChg chg="undo redo custSel addSld delSld modSld sldOrd">
      <pc:chgData name="Mohamed Elshenawy" userId="4d8e66f3-dfeb-45bd-b928-a45168e8cbc1" providerId="ADAL" clId="{853970D4-D7F5-4920-A97A-565AF79390A5}" dt="2025-12-03T14:42:46.353" v="2761" actId="20577"/>
      <pc:docMkLst>
        <pc:docMk/>
      </pc:docMkLst>
      <pc:sldChg chg="del">
        <pc:chgData name="Mohamed Elshenawy" userId="4d8e66f3-dfeb-45bd-b928-a45168e8cbc1" providerId="ADAL" clId="{853970D4-D7F5-4920-A97A-565AF79390A5}" dt="2025-12-03T12:42:49.646" v="1387" actId="47"/>
        <pc:sldMkLst>
          <pc:docMk/>
          <pc:sldMk cId="0" sldId="261"/>
        </pc:sldMkLst>
      </pc:sldChg>
      <pc:sldChg chg="del">
        <pc:chgData name="Mohamed Elshenawy" userId="4d8e66f3-dfeb-45bd-b928-a45168e8cbc1" providerId="ADAL" clId="{853970D4-D7F5-4920-A97A-565AF79390A5}" dt="2025-12-03T12:42:49.646" v="1387" actId="47"/>
        <pc:sldMkLst>
          <pc:docMk/>
          <pc:sldMk cId="0" sldId="262"/>
        </pc:sldMkLst>
      </pc:sldChg>
      <pc:sldChg chg="del">
        <pc:chgData name="Mohamed Elshenawy" userId="4d8e66f3-dfeb-45bd-b928-a45168e8cbc1" providerId="ADAL" clId="{853970D4-D7F5-4920-A97A-565AF79390A5}" dt="2025-12-03T12:42:49.646" v="1387" actId="47"/>
        <pc:sldMkLst>
          <pc:docMk/>
          <pc:sldMk cId="0" sldId="263"/>
        </pc:sldMkLst>
      </pc:sldChg>
      <pc:sldChg chg="del">
        <pc:chgData name="Mohamed Elshenawy" userId="4d8e66f3-dfeb-45bd-b928-a45168e8cbc1" providerId="ADAL" clId="{853970D4-D7F5-4920-A97A-565AF79390A5}" dt="2025-12-03T12:42:49.646" v="1387" actId="47"/>
        <pc:sldMkLst>
          <pc:docMk/>
          <pc:sldMk cId="0" sldId="264"/>
        </pc:sldMkLst>
      </pc:sldChg>
      <pc:sldChg chg="modSp mod">
        <pc:chgData name="Mohamed Elshenawy" userId="4d8e66f3-dfeb-45bd-b928-a45168e8cbc1" providerId="ADAL" clId="{853970D4-D7F5-4920-A97A-565AF79390A5}" dt="2025-12-03T14:31:01.766" v="2530" actId="1037"/>
        <pc:sldMkLst>
          <pc:docMk/>
          <pc:sldMk cId="3907769902" sldId="266"/>
        </pc:sldMkLst>
        <pc:spChg chg="mod">
          <ac:chgData name="Mohamed Elshenawy" userId="4d8e66f3-dfeb-45bd-b928-a45168e8cbc1" providerId="ADAL" clId="{853970D4-D7F5-4920-A97A-565AF79390A5}" dt="2025-12-03T14:30:46.846" v="2509" actId="20577"/>
          <ac:spMkLst>
            <pc:docMk/>
            <pc:sldMk cId="3907769902" sldId="266"/>
            <ac:spMk id="26" creationId="{AF1EB33F-FF23-F831-D370-74EEE3280CB7}"/>
          </ac:spMkLst>
        </pc:spChg>
        <pc:spChg chg="mod">
          <ac:chgData name="Mohamed Elshenawy" userId="4d8e66f3-dfeb-45bd-b928-a45168e8cbc1" providerId="ADAL" clId="{853970D4-D7F5-4920-A97A-565AF79390A5}" dt="2025-12-03T14:30:56.236" v="2511" actId="1076"/>
          <ac:spMkLst>
            <pc:docMk/>
            <pc:sldMk cId="3907769902" sldId="266"/>
            <ac:spMk id="29" creationId="{9EEE9131-3D3B-554F-4508-D3FF532C5240}"/>
          </ac:spMkLst>
        </pc:spChg>
        <pc:spChg chg="mod">
          <ac:chgData name="Mohamed Elshenawy" userId="4d8e66f3-dfeb-45bd-b928-a45168e8cbc1" providerId="ADAL" clId="{853970D4-D7F5-4920-A97A-565AF79390A5}" dt="2025-12-03T14:31:01.766" v="2530" actId="1037"/>
          <ac:spMkLst>
            <pc:docMk/>
            <pc:sldMk cId="3907769902" sldId="266"/>
            <ac:spMk id="30" creationId="{866BEC76-7879-14CC-B056-F3218524DC19}"/>
          </ac:spMkLst>
        </pc:spChg>
        <pc:spChg chg="mod">
          <ac:chgData name="Mohamed Elshenawy" userId="4d8e66f3-dfeb-45bd-b928-a45168e8cbc1" providerId="ADAL" clId="{853970D4-D7F5-4920-A97A-565AF79390A5}" dt="2025-12-03T14:30:59.950" v="2525" actId="1037"/>
          <ac:spMkLst>
            <pc:docMk/>
            <pc:sldMk cId="3907769902" sldId="266"/>
            <ac:spMk id="31" creationId="{570A0D0A-6EA8-BC22-661B-7257D9AF606F}"/>
          </ac:spMkLst>
        </pc:spChg>
        <pc:spChg chg="mod">
          <ac:chgData name="Mohamed Elshenawy" userId="4d8e66f3-dfeb-45bd-b928-a45168e8cbc1" providerId="ADAL" clId="{853970D4-D7F5-4920-A97A-565AF79390A5}" dt="2025-12-03T14:30:52.332" v="2510" actId="1076"/>
          <ac:spMkLst>
            <pc:docMk/>
            <pc:sldMk cId="3907769902" sldId="266"/>
            <ac:spMk id="32" creationId="{380F2F7B-C72E-EC92-A5ED-60D7B50EBC5D}"/>
          </ac:spMkLst>
        </pc:spChg>
      </pc:sldChg>
      <pc:sldChg chg="del">
        <pc:chgData name="Mohamed Elshenawy" userId="4d8e66f3-dfeb-45bd-b928-a45168e8cbc1" providerId="ADAL" clId="{853970D4-D7F5-4920-A97A-565AF79390A5}" dt="2025-12-03T12:42:49.646" v="1387" actId="47"/>
        <pc:sldMkLst>
          <pc:docMk/>
          <pc:sldMk cId="1546507651" sldId="267"/>
        </pc:sldMkLst>
      </pc:sldChg>
      <pc:sldChg chg="modSp del mod">
        <pc:chgData name="Mohamed Elshenawy" userId="4d8e66f3-dfeb-45bd-b928-a45168e8cbc1" providerId="ADAL" clId="{853970D4-D7F5-4920-A97A-565AF79390A5}" dt="2025-12-03T12:42:42.333" v="1386" actId="47"/>
        <pc:sldMkLst>
          <pc:docMk/>
          <pc:sldMk cId="4148323466" sldId="275"/>
        </pc:sldMkLst>
      </pc:sldChg>
      <pc:sldChg chg="addSp delSp modSp mod">
        <pc:chgData name="Mohamed Elshenawy" userId="4d8e66f3-dfeb-45bd-b928-a45168e8cbc1" providerId="ADAL" clId="{853970D4-D7F5-4920-A97A-565AF79390A5}" dt="2025-12-03T11:26:02.813" v="664" actId="1582"/>
        <pc:sldMkLst>
          <pc:docMk/>
          <pc:sldMk cId="306793279" sldId="280"/>
        </pc:sldMkLst>
        <pc:spChg chg="add del mod">
          <ac:chgData name="Mohamed Elshenawy" userId="4d8e66f3-dfeb-45bd-b928-a45168e8cbc1" providerId="ADAL" clId="{853970D4-D7F5-4920-A97A-565AF79390A5}" dt="2025-12-03T11:22:51.054" v="546" actId="478"/>
          <ac:spMkLst>
            <pc:docMk/>
            <pc:sldMk cId="306793279" sldId="280"/>
            <ac:spMk id="19" creationId="{3A522984-ADA1-22F3-53C0-90F3F8636D88}"/>
          </ac:spMkLst>
        </pc:spChg>
        <pc:spChg chg="mod">
          <ac:chgData name="Mohamed Elshenawy" userId="4d8e66f3-dfeb-45bd-b928-a45168e8cbc1" providerId="ADAL" clId="{853970D4-D7F5-4920-A97A-565AF79390A5}" dt="2025-12-03T11:25:47.483" v="660" actId="20577"/>
          <ac:spMkLst>
            <pc:docMk/>
            <pc:sldMk cId="306793279" sldId="280"/>
            <ac:spMk id="34" creationId="{E95E0D92-4D30-5E5D-6BAD-D847AA0F5D49}"/>
          </ac:spMkLst>
        </pc:spChg>
        <pc:grpChg chg="mod">
          <ac:chgData name="Mohamed Elshenawy" userId="4d8e66f3-dfeb-45bd-b928-a45168e8cbc1" providerId="ADAL" clId="{853970D4-D7F5-4920-A97A-565AF79390A5}" dt="2025-12-03T11:22:47.976" v="545" actId="1076"/>
          <ac:grpSpMkLst>
            <pc:docMk/>
            <pc:sldMk cId="306793279" sldId="280"/>
            <ac:grpSpMk id="15" creationId="{60D5C26A-133B-B637-E4B0-0D6CE9F83236}"/>
          </ac:grpSpMkLst>
        </pc:grpChg>
        <pc:picChg chg="add mod modCrop">
          <ac:chgData name="Mohamed Elshenawy" userId="4d8e66f3-dfeb-45bd-b928-a45168e8cbc1" providerId="ADAL" clId="{853970D4-D7F5-4920-A97A-565AF79390A5}" dt="2025-12-03T11:25:08.728" v="572" actId="1076"/>
          <ac:picMkLst>
            <pc:docMk/>
            <pc:sldMk cId="306793279" sldId="280"/>
            <ac:picMk id="22" creationId="{22E5C09D-50B3-50D7-5506-05F4E5C40B34}"/>
          </ac:picMkLst>
        </pc:picChg>
        <pc:picChg chg="add mod">
          <ac:chgData name="Mohamed Elshenawy" userId="4d8e66f3-dfeb-45bd-b928-a45168e8cbc1" providerId="ADAL" clId="{853970D4-D7F5-4920-A97A-565AF79390A5}" dt="2025-12-03T11:24:42.041" v="568" actId="1076"/>
          <ac:picMkLst>
            <pc:docMk/>
            <pc:sldMk cId="306793279" sldId="280"/>
            <ac:picMk id="25" creationId="{CC0A52BB-E4AA-B971-DD2A-9DFA12AD3774}"/>
          </ac:picMkLst>
        </pc:picChg>
        <pc:picChg chg="add mod">
          <ac:chgData name="Mohamed Elshenawy" userId="4d8e66f3-dfeb-45bd-b928-a45168e8cbc1" providerId="ADAL" clId="{853970D4-D7F5-4920-A97A-565AF79390A5}" dt="2025-12-03T11:25:13.928" v="574" actId="14100"/>
          <ac:picMkLst>
            <pc:docMk/>
            <pc:sldMk cId="306793279" sldId="280"/>
            <ac:picMk id="28" creationId="{750F5BF2-99DF-1ED9-5AF8-6506E7A823B7}"/>
          </ac:picMkLst>
        </pc:picChg>
        <pc:picChg chg="add mod">
          <ac:chgData name="Mohamed Elshenawy" userId="4d8e66f3-dfeb-45bd-b928-a45168e8cbc1" providerId="ADAL" clId="{853970D4-D7F5-4920-A97A-565AF79390A5}" dt="2025-12-01T14:35:42.029" v="220" actId="1076"/>
          <ac:picMkLst>
            <pc:docMk/>
            <pc:sldMk cId="306793279" sldId="280"/>
            <ac:picMk id="29" creationId="{7064F7E0-3B25-80C1-2D99-51B4795B9021}"/>
          </ac:picMkLst>
        </pc:picChg>
        <pc:picChg chg="add mod modCrop">
          <ac:chgData name="Mohamed Elshenawy" userId="4d8e66f3-dfeb-45bd-b928-a45168e8cbc1" providerId="ADAL" clId="{853970D4-D7F5-4920-A97A-565AF79390A5}" dt="2025-12-03T11:23:50.106" v="553" actId="14100"/>
          <ac:picMkLst>
            <pc:docMk/>
            <pc:sldMk cId="306793279" sldId="280"/>
            <ac:picMk id="33" creationId="{29322877-D0C5-1E8F-F2CD-E0DEEA093338}"/>
          </ac:picMkLst>
        </pc:picChg>
        <pc:picChg chg="add mod">
          <ac:chgData name="Mohamed Elshenawy" userId="4d8e66f3-dfeb-45bd-b928-a45168e8cbc1" providerId="ADAL" clId="{853970D4-D7F5-4920-A97A-565AF79390A5}" dt="2025-12-03T11:25:50.440" v="661" actId="1076"/>
          <ac:picMkLst>
            <pc:docMk/>
            <pc:sldMk cId="306793279" sldId="280"/>
            <ac:picMk id="36" creationId="{E73F556D-7C83-22B6-D212-4C018CD8E099}"/>
          </ac:picMkLst>
        </pc:picChg>
        <pc:cxnChg chg="add mod">
          <ac:chgData name="Mohamed Elshenawy" userId="4d8e66f3-dfeb-45bd-b928-a45168e8cbc1" providerId="ADAL" clId="{853970D4-D7F5-4920-A97A-565AF79390A5}" dt="2025-12-03T11:26:02.813" v="664" actId="1582"/>
          <ac:cxnSpMkLst>
            <pc:docMk/>
            <pc:sldMk cId="306793279" sldId="280"/>
            <ac:cxnSpMk id="31" creationId="{4D485830-B5F0-ECDD-FBDF-6BE922256DAB}"/>
          </ac:cxnSpMkLst>
        </pc:cxnChg>
      </pc:sldChg>
      <pc:sldChg chg="addSp delSp modSp mod">
        <pc:chgData name="Mohamed Elshenawy" userId="4d8e66f3-dfeb-45bd-b928-a45168e8cbc1" providerId="ADAL" clId="{853970D4-D7F5-4920-A97A-565AF79390A5}" dt="2025-12-01T13:31:25.701" v="125" actId="14100"/>
        <pc:sldMkLst>
          <pc:docMk/>
          <pc:sldMk cId="881728474" sldId="282"/>
        </pc:sldMkLst>
        <pc:picChg chg="add mod">
          <ac:chgData name="Mohamed Elshenawy" userId="4d8e66f3-dfeb-45bd-b928-a45168e8cbc1" providerId="ADAL" clId="{853970D4-D7F5-4920-A97A-565AF79390A5}" dt="2025-12-01T13:31:25.701" v="125" actId="14100"/>
          <ac:picMkLst>
            <pc:docMk/>
            <pc:sldMk cId="881728474" sldId="282"/>
            <ac:picMk id="20" creationId="{88060092-F025-5300-03E5-0201F59F2F86}"/>
          </ac:picMkLst>
        </pc:picChg>
        <pc:picChg chg="add mod">
          <ac:chgData name="Mohamed Elshenawy" userId="4d8e66f3-dfeb-45bd-b928-a45168e8cbc1" providerId="ADAL" clId="{853970D4-D7F5-4920-A97A-565AF79390A5}" dt="2025-12-01T13:31:21.183" v="124" actId="1036"/>
          <ac:picMkLst>
            <pc:docMk/>
            <pc:sldMk cId="881728474" sldId="282"/>
            <ac:picMk id="23" creationId="{1A972502-6F2C-D57D-DDDE-F29B3D1CA79A}"/>
          </ac:picMkLst>
        </pc:picChg>
        <pc:picChg chg="add mod">
          <ac:chgData name="Mohamed Elshenawy" userId="4d8e66f3-dfeb-45bd-b928-a45168e8cbc1" providerId="ADAL" clId="{853970D4-D7F5-4920-A97A-565AF79390A5}" dt="2025-12-01T13:31:14.727" v="113" actId="1037"/>
          <ac:picMkLst>
            <pc:docMk/>
            <pc:sldMk cId="881728474" sldId="282"/>
            <ac:picMk id="28" creationId="{96299D3F-2BD6-38ED-903B-425BEAA712B1}"/>
          </ac:picMkLst>
        </pc:picChg>
        <pc:picChg chg="add mod">
          <ac:chgData name="Mohamed Elshenawy" userId="4d8e66f3-dfeb-45bd-b928-a45168e8cbc1" providerId="ADAL" clId="{853970D4-D7F5-4920-A97A-565AF79390A5}" dt="2025-12-01T13:31:17.166" v="118" actId="1037"/>
          <ac:picMkLst>
            <pc:docMk/>
            <pc:sldMk cId="881728474" sldId="282"/>
            <ac:picMk id="31" creationId="{A15907AF-09C4-5467-4A1C-E473A03F6F2E}"/>
          </ac:picMkLst>
        </pc:picChg>
      </pc:sldChg>
      <pc:sldChg chg="del">
        <pc:chgData name="Mohamed Elshenawy" userId="4d8e66f3-dfeb-45bd-b928-a45168e8cbc1" providerId="ADAL" clId="{853970D4-D7F5-4920-A97A-565AF79390A5}" dt="2025-12-03T12:42:39.874" v="1385" actId="47"/>
        <pc:sldMkLst>
          <pc:docMk/>
          <pc:sldMk cId="545124314" sldId="283"/>
        </pc:sldMkLst>
      </pc:sldChg>
      <pc:sldChg chg="ord">
        <pc:chgData name="Mohamed Elshenawy" userId="4d8e66f3-dfeb-45bd-b928-a45168e8cbc1" providerId="ADAL" clId="{853970D4-D7F5-4920-A97A-565AF79390A5}" dt="2025-12-03T08:07:50.522" v="506"/>
        <pc:sldMkLst>
          <pc:docMk/>
          <pc:sldMk cId="3050937222" sldId="285"/>
        </pc:sldMkLst>
      </pc:sldChg>
      <pc:sldChg chg="del">
        <pc:chgData name="Mohamed Elshenawy" userId="4d8e66f3-dfeb-45bd-b928-a45168e8cbc1" providerId="ADAL" clId="{853970D4-D7F5-4920-A97A-565AF79390A5}" dt="2025-12-03T12:42:35.739" v="1384" actId="47"/>
        <pc:sldMkLst>
          <pc:docMk/>
          <pc:sldMk cId="1764934770" sldId="291"/>
        </pc:sldMkLst>
      </pc:sldChg>
      <pc:sldChg chg="addSp delSp modSp mod ord">
        <pc:chgData name="Mohamed Elshenawy" userId="4d8e66f3-dfeb-45bd-b928-a45168e8cbc1" providerId="ADAL" clId="{853970D4-D7F5-4920-A97A-565AF79390A5}" dt="2025-12-01T14:32:21.956" v="205"/>
        <pc:sldMkLst>
          <pc:docMk/>
          <pc:sldMk cId="2495293973" sldId="292"/>
        </pc:sldMkLst>
        <pc:picChg chg="add mod">
          <ac:chgData name="Mohamed Elshenawy" userId="4d8e66f3-dfeb-45bd-b928-a45168e8cbc1" providerId="ADAL" clId="{853970D4-D7F5-4920-A97A-565AF79390A5}" dt="2025-12-01T14:31:44.686" v="200" actId="1076"/>
          <ac:picMkLst>
            <pc:docMk/>
            <pc:sldMk cId="2495293973" sldId="292"/>
            <ac:picMk id="19" creationId="{BD1188B9-D722-3922-A907-8359A5549D41}"/>
          </ac:picMkLst>
        </pc:picChg>
        <pc:picChg chg="add mod">
          <ac:chgData name="Mohamed Elshenawy" userId="4d8e66f3-dfeb-45bd-b928-a45168e8cbc1" providerId="ADAL" clId="{853970D4-D7F5-4920-A97A-565AF79390A5}" dt="2025-12-01T14:31:51.743" v="203" actId="1076"/>
          <ac:picMkLst>
            <pc:docMk/>
            <pc:sldMk cId="2495293973" sldId="292"/>
            <ac:picMk id="22" creationId="{A3A1C669-1A55-A9D5-51E9-D5D0A64A55A1}"/>
          </ac:picMkLst>
        </pc:picChg>
      </pc:sldChg>
      <pc:sldChg chg="addSp delSp modSp mod">
        <pc:chgData name="Mohamed Elshenawy" userId="4d8e66f3-dfeb-45bd-b928-a45168e8cbc1" providerId="ADAL" clId="{853970D4-D7F5-4920-A97A-565AF79390A5}" dt="2025-12-01T13:23:57.786" v="61" actId="1076"/>
        <pc:sldMkLst>
          <pc:docMk/>
          <pc:sldMk cId="1083712721" sldId="293"/>
        </pc:sldMkLst>
        <pc:spChg chg="mod">
          <ac:chgData name="Mohamed Elshenawy" userId="4d8e66f3-dfeb-45bd-b928-a45168e8cbc1" providerId="ADAL" clId="{853970D4-D7F5-4920-A97A-565AF79390A5}" dt="2025-12-01T13:18:55.382" v="24" actId="20577"/>
          <ac:spMkLst>
            <pc:docMk/>
            <pc:sldMk cId="1083712721" sldId="293"/>
            <ac:spMk id="34" creationId="{735D1021-B3E1-2062-BBFB-7BF41850D930}"/>
          </ac:spMkLst>
        </pc:spChg>
        <pc:picChg chg="add mod">
          <ac:chgData name="Mohamed Elshenawy" userId="4d8e66f3-dfeb-45bd-b928-a45168e8cbc1" providerId="ADAL" clId="{853970D4-D7F5-4920-A97A-565AF79390A5}" dt="2025-12-01T13:22:49.522" v="54" actId="1076"/>
          <ac:picMkLst>
            <pc:docMk/>
            <pc:sldMk cId="1083712721" sldId="293"/>
            <ac:picMk id="29" creationId="{2CFED564-F788-3920-5C64-6C40C6BB29C7}"/>
          </ac:picMkLst>
        </pc:picChg>
        <pc:picChg chg="add mod">
          <ac:chgData name="Mohamed Elshenawy" userId="4d8e66f3-dfeb-45bd-b928-a45168e8cbc1" providerId="ADAL" clId="{853970D4-D7F5-4920-A97A-565AF79390A5}" dt="2025-12-01T13:23:57.786" v="61" actId="1076"/>
          <ac:picMkLst>
            <pc:docMk/>
            <pc:sldMk cId="1083712721" sldId="293"/>
            <ac:picMk id="31" creationId="{B77EB98A-A395-3837-26DB-C21026E7ED2C}"/>
          </ac:picMkLst>
        </pc:picChg>
      </pc:sldChg>
      <pc:sldChg chg="addSp delSp modSp add del mod ord">
        <pc:chgData name="Mohamed Elshenawy" userId="4d8e66f3-dfeb-45bd-b928-a45168e8cbc1" providerId="ADAL" clId="{853970D4-D7F5-4920-A97A-565AF79390A5}" dt="2025-12-03T14:18:20.922" v="2170" actId="47"/>
        <pc:sldMkLst>
          <pc:docMk/>
          <pc:sldMk cId="1968665526" sldId="295"/>
        </pc:sldMkLst>
        <pc:spChg chg="add del mod">
          <ac:chgData name="Mohamed Elshenawy" userId="4d8e66f3-dfeb-45bd-b928-a45168e8cbc1" providerId="ADAL" clId="{853970D4-D7F5-4920-A97A-565AF79390A5}" dt="2025-12-03T11:54:37.125" v="873" actId="21"/>
          <ac:spMkLst>
            <pc:docMk/>
            <pc:sldMk cId="1968665526" sldId="295"/>
            <ac:spMk id="9" creationId="{DE95DF3A-8D68-6F04-D198-1BDDD334B03F}"/>
          </ac:spMkLst>
        </pc:spChg>
        <pc:spChg chg="add mod">
          <ac:chgData name="Mohamed Elshenawy" userId="4d8e66f3-dfeb-45bd-b928-a45168e8cbc1" providerId="ADAL" clId="{853970D4-D7F5-4920-A97A-565AF79390A5}" dt="2025-12-03T11:54:45.207" v="874"/>
          <ac:spMkLst>
            <pc:docMk/>
            <pc:sldMk cId="1968665526" sldId="295"/>
            <ac:spMk id="10" creationId="{80674F0B-FCAD-5F84-5FB2-14755063A857}"/>
          </ac:spMkLst>
        </pc:spChg>
        <pc:picChg chg="add mod">
          <ac:chgData name="Mohamed Elshenawy" userId="4d8e66f3-dfeb-45bd-b928-a45168e8cbc1" providerId="ADAL" clId="{853970D4-D7F5-4920-A97A-565AF79390A5}" dt="2025-12-03T11:54:10.429" v="832" actId="1076"/>
          <ac:picMkLst>
            <pc:docMk/>
            <pc:sldMk cId="1968665526" sldId="295"/>
            <ac:picMk id="7" creationId="{B88B72B5-B22B-2438-88ED-A8F28EA70A6C}"/>
          </ac:picMkLst>
        </pc:picChg>
        <pc:picChg chg="add del mod">
          <ac:chgData name="Mohamed Elshenawy" userId="4d8e66f3-dfeb-45bd-b928-a45168e8cbc1" providerId="ADAL" clId="{853970D4-D7F5-4920-A97A-565AF79390A5}" dt="2025-12-03T11:45:19.581" v="789" actId="478"/>
          <ac:picMkLst>
            <pc:docMk/>
            <pc:sldMk cId="1968665526" sldId="295"/>
            <ac:picMk id="25" creationId="{001635FB-82D7-3ACC-8D18-5CF310266A6F}"/>
          </ac:picMkLst>
        </pc:picChg>
      </pc:sldChg>
      <pc:sldChg chg="addSp delSp modSp add del mod ord">
        <pc:chgData name="Mohamed Elshenawy" userId="4d8e66f3-dfeb-45bd-b928-a45168e8cbc1" providerId="ADAL" clId="{853970D4-D7F5-4920-A97A-565AF79390A5}" dt="2025-12-03T12:23:01.568" v="1129" actId="47"/>
        <pc:sldMkLst>
          <pc:docMk/>
          <pc:sldMk cId="4241011793" sldId="296"/>
        </pc:sldMkLst>
        <pc:picChg chg="add del mod">
          <ac:chgData name="Mohamed Elshenawy" userId="4d8e66f3-dfeb-45bd-b928-a45168e8cbc1" providerId="ADAL" clId="{853970D4-D7F5-4920-A97A-565AF79390A5}" dt="2025-12-03T11:41:15.109" v="665" actId="478"/>
          <ac:picMkLst>
            <pc:docMk/>
            <pc:sldMk cId="4241011793" sldId="296"/>
            <ac:picMk id="20" creationId="{A35D6C11-D4C4-63B0-71DE-2D32ECDAD8F8}"/>
          </ac:picMkLst>
        </pc:picChg>
        <pc:picChg chg="add mod">
          <ac:chgData name="Mohamed Elshenawy" userId="4d8e66f3-dfeb-45bd-b928-a45168e8cbc1" providerId="ADAL" clId="{853970D4-D7F5-4920-A97A-565AF79390A5}" dt="2025-12-03T11:41:29.827" v="667" actId="1076"/>
          <ac:picMkLst>
            <pc:docMk/>
            <pc:sldMk cId="4241011793" sldId="296"/>
            <ac:picMk id="22" creationId="{AD2E7D23-2179-E96D-D550-FF57A2295543}"/>
          </ac:picMkLst>
        </pc:picChg>
      </pc:sldChg>
      <pc:sldChg chg="addSp delSp modSp add mod ord">
        <pc:chgData name="Mohamed Elshenawy" userId="4d8e66f3-dfeb-45bd-b928-a45168e8cbc1" providerId="ADAL" clId="{853970D4-D7F5-4920-A97A-565AF79390A5}" dt="2025-12-03T11:45:41.395" v="805" actId="20577"/>
        <pc:sldMkLst>
          <pc:docMk/>
          <pc:sldMk cId="2866178823" sldId="297"/>
        </pc:sldMkLst>
        <pc:spChg chg="add mod">
          <ac:chgData name="Mohamed Elshenawy" userId="4d8e66f3-dfeb-45bd-b928-a45168e8cbc1" providerId="ADAL" clId="{853970D4-D7F5-4920-A97A-565AF79390A5}" dt="2025-12-03T11:45:34.608" v="794" actId="1076"/>
          <ac:spMkLst>
            <pc:docMk/>
            <pc:sldMk cId="2866178823" sldId="297"/>
            <ac:spMk id="9" creationId="{6DE32FCD-0920-8A6B-3FCE-6F9D9C32826F}"/>
          </ac:spMkLst>
        </pc:spChg>
        <pc:spChg chg="add mod">
          <ac:chgData name="Mohamed Elshenawy" userId="4d8e66f3-dfeb-45bd-b928-a45168e8cbc1" providerId="ADAL" clId="{853970D4-D7F5-4920-A97A-565AF79390A5}" dt="2025-12-03T11:45:41.395" v="805" actId="20577"/>
          <ac:spMkLst>
            <pc:docMk/>
            <pc:sldMk cId="2866178823" sldId="297"/>
            <ac:spMk id="10" creationId="{A3CD2BF2-A75B-B692-ECCA-01443A42B8B6}"/>
          </ac:spMkLst>
        </pc:spChg>
        <pc:picChg chg="add mod">
          <ac:chgData name="Mohamed Elshenawy" userId="4d8e66f3-dfeb-45bd-b928-a45168e8cbc1" providerId="ADAL" clId="{853970D4-D7F5-4920-A97A-565AF79390A5}" dt="2025-12-03T08:07:16.015" v="504" actId="1076"/>
          <ac:picMkLst>
            <pc:docMk/>
            <pc:sldMk cId="2866178823" sldId="297"/>
            <ac:picMk id="7" creationId="{8BEA97DE-FD94-2DB2-0948-9A9BB255CCA2}"/>
          </ac:picMkLst>
        </pc:picChg>
        <pc:picChg chg="del">
          <ac:chgData name="Mohamed Elshenawy" userId="4d8e66f3-dfeb-45bd-b928-a45168e8cbc1" providerId="ADAL" clId="{853970D4-D7F5-4920-A97A-565AF79390A5}" dt="2025-12-03T08:07:08.208" v="499" actId="478"/>
          <ac:picMkLst>
            <pc:docMk/>
            <pc:sldMk cId="2866178823" sldId="297"/>
            <ac:picMk id="25" creationId="{B4120661-BB5C-526D-3E8F-813C3F480846}"/>
          </ac:picMkLst>
        </pc:picChg>
      </pc:sldChg>
      <pc:sldChg chg="addSp delSp modSp add mod ord">
        <pc:chgData name="Mohamed Elshenawy" userId="4d8e66f3-dfeb-45bd-b928-a45168e8cbc1" providerId="ADAL" clId="{853970D4-D7F5-4920-A97A-565AF79390A5}" dt="2025-12-03T11:46:11.014" v="828" actId="1076"/>
        <pc:sldMkLst>
          <pc:docMk/>
          <pc:sldMk cId="3177986871" sldId="298"/>
        </pc:sldMkLst>
        <pc:spChg chg="add mod">
          <ac:chgData name="Mohamed Elshenawy" userId="4d8e66f3-dfeb-45bd-b928-a45168e8cbc1" providerId="ADAL" clId="{853970D4-D7F5-4920-A97A-565AF79390A5}" dt="2025-12-03T11:46:11.014" v="828" actId="1076"/>
          <ac:spMkLst>
            <pc:docMk/>
            <pc:sldMk cId="3177986871" sldId="298"/>
            <ac:spMk id="17" creationId="{8543BC65-5DA1-4B40-2DD8-E8B65C4745B7}"/>
          </ac:spMkLst>
        </pc:spChg>
        <pc:picChg chg="del">
          <ac:chgData name="Mohamed Elshenawy" userId="4d8e66f3-dfeb-45bd-b928-a45168e8cbc1" providerId="ADAL" clId="{853970D4-D7F5-4920-A97A-565AF79390A5}" dt="2025-12-03T11:09:37.253" v="510" actId="478"/>
          <ac:picMkLst>
            <pc:docMk/>
            <pc:sldMk cId="3177986871" sldId="298"/>
            <ac:picMk id="7" creationId="{24FB7848-099A-69C2-7C0C-43A8D7D20565}"/>
          </ac:picMkLst>
        </pc:picChg>
        <pc:picChg chg="add del mod">
          <ac:chgData name="Mohamed Elshenawy" userId="4d8e66f3-dfeb-45bd-b928-a45168e8cbc1" providerId="ADAL" clId="{853970D4-D7F5-4920-A97A-565AF79390A5}" dt="2025-12-03T11:15:32.261" v="535" actId="478"/>
          <ac:picMkLst>
            <pc:docMk/>
            <pc:sldMk cId="3177986871" sldId="298"/>
            <ac:picMk id="9" creationId="{FFDFA972-43E7-5124-EF3D-FCB948011DDB}"/>
          </ac:picMkLst>
        </pc:picChg>
        <pc:picChg chg="add del mod">
          <ac:chgData name="Mohamed Elshenawy" userId="4d8e66f3-dfeb-45bd-b928-a45168e8cbc1" providerId="ADAL" clId="{853970D4-D7F5-4920-A97A-565AF79390A5}" dt="2025-12-03T11:15:31.942" v="534" actId="478"/>
          <ac:picMkLst>
            <pc:docMk/>
            <pc:sldMk cId="3177986871" sldId="298"/>
            <ac:picMk id="12" creationId="{6BD71194-8706-868A-B922-6FD0136AEBC1}"/>
          </ac:picMkLst>
        </pc:picChg>
        <pc:picChg chg="add mod">
          <ac:chgData name="Mohamed Elshenawy" userId="4d8e66f3-dfeb-45bd-b928-a45168e8cbc1" providerId="ADAL" clId="{853970D4-D7F5-4920-A97A-565AF79390A5}" dt="2025-12-03T11:15:40.733" v="540" actId="1076"/>
          <ac:picMkLst>
            <pc:docMk/>
            <pc:sldMk cId="3177986871" sldId="298"/>
            <ac:picMk id="16" creationId="{C63D34DF-A6D4-E367-F322-2F045FFD4F5F}"/>
          </ac:picMkLst>
        </pc:picChg>
      </pc:sldChg>
      <pc:sldChg chg="addSp delSp modSp add mod">
        <pc:chgData name="Mohamed Elshenawy" userId="4d8e66f3-dfeb-45bd-b928-a45168e8cbc1" providerId="ADAL" clId="{853970D4-D7F5-4920-A97A-565AF79390A5}" dt="2025-12-03T11:45:03.282" v="788" actId="207"/>
        <pc:sldMkLst>
          <pc:docMk/>
          <pc:sldMk cId="2814858018" sldId="299"/>
        </pc:sldMkLst>
        <pc:spChg chg="add mod">
          <ac:chgData name="Mohamed Elshenawy" userId="4d8e66f3-dfeb-45bd-b928-a45168e8cbc1" providerId="ADAL" clId="{853970D4-D7F5-4920-A97A-565AF79390A5}" dt="2025-12-03T11:45:03.282" v="788" actId="207"/>
          <ac:spMkLst>
            <pc:docMk/>
            <pc:sldMk cId="2814858018" sldId="299"/>
            <ac:spMk id="9" creationId="{BF4BB29B-76D8-93FE-6EEF-E3EB6C72C582}"/>
          </ac:spMkLst>
        </pc:spChg>
        <pc:spChg chg="mod">
          <ac:chgData name="Mohamed Elshenawy" userId="4d8e66f3-dfeb-45bd-b928-a45168e8cbc1" providerId="ADAL" clId="{853970D4-D7F5-4920-A97A-565AF79390A5}" dt="2025-12-03T11:42:56.143" v="698" actId="20577"/>
          <ac:spMkLst>
            <pc:docMk/>
            <pc:sldMk cId="2814858018" sldId="299"/>
            <ac:spMk id="30" creationId="{833DB152-4630-AE05-9F06-0A9E619E3DAC}"/>
          </ac:spMkLst>
        </pc:spChg>
        <pc:picChg chg="add mod">
          <ac:chgData name="Mohamed Elshenawy" userId="4d8e66f3-dfeb-45bd-b928-a45168e8cbc1" providerId="ADAL" clId="{853970D4-D7F5-4920-A97A-565AF79390A5}" dt="2025-12-03T11:42:58.277" v="700" actId="1076"/>
          <ac:picMkLst>
            <pc:docMk/>
            <pc:sldMk cId="2814858018" sldId="299"/>
            <ac:picMk id="7" creationId="{BF679713-74E5-3219-8F30-3AEE4607F5B0}"/>
          </ac:picMkLst>
        </pc:picChg>
        <pc:picChg chg="del">
          <ac:chgData name="Mohamed Elshenawy" userId="4d8e66f3-dfeb-45bd-b928-a45168e8cbc1" providerId="ADAL" clId="{853970D4-D7F5-4920-A97A-565AF79390A5}" dt="2025-12-03T11:42:38.476" v="669" actId="478"/>
          <ac:picMkLst>
            <pc:docMk/>
            <pc:sldMk cId="2814858018" sldId="299"/>
            <ac:picMk id="16" creationId="{95A1A060-7667-6404-760C-C3D59DCE1336}"/>
          </ac:picMkLst>
        </pc:picChg>
      </pc:sldChg>
      <pc:sldChg chg="delSp modSp add del mod">
        <pc:chgData name="Mohamed Elshenawy" userId="4d8e66f3-dfeb-45bd-b928-a45168e8cbc1" providerId="ADAL" clId="{853970D4-D7F5-4920-A97A-565AF79390A5}" dt="2025-12-03T12:19:06.454" v="1059" actId="47"/>
        <pc:sldMkLst>
          <pc:docMk/>
          <pc:sldMk cId="2302980276" sldId="300"/>
        </pc:sldMkLst>
        <pc:spChg chg="mod">
          <ac:chgData name="Mohamed Elshenawy" userId="4d8e66f3-dfeb-45bd-b928-a45168e8cbc1" providerId="ADAL" clId="{853970D4-D7F5-4920-A97A-565AF79390A5}" dt="2025-12-03T12:13:43.354" v="889" actId="20577"/>
          <ac:spMkLst>
            <pc:docMk/>
            <pc:sldMk cId="2302980276" sldId="300"/>
            <ac:spMk id="53" creationId="{8AE1550D-9687-1A2F-CA23-FE1934B05646}"/>
          </ac:spMkLst>
        </pc:spChg>
        <pc:spChg chg="del">
          <ac:chgData name="Mohamed Elshenawy" userId="4d8e66f3-dfeb-45bd-b928-a45168e8cbc1" providerId="ADAL" clId="{853970D4-D7F5-4920-A97A-565AF79390A5}" dt="2025-12-03T12:13:46.119" v="890" actId="478"/>
          <ac:spMkLst>
            <pc:docMk/>
            <pc:sldMk cId="2302980276" sldId="300"/>
            <ac:spMk id="54" creationId="{B2E1A778-2CF6-8731-BFC0-CDE61C737523}"/>
          </ac:spMkLst>
        </pc:spChg>
      </pc:sldChg>
      <pc:sldChg chg="addSp delSp modSp add mod">
        <pc:chgData name="Mohamed Elshenawy" userId="4d8e66f3-dfeb-45bd-b928-a45168e8cbc1" providerId="ADAL" clId="{853970D4-D7F5-4920-A97A-565AF79390A5}" dt="2025-12-03T12:18:48.548" v="1058" actId="1037"/>
        <pc:sldMkLst>
          <pc:docMk/>
          <pc:sldMk cId="3815539518" sldId="301"/>
        </pc:sldMkLst>
        <pc:spChg chg="mod">
          <ac:chgData name="Mohamed Elshenawy" userId="4d8e66f3-dfeb-45bd-b928-a45168e8cbc1" providerId="ADAL" clId="{853970D4-D7F5-4920-A97A-565AF79390A5}" dt="2025-12-03T12:16:12.994" v="983" actId="1036"/>
          <ac:spMkLst>
            <pc:docMk/>
            <pc:sldMk cId="3815539518" sldId="301"/>
            <ac:spMk id="14" creationId="{295F02D6-4A38-F672-D943-204ED4972DC1}"/>
          </ac:spMkLst>
        </pc:spChg>
        <pc:spChg chg="del">
          <ac:chgData name="Mohamed Elshenawy" userId="4d8e66f3-dfeb-45bd-b928-a45168e8cbc1" providerId="ADAL" clId="{853970D4-D7F5-4920-A97A-565AF79390A5}" dt="2025-12-03T12:15:07.543" v="927" actId="478"/>
          <ac:spMkLst>
            <pc:docMk/>
            <pc:sldMk cId="3815539518" sldId="301"/>
            <ac:spMk id="16" creationId="{40200ED1-D9C1-9530-44FD-0918B17849A6}"/>
          </ac:spMkLst>
        </pc:spChg>
        <pc:spChg chg="del">
          <ac:chgData name="Mohamed Elshenawy" userId="4d8e66f3-dfeb-45bd-b928-a45168e8cbc1" providerId="ADAL" clId="{853970D4-D7F5-4920-A97A-565AF79390A5}" dt="2025-12-03T12:14:35.522" v="916" actId="478"/>
          <ac:spMkLst>
            <pc:docMk/>
            <pc:sldMk cId="3815539518" sldId="301"/>
            <ac:spMk id="26" creationId="{8F776C01-6958-172F-1EFE-70788B9790DA}"/>
          </ac:spMkLst>
        </pc:spChg>
        <pc:spChg chg="add del">
          <ac:chgData name="Mohamed Elshenawy" userId="4d8e66f3-dfeb-45bd-b928-a45168e8cbc1" providerId="ADAL" clId="{853970D4-D7F5-4920-A97A-565AF79390A5}" dt="2025-12-03T12:15:02.792" v="925" actId="478"/>
          <ac:spMkLst>
            <pc:docMk/>
            <pc:sldMk cId="3815539518" sldId="301"/>
            <ac:spMk id="27" creationId="{B2D00D91-EC9B-F553-40ED-8F863F64F8F5}"/>
          </ac:spMkLst>
        </pc:spChg>
        <pc:spChg chg="del">
          <ac:chgData name="Mohamed Elshenawy" userId="4d8e66f3-dfeb-45bd-b928-a45168e8cbc1" providerId="ADAL" clId="{853970D4-D7F5-4920-A97A-565AF79390A5}" dt="2025-12-03T12:14:38.169" v="917" actId="478"/>
          <ac:spMkLst>
            <pc:docMk/>
            <pc:sldMk cId="3815539518" sldId="301"/>
            <ac:spMk id="46" creationId="{30FF8BE1-A242-3818-38D0-B1911E9AA3A5}"/>
          </ac:spMkLst>
        </pc:spChg>
        <pc:spChg chg="del">
          <ac:chgData name="Mohamed Elshenawy" userId="4d8e66f3-dfeb-45bd-b928-a45168e8cbc1" providerId="ADAL" clId="{853970D4-D7F5-4920-A97A-565AF79390A5}" dt="2025-12-03T12:14:40.083" v="918" actId="478"/>
          <ac:spMkLst>
            <pc:docMk/>
            <pc:sldMk cId="3815539518" sldId="301"/>
            <ac:spMk id="47" creationId="{67D0DA4A-735C-60F1-3A98-2687F23089BF}"/>
          </ac:spMkLst>
        </pc:spChg>
        <pc:spChg chg="add del">
          <ac:chgData name="Mohamed Elshenawy" userId="4d8e66f3-dfeb-45bd-b928-a45168e8cbc1" providerId="ADAL" clId="{853970D4-D7F5-4920-A97A-565AF79390A5}" dt="2025-12-03T12:15:02.792" v="925" actId="478"/>
          <ac:spMkLst>
            <pc:docMk/>
            <pc:sldMk cId="3815539518" sldId="301"/>
            <ac:spMk id="48" creationId="{C3F4BA3A-CC1E-A473-FE99-96FB9063E368}"/>
          </ac:spMkLst>
        </pc:spChg>
        <pc:spChg chg="del">
          <ac:chgData name="Mohamed Elshenawy" userId="4d8e66f3-dfeb-45bd-b928-a45168e8cbc1" providerId="ADAL" clId="{853970D4-D7F5-4920-A97A-565AF79390A5}" dt="2025-12-03T12:14:53.088" v="924" actId="478"/>
          <ac:spMkLst>
            <pc:docMk/>
            <pc:sldMk cId="3815539518" sldId="301"/>
            <ac:spMk id="49" creationId="{59CD94B3-67E9-29F9-41C9-79CB8EED285E}"/>
          </ac:spMkLst>
        </pc:spChg>
        <pc:spChg chg="del">
          <ac:chgData name="Mohamed Elshenawy" userId="4d8e66f3-dfeb-45bd-b928-a45168e8cbc1" providerId="ADAL" clId="{853970D4-D7F5-4920-A97A-565AF79390A5}" dt="2025-12-03T12:15:02.792" v="925" actId="478"/>
          <ac:spMkLst>
            <pc:docMk/>
            <pc:sldMk cId="3815539518" sldId="301"/>
            <ac:spMk id="50" creationId="{29B34961-8518-6443-BA71-909B1B381CDC}"/>
          </ac:spMkLst>
        </pc:spChg>
        <pc:spChg chg="del">
          <ac:chgData name="Mohamed Elshenawy" userId="4d8e66f3-dfeb-45bd-b928-a45168e8cbc1" providerId="ADAL" clId="{853970D4-D7F5-4920-A97A-565AF79390A5}" dt="2025-12-03T12:15:02.792" v="925" actId="478"/>
          <ac:spMkLst>
            <pc:docMk/>
            <pc:sldMk cId="3815539518" sldId="301"/>
            <ac:spMk id="51" creationId="{7FFA4182-18BA-CB6B-D302-7B7593B0FC24}"/>
          </ac:spMkLst>
        </pc:spChg>
        <pc:spChg chg="mod">
          <ac:chgData name="Mohamed Elshenawy" userId="4d8e66f3-dfeb-45bd-b928-a45168e8cbc1" providerId="ADAL" clId="{853970D4-D7F5-4920-A97A-565AF79390A5}" dt="2025-12-03T12:17:50.151" v="1043" actId="20577"/>
          <ac:spMkLst>
            <pc:docMk/>
            <pc:sldMk cId="3815539518" sldId="301"/>
            <ac:spMk id="52" creationId="{57502044-2D94-204D-006F-673F5170E9F8}"/>
          </ac:spMkLst>
        </pc:spChg>
        <pc:spChg chg="del mod">
          <ac:chgData name="Mohamed Elshenawy" userId="4d8e66f3-dfeb-45bd-b928-a45168e8cbc1" providerId="ADAL" clId="{853970D4-D7F5-4920-A97A-565AF79390A5}" dt="2025-12-03T12:15:50.565" v="957" actId="478"/>
          <ac:spMkLst>
            <pc:docMk/>
            <pc:sldMk cId="3815539518" sldId="301"/>
            <ac:spMk id="53" creationId="{16C64884-C820-0952-4182-75B9748D8A14}"/>
          </ac:spMkLst>
        </pc:spChg>
        <pc:spChg chg="del">
          <ac:chgData name="Mohamed Elshenawy" userId="4d8e66f3-dfeb-45bd-b928-a45168e8cbc1" providerId="ADAL" clId="{853970D4-D7F5-4920-A97A-565AF79390A5}" dt="2025-12-03T12:14:12.825" v="906" actId="478"/>
          <ac:spMkLst>
            <pc:docMk/>
            <pc:sldMk cId="3815539518" sldId="301"/>
            <ac:spMk id="54" creationId="{AA5D6A84-D972-5A85-C1BC-B99BC02B7E1E}"/>
          </ac:spMkLst>
        </pc:spChg>
        <pc:spChg chg="mod">
          <ac:chgData name="Mohamed Elshenawy" userId="4d8e66f3-dfeb-45bd-b928-a45168e8cbc1" providerId="ADAL" clId="{853970D4-D7F5-4920-A97A-565AF79390A5}" dt="2025-12-03T12:16:18.973" v="1006" actId="1036"/>
          <ac:spMkLst>
            <pc:docMk/>
            <pc:sldMk cId="3815539518" sldId="301"/>
            <ac:spMk id="55" creationId="{B13A7D2A-F0FD-AC91-3B86-D1085CE9DE0B}"/>
          </ac:spMkLst>
        </pc:spChg>
        <pc:spChg chg="del">
          <ac:chgData name="Mohamed Elshenawy" userId="4d8e66f3-dfeb-45bd-b928-a45168e8cbc1" providerId="ADAL" clId="{853970D4-D7F5-4920-A97A-565AF79390A5}" dt="2025-12-03T12:15:05.711" v="926" actId="478"/>
          <ac:spMkLst>
            <pc:docMk/>
            <pc:sldMk cId="3815539518" sldId="301"/>
            <ac:spMk id="56" creationId="{F812852D-6F66-3AD1-1B59-4D08129A9DB3}"/>
          </ac:spMkLst>
        </pc:spChg>
        <pc:grpChg chg="add del mod">
          <ac:chgData name="Mohamed Elshenawy" userId="4d8e66f3-dfeb-45bd-b928-a45168e8cbc1" providerId="ADAL" clId="{853970D4-D7F5-4920-A97A-565AF79390A5}" dt="2025-12-03T12:14:50.539" v="923" actId="478"/>
          <ac:grpSpMkLst>
            <pc:docMk/>
            <pc:sldMk cId="3815539518" sldId="301"/>
            <ac:grpSpMk id="2" creationId="{033A90E9-B0BE-E2D5-C92F-6C29ADEE1BD3}"/>
          </ac:grpSpMkLst>
        </pc:grpChg>
        <pc:grpChg chg="del">
          <ac:chgData name="Mohamed Elshenawy" userId="4d8e66f3-dfeb-45bd-b928-a45168e8cbc1" providerId="ADAL" clId="{853970D4-D7F5-4920-A97A-565AF79390A5}" dt="2025-12-03T12:14:30.072" v="910" actId="478"/>
          <ac:grpSpMkLst>
            <pc:docMk/>
            <pc:sldMk cId="3815539518" sldId="301"/>
            <ac:grpSpMk id="17" creationId="{B5681775-C37B-9814-2C76-DE5D68D6459E}"/>
          </ac:grpSpMkLst>
        </pc:grpChg>
        <pc:grpChg chg="del">
          <ac:chgData name="Mohamed Elshenawy" userId="4d8e66f3-dfeb-45bd-b928-a45168e8cbc1" providerId="ADAL" clId="{853970D4-D7F5-4920-A97A-565AF79390A5}" dt="2025-12-03T12:14:32.208" v="913" actId="478"/>
          <ac:grpSpMkLst>
            <pc:docMk/>
            <pc:sldMk cId="3815539518" sldId="301"/>
            <ac:grpSpMk id="20" creationId="{E226A6CF-735C-F5FE-8306-73571DB00B23}"/>
          </ac:grpSpMkLst>
        </pc:grpChg>
        <pc:grpChg chg="add del">
          <ac:chgData name="Mohamed Elshenawy" userId="4d8e66f3-dfeb-45bd-b928-a45168e8cbc1" providerId="ADAL" clId="{853970D4-D7F5-4920-A97A-565AF79390A5}" dt="2025-12-03T12:15:02.792" v="925" actId="478"/>
          <ac:grpSpMkLst>
            <pc:docMk/>
            <pc:sldMk cId="3815539518" sldId="301"/>
            <ac:grpSpMk id="23" creationId="{4D498793-4C17-3EE2-DDCB-D15F6423142C}"/>
          </ac:grpSpMkLst>
        </pc:grpChg>
        <pc:grpChg chg="del">
          <ac:chgData name="Mohamed Elshenawy" userId="4d8e66f3-dfeb-45bd-b928-a45168e8cbc1" providerId="ADAL" clId="{853970D4-D7F5-4920-A97A-565AF79390A5}" dt="2025-12-03T12:14:31.160" v="911" actId="478"/>
          <ac:grpSpMkLst>
            <pc:docMk/>
            <pc:sldMk cId="3815539518" sldId="301"/>
            <ac:grpSpMk id="28" creationId="{C7FB4F92-C9DF-D42B-DA28-CF138E220CFC}"/>
          </ac:grpSpMkLst>
        </pc:grpChg>
        <pc:grpChg chg="del">
          <ac:chgData name="Mohamed Elshenawy" userId="4d8e66f3-dfeb-45bd-b928-a45168e8cbc1" providerId="ADAL" clId="{853970D4-D7F5-4920-A97A-565AF79390A5}" dt="2025-12-03T12:15:02.792" v="925" actId="478"/>
          <ac:grpSpMkLst>
            <pc:docMk/>
            <pc:sldMk cId="3815539518" sldId="301"/>
            <ac:grpSpMk id="31" creationId="{36AA4057-46C1-5534-A028-14EF5C4F6FF2}"/>
          </ac:grpSpMkLst>
        </pc:grpChg>
        <pc:grpChg chg="add del">
          <ac:chgData name="Mohamed Elshenawy" userId="4d8e66f3-dfeb-45bd-b928-a45168e8cbc1" providerId="ADAL" clId="{853970D4-D7F5-4920-A97A-565AF79390A5}" dt="2025-12-03T12:15:02.792" v="925" actId="478"/>
          <ac:grpSpMkLst>
            <pc:docMk/>
            <pc:sldMk cId="3815539518" sldId="301"/>
            <ac:grpSpMk id="34" creationId="{EB8B7E43-E62E-49BF-8B0E-B9ACF3F22C84}"/>
          </ac:grpSpMkLst>
        </pc:grpChg>
        <pc:grpChg chg="add del">
          <ac:chgData name="Mohamed Elshenawy" userId="4d8e66f3-dfeb-45bd-b928-a45168e8cbc1" providerId="ADAL" clId="{853970D4-D7F5-4920-A97A-565AF79390A5}" dt="2025-12-03T12:15:02.792" v="925" actId="478"/>
          <ac:grpSpMkLst>
            <pc:docMk/>
            <pc:sldMk cId="3815539518" sldId="301"/>
            <ac:grpSpMk id="37" creationId="{F27B02B8-EED0-D495-E68B-127760081E17}"/>
          </ac:grpSpMkLst>
        </pc:grpChg>
        <pc:grpChg chg="add del">
          <ac:chgData name="Mohamed Elshenawy" userId="4d8e66f3-dfeb-45bd-b928-a45168e8cbc1" providerId="ADAL" clId="{853970D4-D7F5-4920-A97A-565AF79390A5}" dt="2025-12-03T12:15:02.792" v="925" actId="478"/>
          <ac:grpSpMkLst>
            <pc:docMk/>
            <pc:sldMk cId="3815539518" sldId="301"/>
            <ac:grpSpMk id="40" creationId="{EC7F4171-1737-4581-E684-84ED9D244A91}"/>
          </ac:grpSpMkLst>
        </pc:grpChg>
        <pc:grpChg chg="del">
          <ac:chgData name="Mohamed Elshenawy" userId="4d8e66f3-dfeb-45bd-b928-a45168e8cbc1" providerId="ADAL" clId="{853970D4-D7F5-4920-A97A-565AF79390A5}" dt="2025-12-03T12:14:31.648" v="912" actId="478"/>
          <ac:grpSpMkLst>
            <pc:docMk/>
            <pc:sldMk cId="3815539518" sldId="301"/>
            <ac:grpSpMk id="43" creationId="{8CB83F41-FF1E-7139-795D-A9707B8DF61B}"/>
          </ac:grpSpMkLst>
        </pc:grpChg>
        <pc:picChg chg="add del mod">
          <ac:chgData name="Mohamed Elshenawy" userId="4d8e66f3-dfeb-45bd-b928-a45168e8cbc1" providerId="ADAL" clId="{853970D4-D7F5-4920-A97A-565AF79390A5}" dt="2025-12-03T12:14:23.473" v="908" actId="478"/>
          <ac:picMkLst>
            <pc:docMk/>
            <pc:sldMk cId="3815539518" sldId="301"/>
            <ac:picMk id="58" creationId="{C3385A07-E2A7-C257-A8CD-0982710CBB8E}"/>
          </ac:picMkLst>
        </pc:picChg>
        <pc:picChg chg="add del mod">
          <ac:chgData name="Mohamed Elshenawy" userId="4d8e66f3-dfeb-45bd-b928-a45168e8cbc1" providerId="ADAL" clId="{853970D4-D7F5-4920-A97A-565AF79390A5}" dt="2025-12-03T12:15:30.455" v="933" actId="478"/>
          <ac:picMkLst>
            <pc:docMk/>
            <pc:sldMk cId="3815539518" sldId="301"/>
            <ac:picMk id="60" creationId="{2A673091-4645-C824-EEDF-FC599D62090A}"/>
          </ac:picMkLst>
        </pc:picChg>
        <pc:picChg chg="add mod">
          <ac:chgData name="Mohamed Elshenawy" userId="4d8e66f3-dfeb-45bd-b928-a45168e8cbc1" providerId="ADAL" clId="{853970D4-D7F5-4920-A97A-565AF79390A5}" dt="2025-12-03T12:16:37.284" v="1013" actId="1038"/>
          <ac:picMkLst>
            <pc:docMk/>
            <pc:sldMk cId="3815539518" sldId="301"/>
            <ac:picMk id="62" creationId="{2D94359B-3CE1-2D75-7E78-C79244D82B52}"/>
          </ac:picMkLst>
        </pc:picChg>
        <pc:picChg chg="add mod">
          <ac:chgData name="Mohamed Elshenawy" userId="4d8e66f3-dfeb-45bd-b928-a45168e8cbc1" providerId="ADAL" clId="{853970D4-D7F5-4920-A97A-565AF79390A5}" dt="2025-12-03T12:17:28.318" v="1022" actId="1035"/>
          <ac:picMkLst>
            <pc:docMk/>
            <pc:sldMk cId="3815539518" sldId="301"/>
            <ac:picMk id="64" creationId="{882B8301-04B2-36CB-583C-3A8F5161505F}"/>
          </ac:picMkLst>
        </pc:picChg>
        <pc:cxnChg chg="add mod">
          <ac:chgData name="Mohamed Elshenawy" userId="4d8e66f3-dfeb-45bd-b928-a45168e8cbc1" providerId="ADAL" clId="{853970D4-D7F5-4920-A97A-565AF79390A5}" dt="2025-12-03T12:18:48.548" v="1058" actId="1037"/>
          <ac:cxnSpMkLst>
            <pc:docMk/>
            <pc:sldMk cId="3815539518" sldId="301"/>
            <ac:cxnSpMk id="66" creationId="{C78B6A36-9B45-646A-0E8F-48B0F164CF17}"/>
          </ac:cxnSpMkLst>
        </pc:cxnChg>
        <pc:cxnChg chg="add mod">
          <ac:chgData name="Mohamed Elshenawy" userId="4d8e66f3-dfeb-45bd-b928-a45168e8cbc1" providerId="ADAL" clId="{853970D4-D7F5-4920-A97A-565AF79390A5}" dt="2025-12-03T12:18:47.429" v="1057" actId="1038"/>
          <ac:cxnSpMkLst>
            <pc:docMk/>
            <pc:sldMk cId="3815539518" sldId="301"/>
            <ac:cxnSpMk id="68" creationId="{BA580FBA-AF35-0CDB-91F6-FC3E2C29A648}"/>
          </ac:cxnSpMkLst>
        </pc:cxnChg>
      </pc:sldChg>
      <pc:sldChg chg="addSp delSp modSp add mod ord">
        <pc:chgData name="Mohamed Elshenawy" userId="4d8e66f3-dfeb-45bd-b928-a45168e8cbc1" providerId="ADAL" clId="{853970D4-D7F5-4920-A97A-565AF79390A5}" dt="2025-12-03T12:21:47.920" v="1128" actId="14100"/>
        <pc:sldMkLst>
          <pc:docMk/>
          <pc:sldMk cId="1205966824" sldId="302"/>
        </pc:sldMkLst>
        <pc:spChg chg="mod">
          <ac:chgData name="Mohamed Elshenawy" userId="4d8e66f3-dfeb-45bd-b928-a45168e8cbc1" providerId="ADAL" clId="{853970D4-D7F5-4920-A97A-565AF79390A5}" dt="2025-12-03T12:19:42.612" v="1104" actId="20577"/>
          <ac:spMkLst>
            <pc:docMk/>
            <pc:sldMk cId="1205966824" sldId="302"/>
            <ac:spMk id="52" creationId="{EFCFBAED-BBC0-5953-1A75-E5EBAE160859}"/>
          </ac:spMkLst>
        </pc:spChg>
        <pc:picChg chg="add mod">
          <ac:chgData name="Mohamed Elshenawy" userId="4d8e66f3-dfeb-45bd-b928-a45168e8cbc1" providerId="ADAL" clId="{853970D4-D7F5-4920-A97A-565AF79390A5}" dt="2025-12-03T12:20:09.651" v="1109" actId="1036"/>
          <ac:picMkLst>
            <pc:docMk/>
            <pc:sldMk cId="1205966824" sldId="302"/>
            <ac:picMk id="17" creationId="{60F978BD-2267-657E-532E-AC41BDE6A0D0}"/>
          </ac:picMkLst>
        </pc:picChg>
        <pc:picChg chg="add del mod">
          <ac:chgData name="Mohamed Elshenawy" userId="4d8e66f3-dfeb-45bd-b928-a45168e8cbc1" providerId="ADAL" clId="{853970D4-D7F5-4920-A97A-565AF79390A5}" dt="2025-12-03T12:20:24.370" v="1113" actId="478"/>
          <ac:picMkLst>
            <pc:docMk/>
            <pc:sldMk cId="1205966824" sldId="302"/>
            <ac:picMk id="19" creationId="{1E61B581-D489-B3F6-4063-12C67923BD47}"/>
          </ac:picMkLst>
        </pc:picChg>
        <pc:picChg chg="add del mod">
          <ac:chgData name="Mohamed Elshenawy" userId="4d8e66f3-dfeb-45bd-b928-a45168e8cbc1" providerId="ADAL" clId="{853970D4-D7F5-4920-A97A-565AF79390A5}" dt="2025-12-03T12:21:01.344" v="1121" actId="478"/>
          <ac:picMkLst>
            <pc:docMk/>
            <pc:sldMk cId="1205966824" sldId="302"/>
            <ac:picMk id="21" creationId="{B65C671A-1B28-4EBA-11B9-CCDA2E0D908F}"/>
          </ac:picMkLst>
        </pc:picChg>
        <pc:picChg chg="add mod">
          <ac:chgData name="Mohamed Elshenawy" userId="4d8e66f3-dfeb-45bd-b928-a45168e8cbc1" providerId="ADAL" clId="{853970D4-D7F5-4920-A97A-565AF79390A5}" dt="2025-12-03T12:21:47.920" v="1128" actId="14100"/>
          <ac:picMkLst>
            <pc:docMk/>
            <pc:sldMk cId="1205966824" sldId="302"/>
            <ac:picMk id="23" creationId="{EE39EB3C-5BBE-09CB-4C7F-97F45BE5DCDF}"/>
          </ac:picMkLst>
        </pc:picChg>
        <pc:picChg chg="del">
          <ac:chgData name="Mohamed Elshenawy" userId="4d8e66f3-dfeb-45bd-b928-a45168e8cbc1" providerId="ADAL" clId="{853970D4-D7F5-4920-A97A-565AF79390A5}" dt="2025-12-03T12:20:19.762" v="1111" actId="478"/>
          <ac:picMkLst>
            <pc:docMk/>
            <pc:sldMk cId="1205966824" sldId="302"/>
            <ac:picMk id="62" creationId="{7069F314-9CC7-4FCA-4BA6-6132F807A81D}"/>
          </ac:picMkLst>
        </pc:picChg>
        <pc:picChg chg="del">
          <ac:chgData name="Mohamed Elshenawy" userId="4d8e66f3-dfeb-45bd-b928-a45168e8cbc1" providerId="ADAL" clId="{853970D4-D7F5-4920-A97A-565AF79390A5}" dt="2025-12-03T12:19:59.411" v="1106" actId="478"/>
          <ac:picMkLst>
            <pc:docMk/>
            <pc:sldMk cId="1205966824" sldId="302"/>
            <ac:picMk id="64" creationId="{92D63395-7095-4A3D-6721-22E6E3794B84}"/>
          </ac:picMkLst>
        </pc:picChg>
      </pc:sldChg>
      <pc:sldChg chg="addSp delSp modSp add mod ord">
        <pc:chgData name="Mohamed Elshenawy" userId="4d8e66f3-dfeb-45bd-b928-a45168e8cbc1" providerId="ADAL" clId="{853970D4-D7F5-4920-A97A-565AF79390A5}" dt="2025-12-03T13:41:47.769" v="1901" actId="207"/>
        <pc:sldMkLst>
          <pc:docMk/>
          <pc:sldMk cId="1300221473" sldId="303"/>
        </pc:sldMkLst>
        <pc:spChg chg="add mod">
          <ac:chgData name="Mohamed Elshenawy" userId="4d8e66f3-dfeb-45bd-b928-a45168e8cbc1" providerId="ADAL" clId="{853970D4-D7F5-4920-A97A-565AF79390A5}" dt="2025-12-03T12:39:49.309" v="1380" actId="14100"/>
          <ac:spMkLst>
            <pc:docMk/>
            <pc:sldMk cId="1300221473" sldId="303"/>
            <ac:spMk id="30" creationId="{07BB52A2-5639-D7AC-268F-5E21142B0105}"/>
          </ac:spMkLst>
        </pc:spChg>
        <pc:spChg chg="mod">
          <ac:chgData name="Mohamed Elshenawy" userId="4d8e66f3-dfeb-45bd-b928-a45168e8cbc1" providerId="ADAL" clId="{853970D4-D7F5-4920-A97A-565AF79390A5}" dt="2025-12-03T12:43:42.811" v="1414" actId="313"/>
          <ac:spMkLst>
            <pc:docMk/>
            <pc:sldMk cId="1300221473" sldId="303"/>
            <ac:spMk id="34" creationId="{2BBC3804-61CA-E7F2-1C23-A224889AC37E}"/>
          </ac:spMkLst>
        </pc:spChg>
        <pc:spChg chg="add mod">
          <ac:chgData name="Mohamed Elshenawy" userId="4d8e66f3-dfeb-45bd-b928-a45168e8cbc1" providerId="ADAL" clId="{853970D4-D7F5-4920-A97A-565AF79390A5}" dt="2025-12-03T13:41:47.769" v="1901" actId="207"/>
          <ac:spMkLst>
            <pc:docMk/>
            <pc:sldMk cId="1300221473" sldId="303"/>
            <ac:spMk id="37" creationId="{337EDEF4-F90F-7C80-874E-4AE3FD7E4F42}"/>
          </ac:spMkLst>
        </pc:spChg>
        <pc:picChg chg="del">
          <ac:chgData name="Mohamed Elshenawy" userId="4d8e66f3-dfeb-45bd-b928-a45168e8cbc1" providerId="ADAL" clId="{853970D4-D7F5-4920-A97A-565AF79390A5}" dt="2025-12-03T12:35:20.155" v="1133" actId="478"/>
          <ac:picMkLst>
            <pc:docMk/>
            <pc:sldMk cId="1300221473" sldId="303"/>
            <ac:picMk id="19" creationId="{27F1BC20-86AC-626F-46C2-D7A6C32EF291}"/>
          </ac:picMkLst>
        </pc:picChg>
        <pc:picChg chg="del">
          <ac:chgData name="Mohamed Elshenawy" userId="4d8e66f3-dfeb-45bd-b928-a45168e8cbc1" providerId="ADAL" clId="{853970D4-D7F5-4920-A97A-565AF79390A5}" dt="2025-12-03T12:35:20.570" v="1134" actId="478"/>
          <ac:picMkLst>
            <pc:docMk/>
            <pc:sldMk cId="1300221473" sldId="303"/>
            <ac:picMk id="22" creationId="{67DC9AB9-D9CB-C0FD-BED2-897190E23F35}"/>
          </ac:picMkLst>
        </pc:picChg>
        <pc:picChg chg="add mod">
          <ac:chgData name="Mohamed Elshenawy" userId="4d8e66f3-dfeb-45bd-b928-a45168e8cbc1" providerId="ADAL" clId="{853970D4-D7F5-4920-A97A-565AF79390A5}" dt="2025-12-03T12:35:28.994" v="1138" actId="1076"/>
          <ac:picMkLst>
            <pc:docMk/>
            <pc:sldMk cId="1300221473" sldId="303"/>
            <ac:picMk id="23" creationId="{F512B7F3-EEBE-652E-C589-8799E617EA4E}"/>
          </ac:picMkLst>
        </pc:picChg>
        <pc:picChg chg="add mod">
          <ac:chgData name="Mohamed Elshenawy" userId="4d8e66f3-dfeb-45bd-b928-a45168e8cbc1" providerId="ADAL" clId="{853970D4-D7F5-4920-A97A-565AF79390A5}" dt="2025-12-03T12:38:28.695" v="1333" actId="1076"/>
          <ac:picMkLst>
            <pc:docMk/>
            <pc:sldMk cId="1300221473" sldId="303"/>
            <ac:picMk id="26" creationId="{DAAD5617-0E1A-C5DF-D135-C04C7ACC7C57}"/>
          </ac:picMkLst>
        </pc:picChg>
        <pc:picChg chg="add mod">
          <ac:chgData name="Mohamed Elshenawy" userId="4d8e66f3-dfeb-45bd-b928-a45168e8cbc1" providerId="ADAL" clId="{853970D4-D7F5-4920-A97A-565AF79390A5}" dt="2025-12-03T12:39:17.646" v="1370" actId="1076"/>
          <ac:picMkLst>
            <pc:docMk/>
            <pc:sldMk cId="1300221473" sldId="303"/>
            <ac:picMk id="29" creationId="{9FC081BA-74AD-ADAB-AFF4-363149A72883}"/>
          </ac:picMkLst>
        </pc:picChg>
        <pc:picChg chg="add mod">
          <ac:chgData name="Mohamed Elshenawy" userId="4d8e66f3-dfeb-45bd-b928-a45168e8cbc1" providerId="ADAL" clId="{853970D4-D7F5-4920-A97A-565AF79390A5}" dt="2025-12-03T13:37:07.854" v="1562" actId="1038"/>
          <ac:picMkLst>
            <pc:docMk/>
            <pc:sldMk cId="1300221473" sldId="303"/>
            <ac:picMk id="32" creationId="{74BB6CB8-F825-B395-AA1B-8115C40AEAD9}"/>
          </ac:picMkLst>
        </pc:picChg>
        <pc:cxnChg chg="add mod">
          <ac:chgData name="Mohamed Elshenawy" userId="4d8e66f3-dfeb-45bd-b928-a45168e8cbc1" providerId="ADAL" clId="{853970D4-D7F5-4920-A97A-565AF79390A5}" dt="2025-12-03T13:41:26.041" v="1858" actId="14100"/>
          <ac:cxnSpMkLst>
            <pc:docMk/>
            <pc:sldMk cId="1300221473" sldId="303"/>
            <ac:cxnSpMk id="35" creationId="{5CD97B98-1070-B9F9-3A5D-0637D487427B}"/>
          </ac:cxnSpMkLst>
        </pc:cxnChg>
      </pc:sldChg>
      <pc:sldChg chg="addSp delSp modSp add mod ord">
        <pc:chgData name="Mohamed Elshenawy" userId="4d8e66f3-dfeb-45bd-b928-a45168e8cbc1" providerId="ADAL" clId="{853970D4-D7F5-4920-A97A-565AF79390A5}" dt="2025-12-03T13:47:34.591" v="1910" actId="255"/>
        <pc:sldMkLst>
          <pc:docMk/>
          <pc:sldMk cId="1621025240" sldId="304"/>
        </pc:sldMkLst>
        <pc:spChg chg="del">
          <ac:chgData name="Mohamed Elshenawy" userId="4d8e66f3-dfeb-45bd-b928-a45168e8cbc1" providerId="ADAL" clId="{853970D4-D7F5-4920-A97A-565AF79390A5}" dt="2025-12-03T13:01:25.042" v="1419" actId="478"/>
          <ac:spMkLst>
            <pc:docMk/>
            <pc:sldMk cId="1621025240" sldId="304"/>
            <ac:spMk id="9" creationId="{92B60E54-44DD-B616-5090-5B58D38C265B}"/>
          </ac:spMkLst>
        </pc:spChg>
        <pc:spChg chg="mod">
          <ac:chgData name="Mohamed Elshenawy" userId="4d8e66f3-dfeb-45bd-b928-a45168e8cbc1" providerId="ADAL" clId="{853970D4-D7F5-4920-A97A-565AF79390A5}" dt="2025-12-03T13:47:34.591" v="1910" actId="255"/>
          <ac:spMkLst>
            <pc:docMk/>
            <pc:sldMk cId="1621025240" sldId="304"/>
            <ac:spMk id="30" creationId="{FD0A536D-7001-5899-9FA7-49D01A99520A}"/>
          </ac:spMkLst>
        </pc:spChg>
        <pc:picChg chg="del">
          <ac:chgData name="Mohamed Elshenawy" userId="4d8e66f3-dfeb-45bd-b928-a45168e8cbc1" providerId="ADAL" clId="{853970D4-D7F5-4920-A97A-565AF79390A5}" dt="2025-12-03T13:01:23.883" v="1418" actId="478"/>
          <ac:picMkLst>
            <pc:docMk/>
            <pc:sldMk cId="1621025240" sldId="304"/>
            <ac:picMk id="7" creationId="{AAA039DB-E91D-601B-52B4-5E91D6561C2A}"/>
          </ac:picMkLst>
        </pc:picChg>
        <pc:picChg chg="add mod">
          <ac:chgData name="Mohamed Elshenawy" userId="4d8e66f3-dfeb-45bd-b928-a45168e8cbc1" providerId="ADAL" clId="{853970D4-D7F5-4920-A97A-565AF79390A5}" dt="2025-12-03T13:47:24.732" v="1908" actId="14100"/>
          <ac:picMkLst>
            <pc:docMk/>
            <pc:sldMk cId="1621025240" sldId="304"/>
            <ac:picMk id="10" creationId="{43FD443A-E483-5880-ABF6-4A5572FA0101}"/>
          </ac:picMkLst>
        </pc:picChg>
        <pc:picChg chg="add del mod">
          <ac:chgData name="Mohamed Elshenawy" userId="4d8e66f3-dfeb-45bd-b928-a45168e8cbc1" providerId="ADAL" clId="{853970D4-D7F5-4920-A97A-565AF79390A5}" dt="2025-12-03T13:04:40.927" v="1491" actId="478"/>
          <ac:picMkLst>
            <pc:docMk/>
            <pc:sldMk cId="1621025240" sldId="304"/>
            <ac:picMk id="13" creationId="{0ED2EABF-E872-536B-9EDC-14DD19C15891}"/>
          </ac:picMkLst>
        </pc:picChg>
        <pc:picChg chg="add del mod">
          <ac:chgData name="Mohamed Elshenawy" userId="4d8e66f3-dfeb-45bd-b928-a45168e8cbc1" providerId="ADAL" clId="{853970D4-D7F5-4920-A97A-565AF79390A5}" dt="2025-12-03T13:04:40.630" v="1490" actId="478"/>
          <ac:picMkLst>
            <pc:docMk/>
            <pc:sldMk cId="1621025240" sldId="304"/>
            <ac:picMk id="17" creationId="{246E059F-D436-1FA1-076D-10CB006C95FB}"/>
          </ac:picMkLst>
        </pc:picChg>
        <pc:picChg chg="add del mod">
          <ac:chgData name="Mohamed Elshenawy" userId="4d8e66f3-dfeb-45bd-b928-a45168e8cbc1" providerId="ADAL" clId="{853970D4-D7F5-4920-A97A-565AF79390A5}" dt="2025-12-03T13:04:40.345" v="1489" actId="478"/>
          <ac:picMkLst>
            <pc:docMk/>
            <pc:sldMk cId="1621025240" sldId="304"/>
            <ac:picMk id="20" creationId="{029D499B-11B2-AE1D-B5BB-044797D75A79}"/>
          </ac:picMkLst>
        </pc:picChg>
        <pc:picChg chg="add del mod">
          <ac:chgData name="Mohamed Elshenawy" userId="4d8e66f3-dfeb-45bd-b928-a45168e8cbc1" providerId="ADAL" clId="{853970D4-D7F5-4920-A97A-565AF79390A5}" dt="2025-12-03T13:06:18.941" v="1496" actId="478"/>
          <ac:picMkLst>
            <pc:docMk/>
            <pc:sldMk cId="1621025240" sldId="304"/>
            <ac:picMk id="23" creationId="{2F6935F2-346C-6206-086C-76E8070A8609}"/>
          </ac:picMkLst>
        </pc:picChg>
        <pc:picChg chg="add del mod">
          <ac:chgData name="Mohamed Elshenawy" userId="4d8e66f3-dfeb-45bd-b928-a45168e8cbc1" providerId="ADAL" clId="{853970D4-D7F5-4920-A97A-565AF79390A5}" dt="2025-12-03T13:06:19.228" v="1497" actId="478"/>
          <ac:picMkLst>
            <pc:docMk/>
            <pc:sldMk cId="1621025240" sldId="304"/>
            <ac:picMk id="25" creationId="{5D3629F7-674F-1D1B-0334-B64B876161FA}"/>
          </ac:picMkLst>
        </pc:picChg>
        <pc:picChg chg="add mod">
          <ac:chgData name="Mohamed Elshenawy" userId="4d8e66f3-dfeb-45bd-b928-a45168e8cbc1" providerId="ADAL" clId="{853970D4-D7F5-4920-A97A-565AF79390A5}" dt="2025-12-03T13:09:25.730" v="1504" actId="1076"/>
          <ac:picMkLst>
            <pc:docMk/>
            <pc:sldMk cId="1621025240" sldId="304"/>
            <ac:picMk id="31" creationId="{0F068875-3081-EDFA-6296-5537C10CAF9A}"/>
          </ac:picMkLst>
        </pc:picChg>
        <pc:picChg chg="add mod">
          <ac:chgData name="Mohamed Elshenawy" userId="4d8e66f3-dfeb-45bd-b928-a45168e8cbc1" providerId="ADAL" clId="{853970D4-D7F5-4920-A97A-565AF79390A5}" dt="2025-12-03T13:09:21.627" v="1503" actId="1076"/>
          <ac:picMkLst>
            <pc:docMk/>
            <pc:sldMk cId="1621025240" sldId="304"/>
            <ac:picMk id="34" creationId="{E6C0D5A0-63EC-8B9A-2AB8-95E75C94548B}"/>
          </ac:picMkLst>
        </pc:picChg>
        <pc:picChg chg="add mod">
          <ac:chgData name="Mohamed Elshenawy" userId="4d8e66f3-dfeb-45bd-b928-a45168e8cbc1" providerId="ADAL" clId="{853970D4-D7F5-4920-A97A-565AF79390A5}" dt="2025-12-03T13:10:54.866" v="1509" actId="1038"/>
          <ac:picMkLst>
            <pc:docMk/>
            <pc:sldMk cId="1621025240" sldId="304"/>
            <ac:picMk id="36" creationId="{D5A88117-90C6-3576-45EB-1507C47B12F0}"/>
          </ac:picMkLst>
        </pc:picChg>
        <pc:picChg chg="add del mod">
          <ac:chgData name="Mohamed Elshenawy" userId="4d8e66f3-dfeb-45bd-b928-a45168e8cbc1" providerId="ADAL" clId="{853970D4-D7F5-4920-A97A-565AF79390A5}" dt="2025-12-03T13:35:34.893" v="1512" actId="478"/>
          <ac:picMkLst>
            <pc:docMk/>
            <pc:sldMk cId="1621025240" sldId="304"/>
            <ac:picMk id="38" creationId="{C69F9AB6-7A4F-2F45-DEDB-17363A2713EF}"/>
          </ac:picMkLst>
        </pc:picChg>
      </pc:sldChg>
      <pc:sldChg chg="add">
        <pc:chgData name="Mohamed Elshenawy" userId="4d8e66f3-dfeb-45bd-b928-a45168e8cbc1" providerId="ADAL" clId="{853970D4-D7F5-4920-A97A-565AF79390A5}" dt="2025-12-03T13:46:40.477" v="1902" actId="2890"/>
        <pc:sldMkLst>
          <pc:docMk/>
          <pc:sldMk cId="2293188257" sldId="305"/>
        </pc:sldMkLst>
      </pc:sldChg>
      <pc:sldChg chg="addSp delSp modSp add mod">
        <pc:chgData name="Mohamed Elshenawy" userId="4d8e66f3-dfeb-45bd-b928-a45168e8cbc1" providerId="ADAL" clId="{853970D4-D7F5-4920-A97A-565AF79390A5}" dt="2025-12-03T14:14:35.755" v="2169" actId="313"/>
        <pc:sldMkLst>
          <pc:docMk/>
          <pc:sldMk cId="76923088" sldId="306"/>
        </pc:sldMkLst>
        <pc:spChg chg="mod">
          <ac:chgData name="Mohamed Elshenawy" userId="4d8e66f3-dfeb-45bd-b928-a45168e8cbc1" providerId="ADAL" clId="{853970D4-D7F5-4920-A97A-565AF79390A5}" dt="2025-12-03T14:14:35.755" v="2169" actId="313"/>
          <ac:spMkLst>
            <pc:docMk/>
            <pc:sldMk cId="76923088" sldId="306"/>
            <ac:spMk id="30" creationId="{27290B5D-6004-FEDD-68A6-C3F02C25D7B6}"/>
          </ac:spMkLst>
        </pc:spChg>
        <pc:picChg chg="add mod">
          <ac:chgData name="Mohamed Elshenawy" userId="4d8e66f3-dfeb-45bd-b928-a45168e8cbc1" providerId="ADAL" clId="{853970D4-D7F5-4920-A97A-565AF79390A5}" dt="2025-12-03T14:12:56.057" v="1914" actId="1076"/>
          <ac:picMkLst>
            <pc:docMk/>
            <pc:sldMk cId="76923088" sldId="306"/>
            <ac:picMk id="20" creationId="{6FAEC8ED-DC3D-A2E9-1E22-83433628A8AE}"/>
          </ac:picMkLst>
        </pc:picChg>
        <pc:picChg chg="del">
          <ac:chgData name="Mohamed Elshenawy" userId="4d8e66f3-dfeb-45bd-b928-a45168e8cbc1" providerId="ADAL" clId="{853970D4-D7F5-4920-A97A-565AF79390A5}" dt="2025-12-03T14:12:52.304" v="1912" actId="478"/>
          <ac:picMkLst>
            <pc:docMk/>
            <pc:sldMk cId="76923088" sldId="306"/>
            <ac:picMk id="29" creationId="{7341DF43-8164-6359-C97B-8F40D617D1F7}"/>
          </ac:picMkLst>
        </pc:picChg>
      </pc:sldChg>
      <pc:sldChg chg="addSp delSp modSp add mod">
        <pc:chgData name="Mohamed Elshenawy" userId="4d8e66f3-dfeb-45bd-b928-a45168e8cbc1" providerId="ADAL" clId="{853970D4-D7F5-4920-A97A-565AF79390A5}" dt="2025-12-03T14:33:19.786" v="2760" actId="1076"/>
        <pc:sldMkLst>
          <pc:docMk/>
          <pc:sldMk cId="146353304" sldId="307"/>
        </pc:sldMkLst>
        <pc:spChg chg="add mod">
          <ac:chgData name="Mohamed Elshenawy" userId="4d8e66f3-dfeb-45bd-b928-a45168e8cbc1" providerId="ADAL" clId="{853970D4-D7F5-4920-A97A-565AF79390A5}" dt="2025-12-03T14:26:28.080" v="2435" actId="113"/>
          <ac:spMkLst>
            <pc:docMk/>
            <pc:sldMk cId="146353304" sldId="307"/>
            <ac:spMk id="20" creationId="{133DDBA2-EBB1-96B0-E561-7A0C957034ED}"/>
          </ac:spMkLst>
        </pc:spChg>
        <pc:spChg chg="add mod">
          <ac:chgData name="Mohamed Elshenawy" userId="4d8e66f3-dfeb-45bd-b928-a45168e8cbc1" providerId="ADAL" clId="{853970D4-D7F5-4920-A97A-565AF79390A5}" dt="2025-12-03T14:33:19.786" v="2760" actId="1076"/>
          <ac:spMkLst>
            <pc:docMk/>
            <pc:sldMk cId="146353304" sldId="307"/>
            <ac:spMk id="22" creationId="{397C7300-97BF-5FB5-E62E-DDF665199AA0}"/>
          </ac:spMkLst>
        </pc:spChg>
        <pc:spChg chg="mod">
          <ac:chgData name="Mohamed Elshenawy" userId="4d8e66f3-dfeb-45bd-b928-a45168e8cbc1" providerId="ADAL" clId="{853970D4-D7F5-4920-A97A-565AF79390A5}" dt="2025-12-03T14:23:11.812" v="2200" actId="20577"/>
          <ac:spMkLst>
            <pc:docMk/>
            <pc:sldMk cId="146353304" sldId="307"/>
            <ac:spMk id="30" creationId="{14842A46-0C02-AD63-8992-C6F5A5C60141}"/>
          </ac:spMkLst>
        </pc:spChg>
        <pc:picChg chg="add mod modCrop">
          <ac:chgData name="Mohamed Elshenawy" userId="4d8e66f3-dfeb-45bd-b928-a45168e8cbc1" providerId="ADAL" clId="{853970D4-D7F5-4920-A97A-565AF79390A5}" dt="2025-12-03T14:24:17.936" v="2215" actId="1076"/>
          <ac:picMkLst>
            <pc:docMk/>
            <pc:sldMk cId="146353304" sldId="307"/>
            <ac:picMk id="7" creationId="{D0A10D11-85F2-6759-D76F-3EA6CF47A907}"/>
          </ac:picMkLst>
        </pc:picChg>
        <pc:picChg chg="add mod">
          <ac:chgData name="Mohamed Elshenawy" userId="4d8e66f3-dfeb-45bd-b928-a45168e8cbc1" providerId="ADAL" clId="{853970D4-D7F5-4920-A97A-565AF79390A5}" dt="2025-12-03T14:24:15.953" v="2214" actId="1076"/>
          <ac:picMkLst>
            <pc:docMk/>
            <pc:sldMk cId="146353304" sldId="307"/>
            <ac:picMk id="12" creationId="{E3171827-48C5-7B5E-E7EC-FD78EBA190F2}"/>
          </ac:picMkLst>
        </pc:picChg>
        <pc:picChg chg="add mod">
          <ac:chgData name="Mohamed Elshenawy" userId="4d8e66f3-dfeb-45bd-b928-a45168e8cbc1" providerId="ADAL" clId="{853970D4-D7F5-4920-A97A-565AF79390A5}" dt="2025-12-03T14:25:09.136" v="2222" actId="1076"/>
          <ac:picMkLst>
            <pc:docMk/>
            <pc:sldMk cId="146353304" sldId="307"/>
            <ac:picMk id="19" creationId="{F2F5F4D2-98EB-CE99-F8A3-E6399F79CE13}"/>
          </ac:picMkLst>
        </pc:picChg>
        <pc:picChg chg="del">
          <ac:chgData name="Mohamed Elshenawy" userId="4d8e66f3-dfeb-45bd-b928-a45168e8cbc1" providerId="ADAL" clId="{853970D4-D7F5-4920-A97A-565AF79390A5}" dt="2025-12-03T14:23:16.705" v="2205" actId="478"/>
          <ac:picMkLst>
            <pc:docMk/>
            <pc:sldMk cId="146353304" sldId="307"/>
            <ac:picMk id="31" creationId="{6F90A8B5-DD99-5FF7-E42F-68D858FFCA43}"/>
          </ac:picMkLst>
        </pc:picChg>
        <pc:picChg chg="del">
          <ac:chgData name="Mohamed Elshenawy" userId="4d8e66f3-dfeb-45bd-b928-a45168e8cbc1" providerId="ADAL" clId="{853970D4-D7F5-4920-A97A-565AF79390A5}" dt="2025-12-03T14:23:16.098" v="2203" actId="478"/>
          <ac:picMkLst>
            <pc:docMk/>
            <pc:sldMk cId="146353304" sldId="307"/>
            <ac:picMk id="34" creationId="{743E34BE-B8B2-B95E-A89A-838E5251A301}"/>
          </ac:picMkLst>
        </pc:picChg>
        <pc:picChg chg="del">
          <ac:chgData name="Mohamed Elshenawy" userId="4d8e66f3-dfeb-45bd-b928-a45168e8cbc1" providerId="ADAL" clId="{853970D4-D7F5-4920-A97A-565AF79390A5}" dt="2025-12-03T14:23:16.402" v="2204" actId="478"/>
          <ac:picMkLst>
            <pc:docMk/>
            <pc:sldMk cId="146353304" sldId="307"/>
            <ac:picMk id="36" creationId="{B791127E-E9B9-17C8-97CC-C8A47523E399}"/>
          </ac:picMkLst>
        </pc:picChg>
        <pc:cxnChg chg="add mod">
          <ac:chgData name="Mohamed Elshenawy" userId="4d8e66f3-dfeb-45bd-b928-a45168e8cbc1" providerId="ADAL" clId="{853970D4-D7F5-4920-A97A-565AF79390A5}" dt="2025-12-03T14:24:39.340" v="2220" actId="1582"/>
          <ac:cxnSpMkLst>
            <pc:docMk/>
            <pc:sldMk cId="146353304" sldId="307"/>
            <ac:cxnSpMk id="16" creationId="{7EEA14CE-89C4-D763-575B-1659F165899E}"/>
          </ac:cxnSpMkLst>
        </pc:cxnChg>
      </pc:sldChg>
      <pc:sldChg chg="delSp modSp add mod ord">
        <pc:chgData name="Mohamed Elshenawy" userId="4d8e66f3-dfeb-45bd-b928-a45168e8cbc1" providerId="ADAL" clId="{853970D4-D7F5-4920-A97A-565AF79390A5}" dt="2025-12-03T14:42:46.353" v="2761" actId="20577"/>
        <pc:sldMkLst>
          <pc:docMk/>
          <pc:sldMk cId="3962578809" sldId="308"/>
        </pc:sldMkLst>
        <pc:spChg chg="mod">
          <ac:chgData name="Mohamed Elshenawy" userId="4d8e66f3-dfeb-45bd-b928-a45168e8cbc1" providerId="ADAL" clId="{853970D4-D7F5-4920-A97A-565AF79390A5}" dt="2025-12-03T14:29:30.862" v="2475" actId="20577"/>
          <ac:spMkLst>
            <pc:docMk/>
            <pc:sldMk cId="3962578809" sldId="308"/>
            <ac:spMk id="17" creationId="{1484EED6-E023-19F2-797D-F522ABCFAD2D}"/>
          </ac:spMkLst>
        </pc:spChg>
        <pc:spChg chg="mod">
          <ac:chgData name="Mohamed Elshenawy" userId="4d8e66f3-dfeb-45bd-b928-a45168e8cbc1" providerId="ADAL" clId="{853970D4-D7F5-4920-A97A-565AF79390A5}" dt="2025-12-03T14:42:46.353" v="2761" actId="20577"/>
          <ac:spMkLst>
            <pc:docMk/>
            <pc:sldMk cId="3962578809" sldId="308"/>
            <ac:spMk id="19" creationId="{98198026-6F4C-33AD-803D-3BE676E24D0F}"/>
          </ac:spMkLst>
        </pc:spChg>
        <pc:spChg chg="del">
          <ac:chgData name="Mohamed Elshenawy" userId="4d8e66f3-dfeb-45bd-b928-a45168e8cbc1" providerId="ADAL" clId="{853970D4-D7F5-4920-A97A-565AF79390A5}" dt="2025-12-03T14:29:41.862" v="2477" actId="478"/>
          <ac:spMkLst>
            <pc:docMk/>
            <pc:sldMk cId="3962578809" sldId="308"/>
            <ac:spMk id="20" creationId="{0D45DA47-0E15-23E6-10CC-E63CCB788BEB}"/>
          </ac:spMkLst>
        </pc:spChg>
        <pc:grpChg chg="mod">
          <ac:chgData name="Mohamed Elshenawy" userId="4d8e66f3-dfeb-45bd-b928-a45168e8cbc1" providerId="ADAL" clId="{853970D4-D7F5-4920-A97A-565AF79390A5}" dt="2025-12-03T14:31:32.915" v="2561" actId="1076"/>
          <ac:grpSpMkLst>
            <pc:docMk/>
            <pc:sldMk cId="3962578809" sldId="308"/>
            <ac:grpSpMk id="14" creationId="{BA00215F-AADD-89B9-648A-E86803185F20}"/>
          </ac:grpSpMkLst>
        </pc:gr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507E60-5208-491D-A2EE-2176B909FED7}" type="datetimeFigureOut">
              <a:rPr lang="en-US" smtClean="0"/>
              <a:t>12/4/2025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258732-5ED1-4D68-AEF1-490D44B7E3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3344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258732-5ED1-4D68-AEF1-490D44B7E367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1716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svg"/><Relationship Id="rId3" Type="http://schemas.openxmlformats.org/officeDocument/2006/relationships/image" Target="../media/image12.svg"/><Relationship Id="rId7" Type="http://schemas.openxmlformats.org/officeDocument/2006/relationships/image" Target="../media/image14.svg"/><Relationship Id="rId12" Type="http://schemas.openxmlformats.org/officeDocument/2006/relationships/image" Target="../media/image19.png"/><Relationship Id="rId17" Type="http://schemas.openxmlformats.org/officeDocument/2006/relationships/image" Target="../media/image4.svg"/><Relationship Id="rId2" Type="http://schemas.openxmlformats.org/officeDocument/2006/relationships/image" Target="../media/image11.png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11" Type="http://schemas.openxmlformats.org/officeDocument/2006/relationships/image" Target="../media/image18.svg"/><Relationship Id="rId5" Type="http://schemas.openxmlformats.org/officeDocument/2006/relationships/image" Target="../media/image10.svg"/><Relationship Id="rId15" Type="http://schemas.openxmlformats.org/officeDocument/2006/relationships/image" Target="../media/image22.svg"/><Relationship Id="rId10" Type="http://schemas.openxmlformats.org/officeDocument/2006/relationships/image" Target="../media/image17.png"/><Relationship Id="rId4" Type="http://schemas.openxmlformats.org/officeDocument/2006/relationships/image" Target="../media/image9.png"/><Relationship Id="rId9" Type="http://schemas.openxmlformats.org/officeDocument/2006/relationships/image" Target="../media/image16.svg"/><Relationship Id="rId1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svg"/><Relationship Id="rId3" Type="http://schemas.openxmlformats.org/officeDocument/2006/relationships/image" Target="../media/image12.svg"/><Relationship Id="rId7" Type="http://schemas.openxmlformats.org/officeDocument/2006/relationships/image" Target="../media/image14.svg"/><Relationship Id="rId12" Type="http://schemas.openxmlformats.org/officeDocument/2006/relationships/image" Target="../media/image19.png"/><Relationship Id="rId17" Type="http://schemas.openxmlformats.org/officeDocument/2006/relationships/image" Target="../media/image4.svg"/><Relationship Id="rId2" Type="http://schemas.openxmlformats.org/officeDocument/2006/relationships/image" Target="../media/image11.png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11" Type="http://schemas.openxmlformats.org/officeDocument/2006/relationships/image" Target="../media/image18.svg"/><Relationship Id="rId5" Type="http://schemas.openxmlformats.org/officeDocument/2006/relationships/image" Target="../media/image10.svg"/><Relationship Id="rId15" Type="http://schemas.openxmlformats.org/officeDocument/2006/relationships/image" Target="../media/image22.svg"/><Relationship Id="rId10" Type="http://schemas.openxmlformats.org/officeDocument/2006/relationships/image" Target="../media/image17.png"/><Relationship Id="rId4" Type="http://schemas.openxmlformats.org/officeDocument/2006/relationships/image" Target="../media/image9.png"/><Relationship Id="rId9" Type="http://schemas.openxmlformats.org/officeDocument/2006/relationships/image" Target="../media/image16.svg"/><Relationship Id="rId1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svg"/><Relationship Id="rId3" Type="http://schemas.openxmlformats.org/officeDocument/2006/relationships/image" Target="../media/image12.svg"/><Relationship Id="rId7" Type="http://schemas.openxmlformats.org/officeDocument/2006/relationships/image" Target="../media/image14.svg"/><Relationship Id="rId12" Type="http://schemas.openxmlformats.org/officeDocument/2006/relationships/image" Target="../media/image19.png"/><Relationship Id="rId17" Type="http://schemas.openxmlformats.org/officeDocument/2006/relationships/image" Target="../media/image4.svg"/><Relationship Id="rId2" Type="http://schemas.openxmlformats.org/officeDocument/2006/relationships/image" Target="../media/image11.png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11" Type="http://schemas.openxmlformats.org/officeDocument/2006/relationships/image" Target="../media/image18.svg"/><Relationship Id="rId5" Type="http://schemas.openxmlformats.org/officeDocument/2006/relationships/image" Target="../media/image10.svg"/><Relationship Id="rId15" Type="http://schemas.openxmlformats.org/officeDocument/2006/relationships/image" Target="../media/image22.svg"/><Relationship Id="rId10" Type="http://schemas.openxmlformats.org/officeDocument/2006/relationships/image" Target="../media/image17.png"/><Relationship Id="rId4" Type="http://schemas.openxmlformats.org/officeDocument/2006/relationships/image" Target="../media/image9.png"/><Relationship Id="rId9" Type="http://schemas.openxmlformats.org/officeDocument/2006/relationships/image" Target="../media/image16.svg"/><Relationship Id="rId14" Type="http://schemas.openxmlformats.org/officeDocument/2006/relationships/image" Target="../media/image21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svg"/><Relationship Id="rId3" Type="http://schemas.openxmlformats.org/officeDocument/2006/relationships/image" Target="../media/image12.svg"/><Relationship Id="rId7" Type="http://schemas.openxmlformats.org/officeDocument/2006/relationships/image" Target="../media/image14.svg"/><Relationship Id="rId12" Type="http://schemas.openxmlformats.org/officeDocument/2006/relationships/image" Target="../media/image19.png"/><Relationship Id="rId17" Type="http://schemas.openxmlformats.org/officeDocument/2006/relationships/image" Target="../media/image4.svg"/><Relationship Id="rId2" Type="http://schemas.openxmlformats.org/officeDocument/2006/relationships/image" Target="../media/image11.png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11" Type="http://schemas.openxmlformats.org/officeDocument/2006/relationships/image" Target="../media/image18.svg"/><Relationship Id="rId5" Type="http://schemas.openxmlformats.org/officeDocument/2006/relationships/image" Target="../media/image10.svg"/><Relationship Id="rId15" Type="http://schemas.openxmlformats.org/officeDocument/2006/relationships/image" Target="../media/image22.svg"/><Relationship Id="rId10" Type="http://schemas.openxmlformats.org/officeDocument/2006/relationships/image" Target="../media/image17.png"/><Relationship Id="rId4" Type="http://schemas.openxmlformats.org/officeDocument/2006/relationships/image" Target="../media/image9.png"/><Relationship Id="rId9" Type="http://schemas.openxmlformats.org/officeDocument/2006/relationships/image" Target="../media/image16.svg"/><Relationship Id="rId14" Type="http://schemas.openxmlformats.org/officeDocument/2006/relationships/image" Target="../media/image2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svg"/><Relationship Id="rId3" Type="http://schemas.openxmlformats.org/officeDocument/2006/relationships/image" Target="../media/image12.svg"/><Relationship Id="rId7" Type="http://schemas.openxmlformats.org/officeDocument/2006/relationships/image" Target="../media/image14.svg"/><Relationship Id="rId12" Type="http://schemas.openxmlformats.org/officeDocument/2006/relationships/image" Target="../media/image19.png"/><Relationship Id="rId17" Type="http://schemas.openxmlformats.org/officeDocument/2006/relationships/image" Target="../media/image4.svg"/><Relationship Id="rId2" Type="http://schemas.openxmlformats.org/officeDocument/2006/relationships/image" Target="../media/image11.png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11" Type="http://schemas.openxmlformats.org/officeDocument/2006/relationships/image" Target="../media/image18.svg"/><Relationship Id="rId5" Type="http://schemas.openxmlformats.org/officeDocument/2006/relationships/image" Target="../media/image10.svg"/><Relationship Id="rId15" Type="http://schemas.openxmlformats.org/officeDocument/2006/relationships/image" Target="../media/image22.svg"/><Relationship Id="rId10" Type="http://schemas.openxmlformats.org/officeDocument/2006/relationships/image" Target="../media/image17.png"/><Relationship Id="rId4" Type="http://schemas.openxmlformats.org/officeDocument/2006/relationships/image" Target="../media/image9.png"/><Relationship Id="rId9" Type="http://schemas.openxmlformats.org/officeDocument/2006/relationships/image" Target="../media/image16.svg"/><Relationship Id="rId14" Type="http://schemas.openxmlformats.org/officeDocument/2006/relationships/image" Target="../media/image2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7" Type="http://schemas.openxmlformats.org/officeDocument/2006/relationships/image" Target="../media/image49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4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22.svg"/><Relationship Id="rId4" Type="http://schemas.openxmlformats.org/officeDocument/2006/relationships/image" Target="../media/image21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271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1028700"/>
            <a:ext cx="16230600" cy="8229600"/>
            <a:chOff x="0" y="0"/>
            <a:chExt cx="4274726" cy="216746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>
                  <a:moveTo>
                    <a:pt x="19080" y="0"/>
                  </a:moveTo>
                  <a:lnTo>
                    <a:pt x="4255646" y="0"/>
                  </a:lnTo>
                  <a:cubicBezTo>
                    <a:pt x="4266183" y="0"/>
                    <a:pt x="4274726" y="8542"/>
                    <a:pt x="4274726" y="19080"/>
                  </a:cubicBezTo>
                  <a:lnTo>
                    <a:pt x="4274726" y="2148387"/>
                  </a:lnTo>
                  <a:cubicBezTo>
                    <a:pt x="4274726" y="2158924"/>
                    <a:pt x="4266183" y="2167467"/>
                    <a:pt x="4255646" y="2167467"/>
                  </a:cubicBezTo>
                  <a:lnTo>
                    <a:pt x="19080" y="2167467"/>
                  </a:lnTo>
                  <a:cubicBezTo>
                    <a:pt x="8542" y="2167467"/>
                    <a:pt x="0" y="2158924"/>
                    <a:pt x="0" y="2148387"/>
                  </a:cubicBezTo>
                  <a:lnTo>
                    <a:pt x="0" y="19080"/>
                  </a:lnTo>
                  <a:cubicBezTo>
                    <a:pt x="0" y="8542"/>
                    <a:pt x="8542" y="0"/>
                    <a:pt x="19080" y="0"/>
                  </a:cubicBezTo>
                  <a:close/>
                </a:path>
              </a:pathLst>
            </a:custGeom>
            <a:solidFill>
              <a:srgbClr val="F4F8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427998" y="1347066"/>
            <a:ext cx="284690" cy="284690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59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835411" y="1347066"/>
            <a:ext cx="284690" cy="284690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C9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2243926" y="1347066"/>
            <a:ext cx="284690" cy="284690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CF8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3352126" y="3181248"/>
            <a:ext cx="3656989" cy="5855968"/>
            <a:chOff x="0" y="0"/>
            <a:chExt cx="963158" cy="154231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963158" cy="1542313"/>
            </a:xfrm>
            <a:custGeom>
              <a:avLst/>
              <a:gdLst/>
              <a:ahLst/>
              <a:cxnLst/>
              <a:rect l="l" t="t" r="r" b="b"/>
              <a:pathLst>
                <a:path w="963158" h="1542313">
                  <a:moveTo>
                    <a:pt x="76213" y="0"/>
                  </a:moveTo>
                  <a:lnTo>
                    <a:pt x="886945" y="0"/>
                  </a:lnTo>
                  <a:cubicBezTo>
                    <a:pt x="929036" y="0"/>
                    <a:pt x="963158" y="34122"/>
                    <a:pt x="963158" y="76213"/>
                  </a:cubicBezTo>
                  <a:lnTo>
                    <a:pt x="963158" y="1466100"/>
                  </a:lnTo>
                  <a:cubicBezTo>
                    <a:pt x="963158" y="1486313"/>
                    <a:pt x="955128" y="1505698"/>
                    <a:pt x="940835" y="1519990"/>
                  </a:cubicBezTo>
                  <a:cubicBezTo>
                    <a:pt x="926543" y="1534283"/>
                    <a:pt x="907158" y="1542313"/>
                    <a:pt x="886945" y="1542313"/>
                  </a:cubicBezTo>
                  <a:lnTo>
                    <a:pt x="76213" y="1542313"/>
                  </a:lnTo>
                  <a:cubicBezTo>
                    <a:pt x="34122" y="1542313"/>
                    <a:pt x="0" y="1508191"/>
                    <a:pt x="0" y="1466100"/>
                  </a:cubicBezTo>
                  <a:lnTo>
                    <a:pt x="0" y="76213"/>
                  </a:lnTo>
                  <a:cubicBezTo>
                    <a:pt x="0" y="56000"/>
                    <a:pt x="8030" y="36615"/>
                    <a:pt x="22322" y="22322"/>
                  </a:cubicBezTo>
                  <a:cubicBezTo>
                    <a:pt x="36615" y="8030"/>
                    <a:pt x="56000" y="0"/>
                    <a:pt x="76213" y="0"/>
                  </a:cubicBezTo>
                  <a:close/>
                </a:path>
              </a:pathLst>
            </a:custGeom>
            <a:solidFill>
              <a:srgbClr val="000000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963158" cy="15804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353441" y="3036587"/>
            <a:ext cx="11843766" cy="3729043"/>
            <a:chOff x="0" y="-38100"/>
            <a:chExt cx="3119346" cy="982135"/>
          </a:xfrm>
        </p:grpSpPr>
        <p:sp>
          <p:nvSpPr>
            <p:cNvPr id="18" name="Freeform 18"/>
            <p:cNvSpPr/>
            <p:nvPr/>
          </p:nvSpPr>
          <p:spPr>
            <a:xfrm>
              <a:off x="0" y="-4990"/>
              <a:ext cx="3119346" cy="944035"/>
            </a:xfrm>
            <a:custGeom>
              <a:avLst/>
              <a:gdLst/>
              <a:ahLst/>
              <a:cxnLst/>
              <a:rect l="l" t="t" r="r" b="b"/>
              <a:pathLst>
                <a:path w="3119346" h="944035">
                  <a:moveTo>
                    <a:pt x="26147" y="0"/>
                  </a:moveTo>
                  <a:lnTo>
                    <a:pt x="3093199" y="0"/>
                  </a:lnTo>
                  <a:cubicBezTo>
                    <a:pt x="3107640" y="0"/>
                    <a:pt x="3119346" y="11706"/>
                    <a:pt x="3119346" y="26147"/>
                  </a:cubicBezTo>
                  <a:lnTo>
                    <a:pt x="3119346" y="917888"/>
                  </a:lnTo>
                  <a:cubicBezTo>
                    <a:pt x="3119346" y="932328"/>
                    <a:pt x="3107640" y="944035"/>
                    <a:pt x="3093199" y="944035"/>
                  </a:cubicBezTo>
                  <a:lnTo>
                    <a:pt x="26147" y="944035"/>
                  </a:lnTo>
                  <a:cubicBezTo>
                    <a:pt x="11706" y="944035"/>
                    <a:pt x="0" y="932328"/>
                    <a:pt x="0" y="917888"/>
                  </a:cubicBezTo>
                  <a:lnTo>
                    <a:pt x="0" y="26147"/>
                  </a:lnTo>
                  <a:cubicBezTo>
                    <a:pt x="0" y="11706"/>
                    <a:pt x="11706" y="0"/>
                    <a:pt x="26147" y="0"/>
                  </a:cubicBezTo>
                  <a:close/>
                </a:path>
              </a:pathLst>
            </a:custGeom>
            <a:solidFill>
              <a:srgbClr val="F4F8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38100"/>
              <a:ext cx="3119346" cy="9821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353441" y="6934783"/>
            <a:ext cx="11843766" cy="1023380"/>
            <a:chOff x="0" y="0"/>
            <a:chExt cx="3119346" cy="269532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3119346" cy="269532"/>
            </a:xfrm>
            <a:custGeom>
              <a:avLst/>
              <a:gdLst/>
              <a:ahLst/>
              <a:cxnLst/>
              <a:rect l="l" t="t" r="r" b="b"/>
              <a:pathLst>
                <a:path w="3119346" h="269532">
                  <a:moveTo>
                    <a:pt x="18956" y="0"/>
                  </a:moveTo>
                  <a:lnTo>
                    <a:pt x="3100389" y="0"/>
                  </a:lnTo>
                  <a:cubicBezTo>
                    <a:pt x="3105417" y="0"/>
                    <a:pt x="3110239" y="1997"/>
                    <a:pt x="3113794" y="5552"/>
                  </a:cubicBezTo>
                  <a:cubicBezTo>
                    <a:pt x="3117349" y="9107"/>
                    <a:pt x="3119346" y="13929"/>
                    <a:pt x="3119346" y="18956"/>
                  </a:cubicBezTo>
                  <a:lnTo>
                    <a:pt x="3119346" y="250576"/>
                  </a:lnTo>
                  <a:cubicBezTo>
                    <a:pt x="3119346" y="255603"/>
                    <a:pt x="3117349" y="260425"/>
                    <a:pt x="3113794" y="263980"/>
                  </a:cubicBezTo>
                  <a:cubicBezTo>
                    <a:pt x="3110239" y="267535"/>
                    <a:pt x="3105417" y="269532"/>
                    <a:pt x="3100389" y="269532"/>
                  </a:cubicBezTo>
                  <a:lnTo>
                    <a:pt x="18956" y="269532"/>
                  </a:lnTo>
                  <a:cubicBezTo>
                    <a:pt x="13929" y="269532"/>
                    <a:pt x="9107" y="267535"/>
                    <a:pt x="5552" y="263980"/>
                  </a:cubicBezTo>
                  <a:cubicBezTo>
                    <a:pt x="1997" y="260425"/>
                    <a:pt x="0" y="255603"/>
                    <a:pt x="0" y="250576"/>
                  </a:cubicBezTo>
                  <a:lnTo>
                    <a:pt x="0" y="18956"/>
                  </a:lnTo>
                  <a:cubicBezTo>
                    <a:pt x="0" y="13929"/>
                    <a:pt x="1997" y="9107"/>
                    <a:pt x="5552" y="5552"/>
                  </a:cubicBezTo>
                  <a:cubicBezTo>
                    <a:pt x="9107" y="1997"/>
                    <a:pt x="13929" y="0"/>
                    <a:pt x="18956" y="0"/>
                  </a:cubicBezTo>
                  <a:close/>
                </a:path>
              </a:pathLst>
            </a:custGeom>
            <a:solidFill>
              <a:srgbClr val="F4F8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38100"/>
              <a:ext cx="3119346" cy="3076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353441" y="8129612"/>
            <a:ext cx="2932574" cy="621151"/>
            <a:chOff x="0" y="0"/>
            <a:chExt cx="772365" cy="163595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772365" cy="163595"/>
            </a:xfrm>
            <a:custGeom>
              <a:avLst/>
              <a:gdLst/>
              <a:ahLst/>
              <a:cxnLst/>
              <a:rect l="l" t="t" r="r" b="b"/>
              <a:pathLst>
                <a:path w="772365" h="163595">
                  <a:moveTo>
                    <a:pt x="44880" y="0"/>
                  </a:moveTo>
                  <a:lnTo>
                    <a:pt x="727486" y="0"/>
                  </a:lnTo>
                  <a:cubicBezTo>
                    <a:pt x="739388" y="0"/>
                    <a:pt x="750804" y="4728"/>
                    <a:pt x="759220" y="13145"/>
                  </a:cubicBezTo>
                  <a:cubicBezTo>
                    <a:pt x="767637" y="21561"/>
                    <a:pt x="772365" y="32977"/>
                    <a:pt x="772365" y="44880"/>
                  </a:cubicBezTo>
                  <a:lnTo>
                    <a:pt x="772365" y="118716"/>
                  </a:lnTo>
                  <a:cubicBezTo>
                    <a:pt x="772365" y="130618"/>
                    <a:pt x="767637" y="142034"/>
                    <a:pt x="759220" y="150450"/>
                  </a:cubicBezTo>
                  <a:cubicBezTo>
                    <a:pt x="750804" y="158867"/>
                    <a:pt x="739388" y="163595"/>
                    <a:pt x="727486" y="163595"/>
                  </a:cubicBezTo>
                  <a:lnTo>
                    <a:pt x="44880" y="163595"/>
                  </a:lnTo>
                  <a:cubicBezTo>
                    <a:pt x="32977" y="163595"/>
                    <a:pt x="21561" y="158867"/>
                    <a:pt x="13145" y="150450"/>
                  </a:cubicBezTo>
                  <a:cubicBezTo>
                    <a:pt x="4728" y="142034"/>
                    <a:pt x="0" y="130618"/>
                    <a:pt x="0" y="118716"/>
                  </a:cubicBezTo>
                  <a:lnTo>
                    <a:pt x="0" y="44880"/>
                  </a:lnTo>
                  <a:cubicBezTo>
                    <a:pt x="0" y="32977"/>
                    <a:pt x="4728" y="21561"/>
                    <a:pt x="13145" y="13145"/>
                  </a:cubicBezTo>
                  <a:cubicBezTo>
                    <a:pt x="21561" y="4728"/>
                    <a:pt x="32977" y="0"/>
                    <a:pt x="44880" y="0"/>
                  </a:cubicBezTo>
                  <a:close/>
                </a:path>
              </a:pathLst>
            </a:custGeom>
            <a:solidFill>
              <a:srgbClr val="F4F8FF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38100"/>
              <a:ext cx="772365" cy="2016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79"/>
                </a:lnSpc>
                <a:spcBef>
                  <a:spcPct val="0"/>
                </a:spcBef>
              </a:pPr>
              <a:r>
                <a:rPr lang="en-US" sz="2199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Thynk Unlimited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0264634" y="8129612"/>
            <a:ext cx="2932574" cy="621151"/>
            <a:chOff x="0" y="0"/>
            <a:chExt cx="772365" cy="163595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772365" cy="163595"/>
            </a:xfrm>
            <a:custGeom>
              <a:avLst/>
              <a:gdLst/>
              <a:ahLst/>
              <a:cxnLst/>
              <a:rect l="l" t="t" r="r" b="b"/>
              <a:pathLst>
                <a:path w="772365" h="163595">
                  <a:moveTo>
                    <a:pt x="44880" y="0"/>
                  </a:moveTo>
                  <a:lnTo>
                    <a:pt x="727486" y="0"/>
                  </a:lnTo>
                  <a:cubicBezTo>
                    <a:pt x="739388" y="0"/>
                    <a:pt x="750804" y="4728"/>
                    <a:pt x="759220" y="13145"/>
                  </a:cubicBezTo>
                  <a:cubicBezTo>
                    <a:pt x="767637" y="21561"/>
                    <a:pt x="772365" y="32977"/>
                    <a:pt x="772365" y="44880"/>
                  </a:cubicBezTo>
                  <a:lnTo>
                    <a:pt x="772365" y="118716"/>
                  </a:lnTo>
                  <a:cubicBezTo>
                    <a:pt x="772365" y="130618"/>
                    <a:pt x="767637" y="142034"/>
                    <a:pt x="759220" y="150450"/>
                  </a:cubicBezTo>
                  <a:cubicBezTo>
                    <a:pt x="750804" y="158867"/>
                    <a:pt x="739388" y="163595"/>
                    <a:pt x="727486" y="163595"/>
                  </a:cubicBezTo>
                  <a:lnTo>
                    <a:pt x="44880" y="163595"/>
                  </a:lnTo>
                  <a:cubicBezTo>
                    <a:pt x="32977" y="163595"/>
                    <a:pt x="21561" y="158867"/>
                    <a:pt x="13145" y="150450"/>
                  </a:cubicBezTo>
                  <a:cubicBezTo>
                    <a:pt x="4728" y="142034"/>
                    <a:pt x="0" y="130618"/>
                    <a:pt x="0" y="118716"/>
                  </a:cubicBezTo>
                  <a:lnTo>
                    <a:pt x="0" y="44880"/>
                  </a:lnTo>
                  <a:cubicBezTo>
                    <a:pt x="0" y="32977"/>
                    <a:pt x="4728" y="21561"/>
                    <a:pt x="13145" y="13145"/>
                  </a:cubicBezTo>
                  <a:cubicBezTo>
                    <a:pt x="21561" y="4728"/>
                    <a:pt x="32977" y="0"/>
                    <a:pt x="44880" y="0"/>
                  </a:cubicBezTo>
                  <a:close/>
                </a:path>
              </a:pathLst>
            </a:custGeom>
            <a:solidFill>
              <a:srgbClr val="F4F8FF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38100"/>
              <a:ext cx="772365" cy="2016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79"/>
                </a:lnSpc>
                <a:spcBef>
                  <a:spcPct val="0"/>
                </a:spcBef>
              </a:pPr>
              <a:r>
                <a:rPr lang="en-US" sz="2199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@reallygreatsite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13830544" y="4762907"/>
            <a:ext cx="844833" cy="844833"/>
            <a:chOff x="0" y="0"/>
            <a:chExt cx="812800" cy="81280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F4F8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3828612" y="5728640"/>
            <a:ext cx="844833" cy="844833"/>
            <a:chOff x="0" y="0"/>
            <a:chExt cx="812800" cy="81280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F4F8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3828612" y="6697297"/>
            <a:ext cx="844833" cy="844833"/>
            <a:chOff x="0" y="0"/>
            <a:chExt cx="812800" cy="81280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F4F8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4757238" y="4762907"/>
            <a:ext cx="844833" cy="844833"/>
            <a:chOff x="0" y="0"/>
            <a:chExt cx="812800" cy="81280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F4F8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14755307" y="5728640"/>
            <a:ext cx="844833" cy="844833"/>
            <a:chOff x="0" y="0"/>
            <a:chExt cx="812800" cy="81280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F4F8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14755307" y="6697297"/>
            <a:ext cx="844833" cy="844833"/>
            <a:chOff x="0" y="0"/>
            <a:chExt cx="812800" cy="81280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F4F8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14782800" y="7665955"/>
            <a:ext cx="844833" cy="844833"/>
            <a:chOff x="0" y="0"/>
            <a:chExt cx="812800" cy="81280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F4F8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15687796" y="4762907"/>
            <a:ext cx="844833" cy="844833"/>
            <a:chOff x="0" y="0"/>
            <a:chExt cx="812800" cy="812800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F4F8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15685865" y="5728640"/>
            <a:ext cx="844833" cy="844833"/>
            <a:chOff x="0" y="0"/>
            <a:chExt cx="812800" cy="812800"/>
          </a:xfrm>
        </p:grpSpPr>
        <p:sp>
          <p:nvSpPr>
            <p:cNvPr id="54" name="Freeform 5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F4F8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15685865" y="6697297"/>
            <a:ext cx="844833" cy="844833"/>
            <a:chOff x="0" y="0"/>
            <a:chExt cx="812800" cy="812800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F4F8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9" name="AutoShape 59"/>
          <p:cNvSpPr/>
          <p:nvPr/>
        </p:nvSpPr>
        <p:spPr>
          <a:xfrm>
            <a:off x="14896107" y="8827769"/>
            <a:ext cx="816678" cy="0"/>
          </a:xfrm>
          <a:prstGeom prst="line">
            <a:avLst/>
          </a:prstGeom>
          <a:ln w="38100" cap="rnd">
            <a:solidFill>
              <a:srgbClr val="F4F8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0" name="Freeform 60"/>
          <p:cNvSpPr/>
          <p:nvPr/>
        </p:nvSpPr>
        <p:spPr>
          <a:xfrm>
            <a:off x="14888620" y="3611231"/>
            <a:ext cx="584002" cy="791136"/>
          </a:xfrm>
          <a:custGeom>
            <a:avLst/>
            <a:gdLst/>
            <a:ahLst/>
            <a:cxnLst/>
            <a:rect l="l" t="t" r="r" b="b"/>
            <a:pathLst>
              <a:path w="584002" h="791136">
                <a:moveTo>
                  <a:pt x="0" y="0"/>
                </a:moveTo>
                <a:lnTo>
                  <a:pt x="584002" y="0"/>
                </a:lnTo>
                <a:lnTo>
                  <a:pt x="584002" y="791136"/>
                </a:lnTo>
                <a:lnTo>
                  <a:pt x="0" y="79113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1" name="AutoShape 61"/>
          <p:cNvSpPr/>
          <p:nvPr/>
        </p:nvSpPr>
        <p:spPr>
          <a:xfrm>
            <a:off x="4286015" y="8459238"/>
            <a:ext cx="5978618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2" name="Freeform 62"/>
          <p:cNvSpPr/>
          <p:nvPr/>
        </p:nvSpPr>
        <p:spPr>
          <a:xfrm>
            <a:off x="7265466" y="8306136"/>
            <a:ext cx="197909" cy="268103"/>
          </a:xfrm>
          <a:custGeom>
            <a:avLst/>
            <a:gdLst/>
            <a:ahLst/>
            <a:cxnLst/>
            <a:rect l="l" t="t" r="r" b="b"/>
            <a:pathLst>
              <a:path w="197909" h="268103">
                <a:moveTo>
                  <a:pt x="0" y="0"/>
                </a:moveTo>
                <a:lnTo>
                  <a:pt x="197909" y="0"/>
                </a:lnTo>
                <a:lnTo>
                  <a:pt x="197909" y="268104"/>
                </a:lnTo>
                <a:lnTo>
                  <a:pt x="0" y="26810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3" name="Group 63"/>
          <p:cNvGrpSpPr/>
          <p:nvPr/>
        </p:nvGrpSpPr>
        <p:grpSpPr>
          <a:xfrm>
            <a:off x="1353441" y="1875260"/>
            <a:ext cx="15581117" cy="1134538"/>
            <a:chOff x="0" y="0"/>
            <a:chExt cx="4103669" cy="298808"/>
          </a:xfrm>
        </p:grpSpPr>
        <p:sp>
          <p:nvSpPr>
            <p:cNvPr id="64" name="Freeform 64"/>
            <p:cNvSpPr/>
            <p:nvPr/>
          </p:nvSpPr>
          <p:spPr>
            <a:xfrm>
              <a:off x="0" y="0"/>
              <a:ext cx="4103669" cy="298808"/>
            </a:xfrm>
            <a:custGeom>
              <a:avLst/>
              <a:gdLst/>
              <a:ahLst/>
              <a:cxnLst/>
              <a:rect l="l" t="t" r="r" b="b"/>
              <a:pathLst>
                <a:path w="4103669" h="298808">
                  <a:moveTo>
                    <a:pt x="18385" y="0"/>
                  </a:moveTo>
                  <a:lnTo>
                    <a:pt x="4085284" y="0"/>
                  </a:lnTo>
                  <a:cubicBezTo>
                    <a:pt x="4090160" y="0"/>
                    <a:pt x="4094836" y="1937"/>
                    <a:pt x="4098284" y="5385"/>
                  </a:cubicBezTo>
                  <a:cubicBezTo>
                    <a:pt x="4101732" y="8832"/>
                    <a:pt x="4103669" y="13509"/>
                    <a:pt x="4103669" y="18385"/>
                  </a:cubicBezTo>
                  <a:lnTo>
                    <a:pt x="4103669" y="280424"/>
                  </a:lnTo>
                  <a:cubicBezTo>
                    <a:pt x="4103669" y="285300"/>
                    <a:pt x="4101732" y="289976"/>
                    <a:pt x="4098284" y="293424"/>
                  </a:cubicBezTo>
                  <a:cubicBezTo>
                    <a:pt x="4094836" y="296872"/>
                    <a:pt x="4090160" y="298808"/>
                    <a:pt x="4085284" y="298808"/>
                  </a:cubicBezTo>
                  <a:lnTo>
                    <a:pt x="18385" y="298808"/>
                  </a:lnTo>
                  <a:cubicBezTo>
                    <a:pt x="8231" y="298808"/>
                    <a:pt x="0" y="290577"/>
                    <a:pt x="0" y="280424"/>
                  </a:cubicBezTo>
                  <a:lnTo>
                    <a:pt x="0" y="18385"/>
                  </a:lnTo>
                  <a:cubicBezTo>
                    <a:pt x="0" y="13509"/>
                    <a:pt x="1937" y="8832"/>
                    <a:pt x="5385" y="5385"/>
                  </a:cubicBezTo>
                  <a:cubicBezTo>
                    <a:pt x="8832" y="1937"/>
                    <a:pt x="13509" y="0"/>
                    <a:pt x="18385" y="0"/>
                  </a:cubicBezTo>
                  <a:close/>
                </a:path>
              </a:pathLst>
            </a:custGeom>
            <a:solidFill>
              <a:srgbClr val="F4F8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0" y="-38100"/>
              <a:ext cx="4103669" cy="33690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2038780" y="2121947"/>
            <a:ext cx="1685076" cy="621151"/>
            <a:chOff x="0" y="0"/>
            <a:chExt cx="443806" cy="163595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443806" cy="163595"/>
            </a:xfrm>
            <a:custGeom>
              <a:avLst/>
              <a:gdLst/>
              <a:ahLst/>
              <a:cxnLst/>
              <a:rect l="l" t="t" r="r" b="b"/>
              <a:pathLst>
                <a:path w="443806" h="163595">
                  <a:moveTo>
                    <a:pt x="81798" y="0"/>
                  </a:moveTo>
                  <a:lnTo>
                    <a:pt x="362008" y="0"/>
                  </a:lnTo>
                  <a:cubicBezTo>
                    <a:pt x="383703" y="0"/>
                    <a:pt x="404508" y="8618"/>
                    <a:pt x="419848" y="23958"/>
                  </a:cubicBezTo>
                  <a:cubicBezTo>
                    <a:pt x="435188" y="39298"/>
                    <a:pt x="443806" y="60104"/>
                    <a:pt x="443806" y="81798"/>
                  </a:cubicBezTo>
                  <a:lnTo>
                    <a:pt x="443806" y="81798"/>
                  </a:lnTo>
                  <a:cubicBezTo>
                    <a:pt x="443806" y="103492"/>
                    <a:pt x="435188" y="124297"/>
                    <a:pt x="419848" y="139637"/>
                  </a:cubicBezTo>
                  <a:cubicBezTo>
                    <a:pt x="404508" y="154977"/>
                    <a:pt x="383703" y="163595"/>
                    <a:pt x="362008" y="163595"/>
                  </a:cubicBezTo>
                  <a:lnTo>
                    <a:pt x="81798" y="163595"/>
                  </a:lnTo>
                  <a:cubicBezTo>
                    <a:pt x="60104" y="163595"/>
                    <a:pt x="39298" y="154977"/>
                    <a:pt x="23958" y="139637"/>
                  </a:cubicBezTo>
                  <a:cubicBezTo>
                    <a:pt x="8618" y="124297"/>
                    <a:pt x="0" y="103492"/>
                    <a:pt x="0" y="81798"/>
                  </a:cubicBezTo>
                  <a:lnTo>
                    <a:pt x="0" y="81798"/>
                  </a:lnTo>
                  <a:cubicBezTo>
                    <a:pt x="0" y="60104"/>
                    <a:pt x="8618" y="39298"/>
                    <a:pt x="23958" y="23958"/>
                  </a:cubicBezTo>
                  <a:cubicBezTo>
                    <a:pt x="39298" y="8618"/>
                    <a:pt x="60104" y="0"/>
                    <a:pt x="81798" y="0"/>
                  </a:cubicBezTo>
                  <a:close/>
                </a:path>
              </a:pathLst>
            </a:custGeom>
            <a:solidFill>
              <a:srgbClr val="545BF8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0" y="-38100"/>
              <a:ext cx="443806" cy="2016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79"/>
                </a:lnSpc>
                <a:spcBef>
                  <a:spcPct val="0"/>
                </a:spcBef>
              </a:pPr>
              <a:r>
                <a:rPr lang="en-US" sz="2199" dirty="0">
                  <a:solidFill>
                    <a:srgbClr val="F4F8FF"/>
                  </a:solidFill>
                  <a:latin typeface="Inter"/>
                  <a:ea typeface="Inter"/>
                  <a:cs typeface="Inter"/>
                  <a:sym typeface="Inter"/>
                </a:rPr>
                <a:t>Cyber</a:t>
              </a:r>
            </a:p>
          </p:txBody>
        </p:sp>
      </p:grpSp>
      <p:grpSp>
        <p:nvGrpSpPr>
          <p:cNvPr id="69" name="Group 69"/>
          <p:cNvGrpSpPr/>
          <p:nvPr/>
        </p:nvGrpSpPr>
        <p:grpSpPr>
          <a:xfrm>
            <a:off x="3825037" y="2112422"/>
            <a:ext cx="1685076" cy="621151"/>
            <a:chOff x="0" y="0"/>
            <a:chExt cx="443806" cy="163595"/>
          </a:xfrm>
        </p:grpSpPr>
        <p:sp>
          <p:nvSpPr>
            <p:cNvPr id="70" name="Freeform 70"/>
            <p:cNvSpPr/>
            <p:nvPr/>
          </p:nvSpPr>
          <p:spPr>
            <a:xfrm>
              <a:off x="0" y="0"/>
              <a:ext cx="443806" cy="163595"/>
            </a:xfrm>
            <a:custGeom>
              <a:avLst/>
              <a:gdLst/>
              <a:ahLst/>
              <a:cxnLst/>
              <a:rect l="l" t="t" r="r" b="b"/>
              <a:pathLst>
                <a:path w="443806" h="163595">
                  <a:moveTo>
                    <a:pt x="81798" y="0"/>
                  </a:moveTo>
                  <a:lnTo>
                    <a:pt x="362008" y="0"/>
                  </a:lnTo>
                  <a:cubicBezTo>
                    <a:pt x="383703" y="0"/>
                    <a:pt x="404508" y="8618"/>
                    <a:pt x="419848" y="23958"/>
                  </a:cubicBezTo>
                  <a:cubicBezTo>
                    <a:pt x="435188" y="39298"/>
                    <a:pt x="443806" y="60104"/>
                    <a:pt x="443806" y="81798"/>
                  </a:cubicBezTo>
                  <a:lnTo>
                    <a:pt x="443806" y="81798"/>
                  </a:lnTo>
                  <a:cubicBezTo>
                    <a:pt x="443806" y="103492"/>
                    <a:pt x="435188" y="124297"/>
                    <a:pt x="419848" y="139637"/>
                  </a:cubicBezTo>
                  <a:cubicBezTo>
                    <a:pt x="404508" y="154977"/>
                    <a:pt x="383703" y="163595"/>
                    <a:pt x="362008" y="163595"/>
                  </a:cubicBezTo>
                  <a:lnTo>
                    <a:pt x="81798" y="163595"/>
                  </a:lnTo>
                  <a:cubicBezTo>
                    <a:pt x="60104" y="163595"/>
                    <a:pt x="39298" y="154977"/>
                    <a:pt x="23958" y="139637"/>
                  </a:cubicBezTo>
                  <a:cubicBezTo>
                    <a:pt x="8618" y="124297"/>
                    <a:pt x="0" y="103492"/>
                    <a:pt x="0" y="81798"/>
                  </a:cubicBezTo>
                  <a:lnTo>
                    <a:pt x="0" y="81798"/>
                  </a:lnTo>
                  <a:cubicBezTo>
                    <a:pt x="0" y="60104"/>
                    <a:pt x="8618" y="39298"/>
                    <a:pt x="23958" y="23958"/>
                  </a:cubicBezTo>
                  <a:cubicBezTo>
                    <a:pt x="39298" y="8618"/>
                    <a:pt x="60104" y="0"/>
                    <a:pt x="81798" y="0"/>
                  </a:cubicBezTo>
                  <a:close/>
                </a:path>
              </a:pathLst>
            </a:custGeom>
            <a:solidFill>
              <a:srgbClr val="F4F8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0" y="-38100"/>
              <a:ext cx="443806" cy="2016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79"/>
                </a:lnSpc>
                <a:spcBef>
                  <a:spcPct val="0"/>
                </a:spcBef>
              </a:pPr>
              <a:r>
                <a:rPr lang="en-US" sz="2199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Protect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5614888" y="2112422"/>
            <a:ext cx="1685076" cy="621151"/>
            <a:chOff x="0" y="0"/>
            <a:chExt cx="443806" cy="163595"/>
          </a:xfrm>
        </p:grpSpPr>
        <p:sp>
          <p:nvSpPr>
            <p:cNvPr id="73" name="Freeform 73"/>
            <p:cNvSpPr/>
            <p:nvPr/>
          </p:nvSpPr>
          <p:spPr>
            <a:xfrm>
              <a:off x="0" y="0"/>
              <a:ext cx="443806" cy="163595"/>
            </a:xfrm>
            <a:custGeom>
              <a:avLst/>
              <a:gdLst/>
              <a:ahLst/>
              <a:cxnLst/>
              <a:rect l="l" t="t" r="r" b="b"/>
              <a:pathLst>
                <a:path w="443806" h="163595">
                  <a:moveTo>
                    <a:pt x="81798" y="0"/>
                  </a:moveTo>
                  <a:lnTo>
                    <a:pt x="362008" y="0"/>
                  </a:lnTo>
                  <a:cubicBezTo>
                    <a:pt x="383703" y="0"/>
                    <a:pt x="404508" y="8618"/>
                    <a:pt x="419848" y="23958"/>
                  </a:cubicBezTo>
                  <a:cubicBezTo>
                    <a:pt x="435188" y="39298"/>
                    <a:pt x="443806" y="60104"/>
                    <a:pt x="443806" y="81798"/>
                  </a:cubicBezTo>
                  <a:lnTo>
                    <a:pt x="443806" y="81798"/>
                  </a:lnTo>
                  <a:cubicBezTo>
                    <a:pt x="443806" y="103492"/>
                    <a:pt x="435188" y="124297"/>
                    <a:pt x="419848" y="139637"/>
                  </a:cubicBezTo>
                  <a:cubicBezTo>
                    <a:pt x="404508" y="154977"/>
                    <a:pt x="383703" y="163595"/>
                    <a:pt x="362008" y="163595"/>
                  </a:cubicBezTo>
                  <a:lnTo>
                    <a:pt x="81798" y="163595"/>
                  </a:lnTo>
                  <a:cubicBezTo>
                    <a:pt x="60104" y="163595"/>
                    <a:pt x="39298" y="154977"/>
                    <a:pt x="23958" y="139637"/>
                  </a:cubicBezTo>
                  <a:cubicBezTo>
                    <a:pt x="8618" y="124297"/>
                    <a:pt x="0" y="103492"/>
                    <a:pt x="0" y="81798"/>
                  </a:cubicBezTo>
                  <a:lnTo>
                    <a:pt x="0" y="81798"/>
                  </a:lnTo>
                  <a:cubicBezTo>
                    <a:pt x="0" y="60104"/>
                    <a:pt x="8618" y="39298"/>
                    <a:pt x="23958" y="23958"/>
                  </a:cubicBezTo>
                  <a:cubicBezTo>
                    <a:pt x="39298" y="8618"/>
                    <a:pt x="60104" y="0"/>
                    <a:pt x="81798" y="0"/>
                  </a:cubicBezTo>
                  <a:close/>
                </a:path>
              </a:pathLst>
            </a:custGeom>
            <a:solidFill>
              <a:srgbClr val="545BF8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0" y="-38100"/>
              <a:ext cx="443806" cy="2016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79"/>
                </a:lnSpc>
                <a:spcBef>
                  <a:spcPct val="0"/>
                </a:spcBef>
              </a:pPr>
              <a:r>
                <a:rPr lang="en-US" sz="2199">
                  <a:solidFill>
                    <a:srgbClr val="F4F8FF"/>
                  </a:solidFill>
                  <a:latin typeface="Inter"/>
                  <a:ea typeface="Inter"/>
                  <a:cs typeface="Inter"/>
                  <a:sym typeface="Inter"/>
                </a:rPr>
                <a:t>Data</a:t>
              </a:r>
            </a:p>
          </p:txBody>
        </p:sp>
      </p:grpSp>
      <p:grpSp>
        <p:nvGrpSpPr>
          <p:cNvPr id="75" name="Group 75"/>
          <p:cNvGrpSpPr/>
          <p:nvPr/>
        </p:nvGrpSpPr>
        <p:grpSpPr>
          <a:xfrm>
            <a:off x="7404739" y="2131954"/>
            <a:ext cx="1685076" cy="621151"/>
            <a:chOff x="0" y="0"/>
            <a:chExt cx="443806" cy="163595"/>
          </a:xfrm>
        </p:grpSpPr>
        <p:sp>
          <p:nvSpPr>
            <p:cNvPr id="76" name="Freeform 76"/>
            <p:cNvSpPr/>
            <p:nvPr/>
          </p:nvSpPr>
          <p:spPr>
            <a:xfrm>
              <a:off x="0" y="0"/>
              <a:ext cx="443806" cy="163595"/>
            </a:xfrm>
            <a:custGeom>
              <a:avLst/>
              <a:gdLst/>
              <a:ahLst/>
              <a:cxnLst/>
              <a:rect l="l" t="t" r="r" b="b"/>
              <a:pathLst>
                <a:path w="443806" h="163595">
                  <a:moveTo>
                    <a:pt x="81798" y="0"/>
                  </a:moveTo>
                  <a:lnTo>
                    <a:pt x="362008" y="0"/>
                  </a:lnTo>
                  <a:cubicBezTo>
                    <a:pt x="383703" y="0"/>
                    <a:pt x="404508" y="8618"/>
                    <a:pt x="419848" y="23958"/>
                  </a:cubicBezTo>
                  <a:cubicBezTo>
                    <a:pt x="435188" y="39298"/>
                    <a:pt x="443806" y="60104"/>
                    <a:pt x="443806" y="81798"/>
                  </a:cubicBezTo>
                  <a:lnTo>
                    <a:pt x="443806" y="81798"/>
                  </a:lnTo>
                  <a:cubicBezTo>
                    <a:pt x="443806" y="103492"/>
                    <a:pt x="435188" y="124297"/>
                    <a:pt x="419848" y="139637"/>
                  </a:cubicBezTo>
                  <a:cubicBezTo>
                    <a:pt x="404508" y="154977"/>
                    <a:pt x="383703" y="163595"/>
                    <a:pt x="362008" y="163595"/>
                  </a:cubicBezTo>
                  <a:lnTo>
                    <a:pt x="81798" y="163595"/>
                  </a:lnTo>
                  <a:cubicBezTo>
                    <a:pt x="60104" y="163595"/>
                    <a:pt x="39298" y="154977"/>
                    <a:pt x="23958" y="139637"/>
                  </a:cubicBezTo>
                  <a:cubicBezTo>
                    <a:pt x="8618" y="124297"/>
                    <a:pt x="0" y="103492"/>
                    <a:pt x="0" y="81798"/>
                  </a:cubicBezTo>
                  <a:lnTo>
                    <a:pt x="0" y="81798"/>
                  </a:lnTo>
                  <a:cubicBezTo>
                    <a:pt x="0" y="60104"/>
                    <a:pt x="8618" y="39298"/>
                    <a:pt x="23958" y="23958"/>
                  </a:cubicBezTo>
                  <a:cubicBezTo>
                    <a:pt x="39298" y="8618"/>
                    <a:pt x="60104" y="0"/>
                    <a:pt x="81798" y="0"/>
                  </a:cubicBezTo>
                  <a:close/>
                </a:path>
              </a:pathLst>
            </a:custGeom>
            <a:solidFill>
              <a:srgbClr val="F4F8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0" y="-38100"/>
              <a:ext cx="443806" cy="2016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79"/>
                </a:lnSpc>
                <a:spcBef>
                  <a:spcPct val="0"/>
                </a:spcBef>
              </a:pPr>
              <a:r>
                <a:rPr lang="en-US" sz="2199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Threat</a:t>
              </a:r>
            </a:p>
          </p:txBody>
        </p:sp>
      </p:grpSp>
      <p:grpSp>
        <p:nvGrpSpPr>
          <p:cNvPr id="78" name="Group 78"/>
          <p:cNvGrpSpPr/>
          <p:nvPr/>
        </p:nvGrpSpPr>
        <p:grpSpPr>
          <a:xfrm>
            <a:off x="9194591" y="2131954"/>
            <a:ext cx="1685076" cy="621151"/>
            <a:chOff x="0" y="0"/>
            <a:chExt cx="443806" cy="163595"/>
          </a:xfrm>
        </p:grpSpPr>
        <p:sp>
          <p:nvSpPr>
            <p:cNvPr id="79" name="Freeform 79"/>
            <p:cNvSpPr/>
            <p:nvPr/>
          </p:nvSpPr>
          <p:spPr>
            <a:xfrm>
              <a:off x="0" y="0"/>
              <a:ext cx="443806" cy="163595"/>
            </a:xfrm>
            <a:custGeom>
              <a:avLst/>
              <a:gdLst/>
              <a:ahLst/>
              <a:cxnLst/>
              <a:rect l="l" t="t" r="r" b="b"/>
              <a:pathLst>
                <a:path w="443806" h="163595">
                  <a:moveTo>
                    <a:pt x="81798" y="0"/>
                  </a:moveTo>
                  <a:lnTo>
                    <a:pt x="362008" y="0"/>
                  </a:lnTo>
                  <a:cubicBezTo>
                    <a:pt x="383703" y="0"/>
                    <a:pt x="404508" y="8618"/>
                    <a:pt x="419848" y="23958"/>
                  </a:cubicBezTo>
                  <a:cubicBezTo>
                    <a:pt x="435188" y="39298"/>
                    <a:pt x="443806" y="60104"/>
                    <a:pt x="443806" y="81798"/>
                  </a:cubicBezTo>
                  <a:lnTo>
                    <a:pt x="443806" y="81798"/>
                  </a:lnTo>
                  <a:cubicBezTo>
                    <a:pt x="443806" y="103492"/>
                    <a:pt x="435188" y="124297"/>
                    <a:pt x="419848" y="139637"/>
                  </a:cubicBezTo>
                  <a:cubicBezTo>
                    <a:pt x="404508" y="154977"/>
                    <a:pt x="383703" y="163595"/>
                    <a:pt x="362008" y="163595"/>
                  </a:cubicBezTo>
                  <a:lnTo>
                    <a:pt x="81798" y="163595"/>
                  </a:lnTo>
                  <a:cubicBezTo>
                    <a:pt x="60104" y="163595"/>
                    <a:pt x="39298" y="154977"/>
                    <a:pt x="23958" y="139637"/>
                  </a:cubicBezTo>
                  <a:cubicBezTo>
                    <a:pt x="8618" y="124297"/>
                    <a:pt x="0" y="103492"/>
                    <a:pt x="0" y="81798"/>
                  </a:cubicBezTo>
                  <a:lnTo>
                    <a:pt x="0" y="81798"/>
                  </a:lnTo>
                  <a:cubicBezTo>
                    <a:pt x="0" y="60104"/>
                    <a:pt x="8618" y="39298"/>
                    <a:pt x="23958" y="23958"/>
                  </a:cubicBezTo>
                  <a:cubicBezTo>
                    <a:pt x="39298" y="8618"/>
                    <a:pt x="60104" y="0"/>
                    <a:pt x="81798" y="0"/>
                  </a:cubicBezTo>
                  <a:close/>
                </a:path>
              </a:pathLst>
            </a:custGeom>
            <a:solidFill>
              <a:srgbClr val="545BF8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0" y="-38100"/>
              <a:ext cx="443806" cy="2016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79"/>
                </a:lnSpc>
                <a:spcBef>
                  <a:spcPct val="0"/>
                </a:spcBef>
              </a:pPr>
              <a:r>
                <a:rPr lang="en-US" sz="2199">
                  <a:solidFill>
                    <a:srgbClr val="F4F8FF"/>
                  </a:solidFill>
                  <a:latin typeface="Inter"/>
                  <a:ea typeface="Inter"/>
                  <a:cs typeface="Inter"/>
                  <a:sym typeface="Inter"/>
                </a:rPr>
                <a:t>Security</a:t>
              </a:r>
            </a:p>
          </p:txBody>
        </p:sp>
      </p:grpSp>
      <p:grpSp>
        <p:nvGrpSpPr>
          <p:cNvPr id="81" name="Group 81"/>
          <p:cNvGrpSpPr/>
          <p:nvPr/>
        </p:nvGrpSpPr>
        <p:grpSpPr>
          <a:xfrm>
            <a:off x="10984442" y="2112422"/>
            <a:ext cx="1685076" cy="621151"/>
            <a:chOff x="0" y="0"/>
            <a:chExt cx="443806" cy="163595"/>
          </a:xfrm>
        </p:grpSpPr>
        <p:sp>
          <p:nvSpPr>
            <p:cNvPr id="82" name="Freeform 82"/>
            <p:cNvSpPr/>
            <p:nvPr/>
          </p:nvSpPr>
          <p:spPr>
            <a:xfrm>
              <a:off x="0" y="0"/>
              <a:ext cx="443806" cy="163595"/>
            </a:xfrm>
            <a:custGeom>
              <a:avLst/>
              <a:gdLst/>
              <a:ahLst/>
              <a:cxnLst/>
              <a:rect l="l" t="t" r="r" b="b"/>
              <a:pathLst>
                <a:path w="443806" h="163595">
                  <a:moveTo>
                    <a:pt x="81798" y="0"/>
                  </a:moveTo>
                  <a:lnTo>
                    <a:pt x="362008" y="0"/>
                  </a:lnTo>
                  <a:cubicBezTo>
                    <a:pt x="383703" y="0"/>
                    <a:pt x="404508" y="8618"/>
                    <a:pt x="419848" y="23958"/>
                  </a:cubicBezTo>
                  <a:cubicBezTo>
                    <a:pt x="435188" y="39298"/>
                    <a:pt x="443806" y="60104"/>
                    <a:pt x="443806" y="81798"/>
                  </a:cubicBezTo>
                  <a:lnTo>
                    <a:pt x="443806" y="81798"/>
                  </a:lnTo>
                  <a:cubicBezTo>
                    <a:pt x="443806" y="103492"/>
                    <a:pt x="435188" y="124297"/>
                    <a:pt x="419848" y="139637"/>
                  </a:cubicBezTo>
                  <a:cubicBezTo>
                    <a:pt x="404508" y="154977"/>
                    <a:pt x="383703" y="163595"/>
                    <a:pt x="362008" y="163595"/>
                  </a:cubicBezTo>
                  <a:lnTo>
                    <a:pt x="81798" y="163595"/>
                  </a:lnTo>
                  <a:cubicBezTo>
                    <a:pt x="60104" y="163595"/>
                    <a:pt x="39298" y="154977"/>
                    <a:pt x="23958" y="139637"/>
                  </a:cubicBezTo>
                  <a:cubicBezTo>
                    <a:pt x="8618" y="124297"/>
                    <a:pt x="0" y="103492"/>
                    <a:pt x="0" y="81798"/>
                  </a:cubicBezTo>
                  <a:lnTo>
                    <a:pt x="0" y="81798"/>
                  </a:lnTo>
                  <a:cubicBezTo>
                    <a:pt x="0" y="60104"/>
                    <a:pt x="8618" y="39298"/>
                    <a:pt x="23958" y="23958"/>
                  </a:cubicBezTo>
                  <a:cubicBezTo>
                    <a:pt x="39298" y="8618"/>
                    <a:pt x="60104" y="0"/>
                    <a:pt x="81798" y="0"/>
                  </a:cubicBezTo>
                  <a:close/>
                </a:path>
              </a:pathLst>
            </a:custGeom>
            <a:solidFill>
              <a:srgbClr val="F4F8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0" y="-38100"/>
              <a:ext cx="443806" cy="2016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79"/>
                </a:lnSpc>
                <a:spcBef>
                  <a:spcPct val="0"/>
                </a:spcBef>
              </a:pPr>
              <a:r>
                <a:rPr lang="en-US" sz="2199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Attack</a:t>
              </a:r>
            </a:p>
          </p:txBody>
        </p:sp>
      </p:grpSp>
      <p:grpSp>
        <p:nvGrpSpPr>
          <p:cNvPr id="84" name="Group 84"/>
          <p:cNvGrpSpPr/>
          <p:nvPr/>
        </p:nvGrpSpPr>
        <p:grpSpPr>
          <a:xfrm>
            <a:off x="12774293" y="2131954"/>
            <a:ext cx="1685076" cy="621151"/>
            <a:chOff x="0" y="0"/>
            <a:chExt cx="443806" cy="163595"/>
          </a:xfrm>
        </p:grpSpPr>
        <p:sp>
          <p:nvSpPr>
            <p:cNvPr id="85" name="Freeform 85"/>
            <p:cNvSpPr/>
            <p:nvPr/>
          </p:nvSpPr>
          <p:spPr>
            <a:xfrm>
              <a:off x="0" y="0"/>
              <a:ext cx="443806" cy="163595"/>
            </a:xfrm>
            <a:custGeom>
              <a:avLst/>
              <a:gdLst/>
              <a:ahLst/>
              <a:cxnLst/>
              <a:rect l="l" t="t" r="r" b="b"/>
              <a:pathLst>
                <a:path w="443806" h="163595">
                  <a:moveTo>
                    <a:pt x="81798" y="0"/>
                  </a:moveTo>
                  <a:lnTo>
                    <a:pt x="362008" y="0"/>
                  </a:lnTo>
                  <a:cubicBezTo>
                    <a:pt x="383703" y="0"/>
                    <a:pt x="404508" y="8618"/>
                    <a:pt x="419848" y="23958"/>
                  </a:cubicBezTo>
                  <a:cubicBezTo>
                    <a:pt x="435188" y="39298"/>
                    <a:pt x="443806" y="60104"/>
                    <a:pt x="443806" y="81798"/>
                  </a:cubicBezTo>
                  <a:lnTo>
                    <a:pt x="443806" y="81798"/>
                  </a:lnTo>
                  <a:cubicBezTo>
                    <a:pt x="443806" y="103492"/>
                    <a:pt x="435188" y="124297"/>
                    <a:pt x="419848" y="139637"/>
                  </a:cubicBezTo>
                  <a:cubicBezTo>
                    <a:pt x="404508" y="154977"/>
                    <a:pt x="383703" y="163595"/>
                    <a:pt x="362008" y="163595"/>
                  </a:cubicBezTo>
                  <a:lnTo>
                    <a:pt x="81798" y="163595"/>
                  </a:lnTo>
                  <a:cubicBezTo>
                    <a:pt x="60104" y="163595"/>
                    <a:pt x="39298" y="154977"/>
                    <a:pt x="23958" y="139637"/>
                  </a:cubicBezTo>
                  <a:cubicBezTo>
                    <a:pt x="8618" y="124297"/>
                    <a:pt x="0" y="103492"/>
                    <a:pt x="0" y="81798"/>
                  </a:cubicBezTo>
                  <a:lnTo>
                    <a:pt x="0" y="81798"/>
                  </a:lnTo>
                  <a:cubicBezTo>
                    <a:pt x="0" y="60104"/>
                    <a:pt x="8618" y="39298"/>
                    <a:pt x="23958" y="23958"/>
                  </a:cubicBezTo>
                  <a:cubicBezTo>
                    <a:pt x="39298" y="8618"/>
                    <a:pt x="60104" y="0"/>
                    <a:pt x="81798" y="0"/>
                  </a:cubicBezTo>
                  <a:close/>
                </a:path>
              </a:pathLst>
            </a:custGeom>
            <a:solidFill>
              <a:srgbClr val="545BF8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0" y="-38100"/>
              <a:ext cx="443806" cy="2016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79"/>
                </a:lnSpc>
                <a:spcBef>
                  <a:spcPct val="0"/>
                </a:spcBef>
              </a:pPr>
              <a:r>
                <a:rPr lang="en-US" sz="2199">
                  <a:solidFill>
                    <a:srgbClr val="F4F8FF"/>
                  </a:solidFill>
                  <a:latin typeface="Inter"/>
                  <a:ea typeface="Inter"/>
                  <a:cs typeface="Inter"/>
                  <a:sym typeface="Inter"/>
                </a:rPr>
                <a:t>Firewall</a:t>
              </a:r>
            </a:p>
          </p:txBody>
        </p:sp>
      </p:grpSp>
      <p:grpSp>
        <p:nvGrpSpPr>
          <p:cNvPr id="87" name="Group 87"/>
          <p:cNvGrpSpPr/>
          <p:nvPr/>
        </p:nvGrpSpPr>
        <p:grpSpPr>
          <a:xfrm>
            <a:off x="14564144" y="2112422"/>
            <a:ext cx="1685076" cy="621151"/>
            <a:chOff x="0" y="0"/>
            <a:chExt cx="443806" cy="163595"/>
          </a:xfrm>
        </p:grpSpPr>
        <p:sp>
          <p:nvSpPr>
            <p:cNvPr id="88" name="Freeform 88"/>
            <p:cNvSpPr/>
            <p:nvPr/>
          </p:nvSpPr>
          <p:spPr>
            <a:xfrm>
              <a:off x="0" y="0"/>
              <a:ext cx="443806" cy="163595"/>
            </a:xfrm>
            <a:custGeom>
              <a:avLst/>
              <a:gdLst/>
              <a:ahLst/>
              <a:cxnLst/>
              <a:rect l="l" t="t" r="r" b="b"/>
              <a:pathLst>
                <a:path w="443806" h="163595">
                  <a:moveTo>
                    <a:pt x="81798" y="0"/>
                  </a:moveTo>
                  <a:lnTo>
                    <a:pt x="362008" y="0"/>
                  </a:lnTo>
                  <a:cubicBezTo>
                    <a:pt x="383703" y="0"/>
                    <a:pt x="404508" y="8618"/>
                    <a:pt x="419848" y="23958"/>
                  </a:cubicBezTo>
                  <a:cubicBezTo>
                    <a:pt x="435188" y="39298"/>
                    <a:pt x="443806" y="60104"/>
                    <a:pt x="443806" y="81798"/>
                  </a:cubicBezTo>
                  <a:lnTo>
                    <a:pt x="443806" y="81798"/>
                  </a:lnTo>
                  <a:cubicBezTo>
                    <a:pt x="443806" y="103492"/>
                    <a:pt x="435188" y="124297"/>
                    <a:pt x="419848" y="139637"/>
                  </a:cubicBezTo>
                  <a:cubicBezTo>
                    <a:pt x="404508" y="154977"/>
                    <a:pt x="383703" y="163595"/>
                    <a:pt x="362008" y="163595"/>
                  </a:cubicBezTo>
                  <a:lnTo>
                    <a:pt x="81798" y="163595"/>
                  </a:lnTo>
                  <a:cubicBezTo>
                    <a:pt x="60104" y="163595"/>
                    <a:pt x="39298" y="154977"/>
                    <a:pt x="23958" y="139637"/>
                  </a:cubicBezTo>
                  <a:cubicBezTo>
                    <a:pt x="8618" y="124297"/>
                    <a:pt x="0" y="103492"/>
                    <a:pt x="0" y="81798"/>
                  </a:cubicBezTo>
                  <a:lnTo>
                    <a:pt x="0" y="81798"/>
                  </a:lnTo>
                  <a:cubicBezTo>
                    <a:pt x="0" y="60104"/>
                    <a:pt x="8618" y="39298"/>
                    <a:pt x="23958" y="23958"/>
                  </a:cubicBezTo>
                  <a:cubicBezTo>
                    <a:pt x="39298" y="8618"/>
                    <a:pt x="60104" y="0"/>
                    <a:pt x="81798" y="0"/>
                  </a:cubicBezTo>
                  <a:close/>
                </a:path>
              </a:pathLst>
            </a:custGeom>
            <a:solidFill>
              <a:srgbClr val="F4F8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9" name="TextBox 89"/>
            <p:cNvSpPr txBox="1"/>
            <p:nvPr/>
          </p:nvSpPr>
          <p:spPr>
            <a:xfrm>
              <a:off x="0" y="-38100"/>
              <a:ext cx="443806" cy="2016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79"/>
                </a:lnSpc>
                <a:spcBef>
                  <a:spcPct val="0"/>
                </a:spcBef>
              </a:pPr>
              <a:r>
                <a:rPr lang="en-US" sz="2199">
                  <a:solidFill>
                    <a:srgbClr val="000000"/>
                  </a:solidFill>
                  <a:latin typeface="Inter"/>
                  <a:ea typeface="Inter"/>
                  <a:cs typeface="Inter"/>
                  <a:sym typeface="Inter"/>
                </a:rPr>
                <a:t>Malware</a:t>
              </a:r>
            </a:p>
          </p:txBody>
        </p:sp>
      </p:grpSp>
      <p:sp>
        <p:nvSpPr>
          <p:cNvPr id="90" name="TextBox 90"/>
          <p:cNvSpPr txBox="1"/>
          <p:nvPr/>
        </p:nvSpPr>
        <p:spPr>
          <a:xfrm>
            <a:off x="2294591" y="3619500"/>
            <a:ext cx="10139659" cy="25376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spcBef>
                <a:spcPct val="0"/>
              </a:spcBef>
            </a:pPr>
            <a:r>
              <a:rPr lang="en-US" sz="7000" b="1" dirty="0">
                <a:solidFill>
                  <a:srgbClr val="000000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FortiGate</a:t>
            </a:r>
          </a:p>
          <a:p>
            <a:pPr algn="ctr">
              <a:lnSpc>
                <a:spcPct val="150000"/>
              </a:lnSpc>
              <a:spcBef>
                <a:spcPct val="0"/>
              </a:spcBef>
            </a:pPr>
            <a:r>
              <a:rPr lang="en-US" sz="7000" b="1" dirty="0">
                <a:solidFill>
                  <a:srgbClr val="000000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Security Profiles</a:t>
            </a:r>
          </a:p>
        </p:txBody>
      </p:sp>
      <p:sp>
        <p:nvSpPr>
          <p:cNvPr id="91" name="TextBox 91"/>
          <p:cNvSpPr txBox="1"/>
          <p:nvPr/>
        </p:nvSpPr>
        <p:spPr>
          <a:xfrm>
            <a:off x="3946399" y="7137873"/>
            <a:ext cx="6732407" cy="5473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79"/>
              </a:lnSpc>
              <a:spcBef>
                <a:spcPct val="0"/>
              </a:spcBef>
            </a:pPr>
            <a:r>
              <a:rPr lang="en-US" sz="3199" b="1" spc="169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 Protecting the Digital World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271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B8F4FA-C41A-0990-131C-956C09173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A4FF6548-A975-C51C-4D74-29785B4DD579}"/>
              </a:ext>
            </a:extLst>
          </p:cNvPr>
          <p:cNvGrpSpPr/>
          <p:nvPr/>
        </p:nvGrpSpPr>
        <p:grpSpPr>
          <a:xfrm>
            <a:off x="990600" y="876300"/>
            <a:ext cx="16230600" cy="8374261"/>
            <a:chOff x="0" y="-38100"/>
            <a:chExt cx="4274726" cy="2205567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3ED73EFB-BD6A-AD5A-A422-FD4A8855421E}"/>
                </a:ext>
              </a:extLst>
            </p:cNvPr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>
                  <a:moveTo>
                    <a:pt x="19080" y="0"/>
                  </a:moveTo>
                  <a:lnTo>
                    <a:pt x="4255646" y="0"/>
                  </a:lnTo>
                  <a:cubicBezTo>
                    <a:pt x="4266183" y="0"/>
                    <a:pt x="4274726" y="8542"/>
                    <a:pt x="4274726" y="19080"/>
                  </a:cubicBezTo>
                  <a:lnTo>
                    <a:pt x="4274726" y="2148387"/>
                  </a:lnTo>
                  <a:cubicBezTo>
                    <a:pt x="4274726" y="2158924"/>
                    <a:pt x="4266183" y="2167467"/>
                    <a:pt x="4255646" y="2167467"/>
                  </a:cubicBezTo>
                  <a:lnTo>
                    <a:pt x="19080" y="2167467"/>
                  </a:lnTo>
                  <a:cubicBezTo>
                    <a:pt x="8542" y="2167467"/>
                    <a:pt x="0" y="2158924"/>
                    <a:pt x="0" y="2148387"/>
                  </a:cubicBezTo>
                  <a:lnTo>
                    <a:pt x="0" y="19080"/>
                  </a:lnTo>
                  <a:cubicBezTo>
                    <a:pt x="0" y="8542"/>
                    <a:pt x="8542" y="0"/>
                    <a:pt x="19080" y="0"/>
                  </a:cubicBezTo>
                  <a:close/>
                </a:path>
              </a:pathLst>
            </a:custGeom>
            <a:solidFill>
              <a:srgbClr val="F4F8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BADBC529-2D2D-7B2E-BDF1-F82ACACE56F0}"/>
                </a:ext>
              </a:extLst>
            </p:cNvPr>
            <p:cNvSpPr txBox="1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13939035-C0A2-FC60-F59B-9540B32BB95D}"/>
              </a:ext>
            </a:extLst>
          </p:cNvPr>
          <p:cNvGrpSpPr/>
          <p:nvPr/>
        </p:nvGrpSpPr>
        <p:grpSpPr>
          <a:xfrm>
            <a:off x="1427998" y="1347066"/>
            <a:ext cx="284690" cy="284690"/>
            <a:chOff x="0" y="0"/>
            <a:chExt cx="812800" cy="812800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1D1F6968-34BA-E67E-1694-AADB1CC88D6F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59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2F140D50-3572-9081-3AC6-4D243345C091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579B380A-DDA0-03D1-3B99-D01D333064EC}"/>
              </a:ext>
            </a:extLst>
          </p:cNvPr>
          <p:cNvGrpSpPr/>
          <p:nvPr/>
        </p:nvGrpSpPr>
        <p:grpSpPr>
          <a:xfrm>
            <a:off x="1835411" y="1347066"/>
            <a:ext cx="284690" cy="284690"/>
            <a:chOff x="0" y="0"/>
            <a:chExt cx="812800" cy="81280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7CF71AB2-AD24-4D58-7352-C43DA20C16E2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C9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31E9C616-ED8B-A38E-858B-3615E57599E9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CB5EAAFB-5817-F4AB-E790-9D7B3EC6BB71}"/>
              </a:ext>
            </a:extLst>
          </p:cNvPr>
          <p:cNvGrpSpPr/>
          <p:nvPr/>
        </p:nvGrpSpPr>
        <p:grpSpPr>
          <a:xfrm>
            <a:off x="2243926" y="1347066"/>
            <a:ext cx="284690" cy="284690"/>
            <a:chOff x="0" y="0"/>
            <a:chExt cx="812800" cy="8128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22824ECB-4682-92F3-1FCA-A00865506C25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CF8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9DA6E38F-7DCA-7207-DFC7-3A64467D0E07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3B3423B1-F1E1-4CFD-C396-1BAE268B8BD2}"/>
              </a:ext>
            </a:extLst>
          </p:cNvPr>
          <p:cNvGrpSpPr/>
          <p:nvPr/>
        </p:nvGrpSpPr>
        <p:grpSpPr>
          <a:xfrm>
            <a:off x="7463375" y="2260250"/>
            <a:ext cx="3656989" cy="5855968"/>
            <a:chOff x="0" y="0"/>
            <a:chExt cx="963158" cy="1542313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4831ECC7-CE2C-DF64-2669-3C5DE2D2427A}"/>
                </a:ext>
              </a:extLst>
            </p:cNvPr>
            <p:cNvSpPr/>
            <p:nvPr/>
          </p:nvSpPr>
          <p:spPr>
            <a:xfrm>
              <a:off x="0" y="0"/>
              <a:ext cx="963158" cy="1542313"/>
            </a:xfrm>
            <a:custGeom>
              <a:avLst/>
              <a:gdLst/>
              <a:ahLst/>
              <a:cxnLst/>
              <a:rect l="l" t="t" r="r" b="b"/>
              <a:pathLst>
                <a:path w="963158" h="1542313">
                  <a:moveTo>
                    <a:pt x="76213" y="0"/>
                  </a:moveTo>
                  <a:lnTo>
                    <a:pt x="886945" y="0"/>
                  </a:lnTo>
                  <a:cubicBezTo>
                    <a:pt x="929036" y="0"/>
                    <a:pt x="963158" y="34122"/>
                    <a:pt x="963158" y="76213"/>
                  </a:cubicBezTo>
                  <a:lnTo>
                    <a:pt x="963158" y="1466100"/>
                  </a:lnTo>
                  <a:cubicBezTo>
                    <a:pt x="963158" y="1486313"/>
                    <a:pt x="955128" y="1505698"/>
                    <a:pt x="940835" y="1519990"/>
                  </a:cubicBezTo>
                  <a:cubicBezTo>
                    <a:pt x="926543" y="1534283"/>
                    <a:pt x="907158" y="1542313"/>
                    <a:pt x="886945" y="1542313"/>
                  </a:cubicBezTo>
                  <a:lnTo>
                    <a:pt x="76213" y="1542313"/>
                  </a:lnTo>
                  <a:cubicBezTo>
                    <a:pt x="34122" y="1542313"/>
                    <a:pt x="0" y="1508191"/>
                    <a:pt x="0" y="1466100"/>
                  </a:cubicBezTo>
                  <a:lnTo>
                    <a:pt x="0" y="76213"/>
                  </a:lnTo>
                  <a:cubicBezTo>
                    <a:pt x="0" y="56000"/>
                    <a:pt x="8030" y="36615"/>
                    <a:pt x="22322" y="22322"/>
                  </a:cubicBezTo>
                  <a:cubicBezTo>
                    <a:pt x="36615" y="8030"/>
                    <a:pt x="56000" y="0"/>
                    <a:pt x="76213" y="0"/>
                  </a:cubicBezTo>
                  <a:close/>
                </a:path>
              </a:pathLst>
            </a:custGeom>
            <a:solidFill>
              <a:srgbClr val="000000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7DE9DE63-BFC1-344D-2F56-300334A06BFB}"/>
                </a:ext>
              </a:extLst>
            </p:cNvPr>
            <p:cNvSpPr txBox="1"/>
            <p:nvPr/>
          </p:nvSpPr>
          <p:spPr>
            <a:xfrm>
              <a:off x="0" y="-38100"/>
              <a:ext cx="963158" cy="15804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9" name="Group 29">
            <a:extLst>
              <a:ext uri="{FF2B5EF4-FFF2-40B4-BE49-F238E27FC236}">
                <a16:creationId xmlns:a16="http://schemas.microsoft.com/office/drawing/2014/main" id="{9D27ADA9-2325-C674-196E-2D1307B596AB}"/>
              </a:ext>
            </a:extLst>
          </p:cNvPr>
          <p:cNvGrpSpPr/>
          <p:nvPr/>
        </p:nvGrpSpPr>
        <p:grpSpPr>
          <a:xfrm>
            <a:off x="7941793" y="3841909"/>
            <a:ext cx="844833" cy="844833"/>
            <a:chOff x="0" y="0"/>
            <a:chExt cx="812800" cy="812800"/>
          </a:xfrm>
        </p:grpSpPr>
        <p:sp>
          <p:nvSpPr>
            <p:cNvPr id="30" name="Freeform 30">
              <a:extLst>
                <a:ext uri="{FF2B5EF4-FFF2-40B4-BE49-F238E27FC236}">
                  <a16:creationId xmlns:a16="http://schemas.microsoft.com/office/drawing/2014/main" id="{37732362-5C78-CDB6-AB59-8CC2BBC2FF66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F4F8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Box 31">
              <a:extLst>
                <a:ext uri="{FF2B5EF4-FFF2-40B4-BE49-F238E27FC236}">
                  <a16:creationId xmlns:a16="http://schemas.microsoft.com/office/drawing/2014/main" id="{E888F174-B292-717B-72D3-D797194F6929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32" name="Group 32">
            <a:extLst>
              <a:ext uri="{FF2B5EF4-FFF2-40B4-BE49-F238E27FC236}">
                <a16:creationId xmlns:a16="http://schemas.microsoft.com/office/drawing/2014/main" id="{D361852D-0A96-5CFE-DC37-C9A705CC33CA}"/>
              </a:ext>
            </a:extLst>
          </p:cNvPr>
          <p:cNvGrpSpPr/>
          <p:nvPr/>
        </p:nvGrpSpPr>
        <p:grpSpPr>
          <a:xfrm>
            <a:off x="7939861" y="4807642"/>
            <a:ext cx="844833" cy="844833"/>
            <a:chOff x="0" y="0"/>
            <a:chExt cx="812800" cy="812800"/>
          </a:xfrm>
        </p:grpSpPr>
        <p:sp>
          <p:nvSpPr>
            <p:cNvPr id="33" name="Freeform 33">
              <a:extLst>
                <a:ext uri="{FF2B5EF4-FFF2-40B4-BE49-F238E27FC236}">
                  <a16:creationId xmlns:a16="http://schemas.microsoft.com/office/drawing/2014/main" id="{D61F2E37-215B-2DE2-8535-B03B661227E9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F4F8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TextBox 34">
              <a:extLst>
                <a:ext uri="{FF2B5EF4-FFF2-40B4-BE49-F238E27FC236}">
                  <a16:creationId xmlns:a16="http://schemas.microsoft.com/office/drawing/2014/main" id="{A80B3BFD-4198-FE6F-DE9D-2961D19A1E57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35" name="Group 35">
            <a:extLst>
              <a:ext uri="{FF2B5EF4-FFF2-40B4-BE49-F238E27FC236}">
                <a16:creationId xmlns:a16="http://schemas.microsoft.com/office/drawing/2014/main" id="{47C18F8B-B6AB-6572-BAEA-E720072D5367}"/>
              </a:ext>
            </a:extLst>
          </p:cNvPr>
          <p:cNvGrpSpPr/>
          <p:nvPr/>
        </p:nvGrpSpPr>
        <p:grpSpPr>
          <a:xfrm>
            <a:off x="7939861" y="5776299"/>
            <a:ext cx="844833" cy="844833"/>
            <a:chOff x="0" y="0"/>
            <a:chExt cx="812800" cy="812800"/>
          </a:xfrm>
        </p:grpSpPr>
        <p:sp>
          <p:nvSpPr>
            <p:cNvPr id="36" name="Freeform 36">
              <a:extLst>
                <a:ext uri="{FF2B5EF4-FFF2-40B4-BE49-F238E27FC236}">
                  <a16:creationId xmlns:a16="http://schemas.microsoft.com/office/drawing/2014/main" id="{C68DC5B7-0889-5F11-1762-EDD09035A94C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F4F8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TextBox 37">
              <a:extLst>
                <a:ext uri="{FF2B5EF4-FFF2-40B4-BE49-F238E27FC236}">
                  <a16:creationId xmlns:a16="http://schemas.microsoft.com/office/drawing/2014/main" id="{468D52E0-3ED4-32C4-4303-A48C817EA8A7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38" name="Group 38">
            <a:extLst>
              <a:ext uri="{FF2B5EF4-FFF2-40B4-BE49-F238E27FC236}">
                <a16:creationId xmlns:a16="http://schemas.microsoft.com/office/drawing/2014/main" id="{F5C51E8B-1EA3-D68C-911D-7A6D8C14E2FF}"/>
              </a:ext>
            </a:extLst>
          </p:cNvPr>
          <p:cNvGrpSpPr/>
          <p:nvPr/>
        </p:nvGrpSpPr>
        <p:grpSpPr>
          <a:xfrm>
            <a:off x="8868487" y="3841909"/>
            <a:ext cx="844833" cy="844833"/>
            <a:chOff x="0" y="0"/>
            <a:chExt cx="812800" cy="812800"/>
          </a:xfrm>
        </p:grpSpPr>
        <p:sp>
          <p:nvSpPr>
            <p:cNvPr id="39" name="Freeform 39">
              <a:extLst>
                <a:ext uri="{FF2B5EF4-FFF2-40B4-BE49-F238E27FC236}">
                  <a16:creationId xmlns:a16="http://schemas.microsoft.com/office/drawing/2014/main" id="{56F88C82-3BC6-1CB0-2E96-95A08BBABFBB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F4F8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40">
              <a:extLst>
                <a:ext uri="{FF2B5EF4-FFF2-40B4-BE49-F238E27FC236}">
                  <a16:creationId xmlns:a16="http://schemas.microsoft.com/office/drawing/2014/main" id="{B0459F01-EB21-3ADB-E0FD-B94762B0E151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41" name="Group 41">
            <a:extLst>
              <a:ext uri="{FF2B5EF4-FFF2-40B4-BE49-F238E27FC236}">
                <a16:creationId xmlns:a16="http://schemas.microsoft.com/office/drawing/2014/main" id="{23D5C7E5-C873-34DB-83A0-75980610C71D}"/>
              </a:ext>
            </a:extLst>
          </p:cNvPr>
          <p:cNvGrpSpPr/>
          <p:nvPr/>
        </p:nvGrpSpPr>
        <p:grpSpPr>
          <a:xfrm>
            <a:off x="8866556" y="4807642"/>
            <a:ext cx="844833" cy="844833"/>
            <a:chOff x="0" y="0"/>
            <a:chExt cx="812800" cy="812800"/>
          </a:xfrm>
        </p:grpSpPr>
        <p:sp>
          <p:nvSpPr>
            <p:cNvPr id="42" name="Freeform 42">
              <a:extLst>
                <a:ext uri="{FF2B5EF4-FFF2-40B4-BE49-F238E27FC236}">
                  <a16:creationId xmlns:a16="http://schemas.microsoft.com/office/drawing/2014/main" id="{85925429-FC02-F96A-AF7A-BBEC33F51A61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F4F8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>
              <a:extLst>
                <a:ext uri="{FF2B5EF4-FFF2-40B4-BE49-F238E27FC236}">
                  <a16:creationId xmlns:a16="http://schemas.microsoft.com/office/drawing/2014/main" id="{450BDA57-79B2-BB04-B95E-8ED47317C237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44" name="Group 44">
            <a:extLst>
              <a:ext uri="{FF2B5EF4-FFF2-40B4-BE49-F238E27FC236}">
                <a16:creationId xmlns:a16="http://schemas.microsoft.com/office/drawing/2014/main" id="{02E6FB99-2938-F9E1-971D-02776F958D86}"/>
              </a:ext>
            </a:extLst>
          </p:cNvPr>
          <p:cNvGrpSpPr/>
          <p:nvPr/>
        </p:nvGrpSpPr>
        <p:grpSpPr>
          <a:xfrm>
            <a:off x="8866556" y="5776299"/>
            <a:ext cx="844833" cy="844833"/>
            <a:chOff x="0" y="0"/>
            <a:chExt cx="812800" cy="812800"/>
          </a:xfrm>
        </p:grpSpPr>
        <p:sp>
          <p:nvSpPr>
            <p:cNvPr id="45" name="Freeform 45">
              <a:extLst>
                <a:ext uri="{FF2B5EF4-FFF2-40B4-BE49-F238E27FC236}">
                  <a16:creationId xmlns:a16="http://schemas.microsoft.com/office/drawing/2014/main" id="{E762CBB2-290C-6C49-0455-1BC7C3339690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F4F8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TextBox 46">
              <a:extLst>
                <a:ext uri="{FF2B5EF4-FFF2-40B4-BE49-F238E27FC236}">
                  <a16:creationId xmlns:a16="http://schemas.microsoft.com/office/drawing/2014/main" id="{8E4CE740-EE14-9180-13B1-C23EE2AD7CEF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47" name="Group 47">
            <a:extLst>
              <a:ext uri="{FF2B5EF4-FFF2-40B4-BE49-F238E27FC236}">
                <a16:creationId xmlns:a16="http://schemas.microsoft.com/office/drawing/2014/main" id="{17C28A00-C80D-6FBA-E973-6E087A1DCA09}"/>
              </a:ext>
            </a:extLst>
          </p:cNvPr>
          <p:cNvGrpSpPr/>
          <p:nvPr/>
        </p:nvGrpSpPr>
        <p:grpSpPr>
          <a:xfrm>
            <a:off x="8839200" y="6744957"/>
            <a:ext cx="844833" cy="844833"/>
            <a:chOff x="0" y="0"/>
            <a:chExt cx="812800" cy="812800"/>
          </a:xfrm>
        </p:grpSpPr>
        <p:sp>
          <p:nvSpPr>
            <p:cNvPr id="48" name="Freeform 48">
              <a:extLst>
                <a:ext uri="{FF2B5EF4-FFF2-40B4-BE49-F238E27FC236}">
                  <a16:creationId xmlns:a16="http://schemas.microsoft.com/office/drawing/2014/main" id="{78F2EC56-1C6F-660C-B560-826F27F23BEA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F4F8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TextBox 49">
              <a:extLst>
                <a:ext uri="{FF2B5EF4-FFF2-40B4-BE49-F238E27FC236}">
                  <a16:creationId xmlns:a16="http://schemas.microsoft.com/office/drawing/2014/main" id="{3E4C1397-0398-F459-1716-EBB335E60C50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0" name="Group 50">
            <a:extLst>
              <a:ext uri="{FF2B5EF4-FFF2-40B4-BE49-F238E27FC236}">
                <a16:creationId xmlns:a16="http://schemas.microsoft.com/office/drawing/2014/main" id="{B7949DC7-0BF2-8BC0-5789-7179D70E596E}"/>
              </a:ext>
            </a:extLst>
          </p:cNvPr>
          <p:cNvGrpSpPr/>
          <p:nvPr/>
        </p:nvGrpSpPr>
        <p:grpSpPr>
          <a:xfrm>
            <a:off x="9799045" y="3841909"/>
            <a:ext cx="844833" cy="844833"/>
            <a:chOff x="0" y="0"/>
            <a:chExt cx="812800" cy="812800"/>
          </a:xfrm>
        </p:grpSpPr>
        <p:sp>
          <p:nvSpPr>
            <p:cNvPr id="51" name="Freeform 51">
              <a:extLst>
                <a:ext uri="{FF2B5EF4-FFF2-40B4-BE49-F238E27FC236}">
                  <a16:creationId xmlns:a16="http://schemas.microsoft.com/office/drawing/2014/main" id="{BEC1B8F9-93B4-B2D4-4021-16B2F4972D09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F4F8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TextBox 52">
              <a:extLst>
                <a:ext uri="{FF2B5EF4-FFF2-40B4-BE49-F238E27FC236}">
                  <a16:creationId xmlns:a16="http://schemas.microsoft.com/office/drawing/2014/main" id="{4D5D736F-1338-21AB-EEE6-5B5E0FC5B8F2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3" name="Group 53">
            <a:extLst>
              <a:ext uri="{FF2B5EF4-FFF2-40B4-BE49-F238E27FC236}">
                <a16:creationId xmlns:a16="http://schemas.microsoft.com/office/drawing/2014/main" id="{901D3DE6-1B98-591E-51CE-EE6116B4570E}"/>
              </a:ext>
            </a:extLst>
          </p:cNvPr>
          <p:cNvGrpSpPr/>
          <p:nvPr/>
        </p:nvGrpSpPr>
        <p:grpSpPr>
          <a:xfrm>
            <a:off x="9797114" y="4807642"/>
            <a:ext cx="844833" cy="844833"/>
            <a:chOff x="0" y="0"/>
            <a:chExt cx="812800" cy="812800"/>
          </a:xfrm>
        </p:grpSpPr>
        <p:sp>
          <p:nvSpPr>
            <p:cNvPr id="54" name="Freeform 54">
              <a:extLst>
                <a:ext uri="{FF2B5EF4-FFF2-40B4-BE49-F238E27FC236}">
                  <a16:creationId xmlns:a16="http://schemas.microsoft.com/office/drawing/2014/main" id="{74DFBFC3-90E5-5A49-FF01-44853288C965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F4F8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TextBox 55">
              <a:extLst>
                <a:ext uri="{FF2B5EF4-FFF2-40B4-BE49-F238E27FC236}">
                  <a16:creationId xmlns:a16="http://schemas.microsoft.com/office/drawing/2014/main" id="{B47C5766-13DA-12B8-503E-8CDDBB1DC949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6" name="Group 56">
            <a:extLst>
              <a:ext uri="{FF2B5EF4-FFF2-40B4-BE49-F238E27FC236}">
                <a16:creationId xmlns:a16="http://schemas.microsoft.com/office/drawing/2014/main" id="{E3A11238-EA00-14B7-7AFB-ADE904ECD7DC}"/>
              </a:ext>
            </a:extLst>
          </p:cNvPr>
          <p:cNvGrpSpPr/>
          <p:nvPr/>
        </p:nvGrpSpPr>
        <p:grpSpPr>
          <a:xfrm>
            <a:off x="9797114" y="5776299"/>
            <a:ext cx="844833" cy="844833"/>
            <a:chOff x="0" y="0"/>
            <a:chExt cx="812800" cy="812800"/>
          </a:xfrm>
        </p:grpSpPr>
        <p:sp>
          <p:nvSpPr>
            <p:cNvPr id="57" name="Freeform 57">
              <a:extLst>
                <a:ext uri="{FF2B5EF4-FFF2-40B4-BE49-F238E27FC236}">
                  <a16:creationId xmlns:a16="http://schemas.microsoft.com/office/drawing/2014/main" id="{CF3675D1-CF5F-7C5D-D432-EB397CE60810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F4F8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TextBox 58">
              <a:extLst>
                <a:ext uri="{FF2B5EF4-FFF2-40B4-BE49-F238E27FC236}">
                  <a16:creationId xmlns:a16="http://schemas.microsoft.com/office/drawing/2014/main" id="{5F5C7536-B2D1-79DE-1D34-5198A893D14F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9" name="AutoShape 59">
            <a:extLst>
              <a:ext uri="{FF2B5EF4-FFF2-40B4-BE49-F238E27FC236}">
                <a16:creationId xmlns:a16="http://schemas.microsoft.com/office/drawing/2014/main" id="{8789CAB4-8566-2949-C6C3-E3CE8D38361B}"/>
              </a:ext>
            </a:extLst>
          </p:cNvPr>
          <p:cNvSpPr/>
          <p:nvPr/>
        </p:nvSpPr>
        <p:spPr>
          <a:xfrm>
            <a:off x="8839200" y="7906771"/>
            <a:ext cx="816678" cy="0"/>
          </a:xfrm>
          <a:prstGeom prst="line">
            <a:avLst/>
          </a:prstGeom>
          <a:ln w="38100" cap="rnd">
            <a:solidFill>
              <a:srgbClr val="F4F8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0" name="Freeform 60">
            <a:extLst>
              <a:ext uri="{FF2B5EF4-FFF2-40B4-BE49-F238E27FC236}">
                <a16:creationId xmlns:a16="http://schemas.microsoft.com/office/drawing/2014/main" id="{30DEFE01-E581-CA25-F59E-205EB94D717B}"/>
              </a:ext>
            </a:extLst>
          </p:cNvPr>
          <p:cNvSpPr/>
          <p:nvPr/>
        </p:nvSpPr>
        <p:spPr>
          <a:xfrm>
            <a:off x="8999869" y="2690233"/>
            <a:ext cx="584002" cy="791136"/>
          </a:xfrm>
          <a:custGeom>
            <a:avLst/>
            <a:gdLst/>
            <a:ahLst/>
            <a:cxnLst/>
            <a:rect l="l" t="t" r="r" b="b"/>
            <a:pathLst>
              <a:path w="584002" h="791136">
                <a:moveTo>
                  <a:pt x="0" y="0"/>
                </a:moveTo>
                <a:lnTo>
                  <a:pt x="584002" y="0"/>
                </a:lnTo>
                <a:lnTo>
                  <a:pt x="584002" y="791136"/>
                </a:lnTo>
                <a:lnTo>
                  <a:pt x="0" y="79113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1" name="AutoShape 61">
            <a:extLst>
              <a:ext uri="{FF2B5EF4-FFF2-40B4-BE49-F238E27FC236}">
                <a16:creationId xmlns:a16="http://schemas.microsoft.com/office/drawing/2014/main" id="{7515DF22-B681-6493-2688-84EF9F210165}"/>
              </a:ext>
            </a:extLst>
          </p:cNvPr>
          <p:cNvSpPr/>
          <p:nvPr/>
        </p:nvSpPr>
        <p:spPr>
          <a:xfrm>
            <a:off x="6248400" y="8574239"/>
            <a:ext cx="5978618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2" name="Freeform 62">
            <a:extLst>
              <a:ext uri="{FF2B5EF4-FFF2-40B4-BE49-F238E27FC236}">
                <a16:creationId xmlns:a16="http://schemas.microsoft.com/office/drawing/2014/main" id="{D358625A-6FC4-C2E5-DA35-2C9BED9C8DA2}"/>
              </a:ext>
            </a:extLst>
          </p:cNvPr>
          <p:cNvSpPr/>
          <p:nvPr/>
        </p:nvSpPr>
        <p:spPr>
          <a:xfrm>
            <a:off x="9144000" y="8434392"/>
            <a:ext cx="197909" cy="268103"/>
          </a:xfrm>
          <a:custGeom>
            <a:avLst/>
            <a:gdLst/>
            <a:ahLst/>
            <a:cxnLst/>
            <a:rect l="l" t="t" r="r" b="b"/>
            <a:pathLst>
              <a:path w="197909" h="268103">
                <a:moveTo>
                  <a:pt x="0" y="0"/>
                </a:moveTo>
                <a:lnTo>
                  <a:pt x="197909" y="0"/>
                </a:lnTo>
                <a:lnTo>
                  <a:pt x="197909" y="268104"/>
                </a:lnTo>
                <a:lnTo>
                  <a:pt x="0" y="26810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369B38E-2707-1B11-DBED-F59285A84E96}"/>
              </a:ext>
            </a:extLst>
          </p:cNvPr>
          <p:cNvSpPr txBox="1"/>
          <p:nvPr/>
        </p:nvSpPr>
        <p:spPr>
          <a:xfrm>
            <a:off x="8170901" y="3979158"/>
            <a:ext cx="267646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500" dirty="0">
                <a:solidFill>
                  <a:schemeClr val="bg1"/>
                </a:solidFill>
              </a:rPr>
              <a:t>*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72F45ACC-F4C5-ECDB-BF9C-ED34C17B1C9D}"/>
              </a:ext>
            </a:extLst>
          </p:cNvPr>
          <p:cNvSpPr txBox="1"/>
          <p:nvPr/>
        </p:nvSpPr>
        <p:spPr>
          <a:xfrm>
            <a:off x="8170901" y="4969758"/>
            <a:ext cx="267646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500" dirty="0">
                <a:solidFill>
                  <a:schemeClr val="bg1"/>
                </a:solidFill>
              </a:rPr>
              <a:t>*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CDF4A648-E156-4EA6-5A62-B6955CDBF7F5}"/>
              </a:ext>
            </a:extLst>
          </p:cNvPr>
          <p:cNvSpPr txBox="1"/>
          <p:nvPr/>
        </p:nvSpPr>
        <p:spPr>
          <a:xfrm>
            <a:off x="8153400" y="5960358"/>
            <a:ext cx="267646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500" dirty="0">
                <a:solidFill>
                  <a:schemeClr val="bg1"/>
                </a:solidFill>
              </a:rPr>
              <a:t>*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5B3EEB7-6883-B310-958D-36E6C3265B2F}"/>
              </a:ext>
            </a:extLst>
          </p:cNvPr>
          <p:cNvSpPr txBox="1"/>
          <p:nvPr/>
        </p:nvSpPr>
        <p:spPr>
          <a:xfrm>
            <a:off x="9104954" y="3979158"/>
            <a:ext cx="267646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500" dirty="0">
                <a:solidFill>
                  <a:schemeClr val="bg1"/>
                </a:solidFill>
              </a:rPr>
              <a:t>*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11E8AE82-BD12-A751-A046-7AD34361187D}"/>
              </a:ext>
            </a:extLst>
          </p:cNvPr>
          <p:cNvSpPr txBox="1"/>
          <p:nvPr/>
        </p:nvSpPr>
        <p:spPr>
          <a:xfrm>
            <a:off x="9107050" y="4969758"/>
            <a:ext cx="267646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500" dirty="0">
                <a:solidFill>
                  <a:schemeClr val="bg1"/>
                </a:solidFill>
              </a:rPr>
              <a:t>*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2210DA1-0783-8754-83CE-7CE41E5C95BE}"/>
              </a:ext>
            </a:extLst>
          </p:cNvPr>
          <p:cNvSpPr txBox="1"/>
          <p:nvPr/>
        </p:nvSpPr>
        <p:spPr>
          <a:xfrm>
            <a:off x="9067800" y="5960358"/>
            <a:ext cx="267646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500" dirty="0">
                <a:solidFill>
                  <a:schemeClr val="bg1"/>
                </a:solidFill>
              </a:rPr>
              <a:t>*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6F90587A-054D-EE84-3739-4DE0B04879F2}"/>
              </a:ext>
            </a:extLst>
          </p:cNvPr>
          <p:cNvSpPr txBox="1"/>
          <p:nvPr/>
        </p:nvSpPr>
        <p:spPr>
          <a:xfrm>
            <a:off x="10058400" y="3979158"/>
            <a:ext cx="583547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500" dirty="0">
                <a:solidFill>
                  <a:schemeClr val="bg1"/>
                </a:solidFill>
              </a:rPr>
              <a:t>*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D96958FD-BF7E-B572-A1B2-6D7A0A54FAC3}"/>
              </a:ext>
            </a:extLst>
          </p:cNvPr>
          <p:cNvSpPr txBox="1"/>
          <p:nvPr/>
        </p:nvSpPr>
        <p:spPr>
          <a:xfrm>
            <a:off x="10043017" y="4969758"/>
            <a:ext cx="504344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500" dirty="0">
                <a:solidFill>
                  <a:schemeClr val="bg1"/>
                </a:solidFill>
              </a:rPr>
              <a:t>*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B7C3EF62-2271-9AC6-FF59-39E055FBB427}"/>
              </a:ext>
            </a:extLst>
          </p:cNvPr>
          <p:cNvSpPr txBox="1"/>
          <p:nvPr/>
        </p:nvSpPr>
        <p:spPr>
          <a:xfrm>
            <a:off x="10043017" y="5960358"/>
            <a:ext cx="267646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500" dirty="0">
                <a:solidFill>
                  <a:schemeClr val="bg1"/>
                </a:solidFill>
              </a:rPr>
              <a:t>*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A31FE8EC-78A4-6684-02D2-BC95503BB7C8}"/>
              </a:ext>
            </a:extLst>
          </p:cNvPr>
          <p:cNvSpPr txBox="1"/>
          <p:nvPr/>
        </p:nvSpPr>
        <p:spPr>
          <a:xfrm>
            <a:off x="9067800" y="6896100"/>
            <a:ext cx="267646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500" dirty="0">
                <a:solidFill>
                  <a:schemeClr val="bg1"/>
                </a:solidFill>
              </a:rPr>
              <a:t>*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0AC527BB-5B6A-DDFC-A62E-9E2309B2430F}"/>
              </a:ext>
            </a:extLst>
          </p:cNvPr>
          <p:cNvSpPr txBox="1"/>
          <p:nvPr/>
        </p:nvSpPr>
        <p:spPr>
          <a:xfrm>
            <a:off x="8382000" y="1726168"/>
            <a:ext cx="1831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oper Hewitt Bold" panose="020B0604020202020204" charset="0"/>
                <a:ea typeface="Cooper Hewitt Bold" panose="020B0604020202020204" charset="0"/>
              </a:rPr>
              <a:t>Enter Password</a:t>
            </a:r>
          </a:p>
        </p:txBody>
      </p:sp>
    </p:spTree>
    <p:extLst>
      <p:ext uri="{BB962C8B-B14F-4D97-AF65-F5344CB8AC3E}">
        <p14:creationId xmlns:p14="http://schemas.microsoft.com/office/powerpoint/2010/main" val="965518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" grpId="0"/>
      <p:bldP spid="105" grpId="0"/>
      <p:bldP spid="106" grpId="0"/>
      <p:bldP spid="107" grpId="0"/>
      <p:bldP spid="109" grpId="0"/>
      <p:bldP spid="111" grpId="0"/>
      <p:bldP spid="11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271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56E7CE-2CD4-2216-293E-10C5795A8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613D2C3B-FB71-5091-2511-84BE2B28B7D2}"/>
              </a:ext>
            </a:extLst>
          </p:cNvPr>
          <p:cNvGrpSpPr/>
          <p:nvPr/>
        </p:nvGrpSpPr>
        <p:grpSpPr>
          <a:xfrm>
            <a:off x="1028700" y="1028700"/>
            <a:ext cx="16230600" cy="8229600"/>
            <a:chOff x="0" y="0"/>
            <a:chExt cx="4274726" cy="2167467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C04551E8-6BE9-FAED-590E-9DE913814A10}"/>
                </a:ext>
              </a:extLst>
            </p:cNvPr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>
                  <a:moveTo>
                    <a:pt x="19080" y="0"/>
                  </a:moveTo>
                  <a:lnTo>
                    <a:pt x="4255646" y="0"/>
                  </a:lnTo>
                  <a:cubicBezTo>
                    <a:pt x="4266183" y="0"/>
                    <a:pt x="4274726" y="8542"/>
                    <a:pt x="4274726" y="19080"/>
                  </a:cubicBezTo>
                  <a:lnTo>
                    <a:pt x="4274726" y="2148387"/>
                  </a:lnTo>
                  <a:cubicBezTo>
                    <a:pt x="4274726" y="2158924"/>
                    <a:pt x="4266183" y="2167467"/>
                    <a:pt x="4255646" y="2167467"/>
                  </a:cubicBezTo>
                  <a:lnTo>
                    <a:pt x="19080" y="2167467"/>
                  </a:lnTo>
                  <a:cubicBezTo>
                    <a:pt x="8542" y="2167467"/>
                    <a:pt x="0" y="2158924"/>
                    <a:pt x="0" y="2148387"/>
                  </a:cubicBezTo>
                  <a:lnTo>
                    <a:pt x="0" y="19080"/>
                  </a:lnTo>
                  <a:cubicBezTo>
                    <a:pt x="0" y="8542"/>
                    <a:pt x="8542" y="0"/>
                    <a:pt x="19080" y="0"/>
                  </a:cubicBezTo>
                  <a:close/>
                </a:path>
              </a:pathLst>
            </a:custGeom>
            <a:solidFill>
              <a:srgbClr val="F4F8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B78FCFED-A341-6917-22EF-9239C17E57E5}"/>
                </a:ext>
              </a:extLst>
            </p:cNvPr>
            <p:cNvSpPr txBox="1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2F5414BD-E004-E17C-54B2-08DA09CBEF4E}"/>
              </a:ext>
            </a:extLst>
          </p:cNvPr>
          <p:cNvGrpSpPr/>
          <p:nvPr/>
        </p:nvGrpSpPr>
        <p:grpSpPr>
          <a:xfrm>
            <a:off x="1427998" y="1347066"/>
            <a:ext cx="284690" cy="284690"/>
            <a:chOff x="0" y="0"/>
            <a:chExt cx="812800" cy="812800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885837E2-73C5-98D8-4400-4CD896E6054C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59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147136C1-34CE-BB32-D0FF-06441316D0E4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FEBA4FAE-C757-D791-F7B5-06B11C41C2BF}"/>
              </a:ext>
            </a:extLst>
          </p:cNvPr>
          <p:cNvGrpSpPr/>
          <p:nvPr/>
        </p:nvGrpSpPr>
        <p:grpSpPr>
          <a:xfrm>
            <a:off x="1835411" y="1347066"/>
            <a:ext cx="284690" cy="284690"/>
            <a:chOff x="0" y="0"/>
            <a:chExt cx="812800" cy="81280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5154831C-2209-CBDF-AB20-E38BD829FB4F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C9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F3C498C1-A8B9-0D97-22D4-885BB398B311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F1866E4E-E2DE-2355-67C1-ED6D411D8A86}"/>
              </a:ext>
            </a:extLst>
          </p:cNvPr>
          <p:cNvGrpSpPr/>
          <p:nvPr/>
        </p:nvGrpSpPr>
        <p:grpSpPr>
          <a:xfrm>
            <a:off x="2243926" y="1347066"/>
            <a:ext cx="284690" cy="284690"/>
            <a:chOff x="0" y="0"/>
            <a:chExt cx="812800" cy="8128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9AB2F18C-73A5-8F5F-4E57-D1C1382DAE89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CF8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12E13F46-C40E-FE02-BBC3-648FEF12D3EA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44" name="Group 44">
            <a:extLst>
              <a:ext uri="{FF2B5EF4-FFF2-40B4-BE49-F238E27FC236}">
                <a16:creationId xmlns:a16="http://schemas.microsoft.com/office/drawing/2014/main" id="{CCD4B164-115B-C30A-CD38-135DC255DFBD}"/>
              </a:ext>
            </a:extLst>
          </p:cNvPr>
          <p:cNvGrpSpPr/>
          <p:nvPr/>
        </p:nvGrpSpPr>
        <p:grpSpPr>
          <a:xfrm>
            <a:off x="8866556" y="5776299"/>
            <a:ext cx="844833" cy="844833"/>
            <a:chOff x="0" y="0"/>
            <a:chExt cx="812800" cy="812800"/>
          </a:xfrm>
        </p:grpSpPr>
        <p:sp>
          <p:nvSpPr>
            <p:cNvPr id="45" name="Freeform 45">
              <a:extLst>
                <a:ext uri="{FF2B5EF4-FFF2-40B4-BE49-F238E27FC236}">
                  <a16:creationId xmlns:a16="http://schemas.microsoft.com/office/drawing/2014/main" id="{A599FFD2-E714-218A-6F87-0A6D4670DA36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F4F8FF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TextBox 46">
              <a:extLst>
                <a:ext uri="{FF2B5EF4-FFF2-40B4-BE49-F238E27FC236}">
                  <a16:creationId xmlns:a16="http://schemas.microsoft.com/office/drawing/2014/main" id="{75F3C8EE-DE7C-7E1E-67DA-3DE725959A88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1" name="AutoShape 61">
            <a:extLst>
              <a:ext uri="{FF2B5EF4-FFF2-40B4-BE49-F238E27FC236}">
                <a16:creationId xmlns:a16="http://schemas.microsoft.com/office/drawing/2014/main" id="{909B7EFA-0F2D-433E-4BFA-AA233E2BB439}"/>
              </a:ext>
            </a:extLst>
          </p:cNvPr>
          <p:cNvSpPr/>
          <p:nvPr/>
        </p:nvSpPr>
        <p:spPr>
          <a:xfrm>
            <a:off x="6324600" y="8574239"/>
            <a:ext cx="5978618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2" name="Freeform 62">
            <a:extLst>
              <a:ext uri="{FF2B5EF4-FFF2-40B4-BE49-F238E27FC236}">
                <a16:creationId xmlns:a16="http://schemas.microsoft.com/office/drawing/2014/main" id="{291D3610-B7CB-974B-C452-954515703983}"/>
              </a:ext>
            </a:extLst>
          </p:cNvPr>
          <p:cNvSpPr/>
          <p:nvPr/>
        </p:nvSpPr>
        <p:spPr>
          <a:xfrm>
            <a:off x="9275742" y="8434392"/>
            <a:ext cx="197909" cy="268103"/>
          </a:xfrm>
          <a:custGeom>
            <a:avLst/>
            <a:gdLst/>
            <a:ahLst/>
            <a:cxnLst/>
            <a:rect l="l" t="t" r="r" b="b"/>
            <a:pathLst>
              <a:path w="197909" h="268103">
                <a:moveTo>
                  <a:pt x="0" y="0"/>
                </a:moveTo>
                <a:lnTo>
                  <a:pt x="197909" y="0"/>
                </a:lnTo>
                <a:lnTo>
                  <a:pt x="197909" y="268104"/>
                </a:lnTo>
                <a:lnTo>
                  <a:pt x="0" y="26810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17" name="Group 15">
            <a:extLst>
              <a:ext uri="{FF2B5EF4-FFF2-40B4-BE49-F238E27FC236}">
                <a16:creationId xmlns:a16="http://schemas.microsoft.com/office/drawing/2014/main" id="{D8C5CFD1-D3A3-AFE6-63A4-BAF63572AEE4}"/>
              </a:ext>
            </a:extLst>
          </p:cNvPr>
          <p:cNvGrpSpPr/>
          <p:nvPr/>
        </p:nvGrpSpPr>
        <p:grpSpPr>
          <a:xfrm>
            <a:off x="7447247" y="2215516"/>
            <a:ext cx="3656989" cy="5855968"/>
            <a:chOff x="0" y="0"/>
            <a:chExt cx="963158" cy="1542313"/>
          </a:xfrm>
        </p:grpSpPr>
        <p:sp>
          <p:nvSpPr>
            <p:cNvPr id="18" name="Freeform 16">
              <a:extLst>
                <a:ext uri="{FF2B5EF4-FFF2-40B4-BE49-F238E27FC236}">
                  <a16:creationId xmlns:a16="http://schemas.microsoft.com/office/drawing/2014/main" id="{9172D2A8-BD85-A7E5-009F-B7EAF09EE297}"/>
                </a:ext>
              </a:extLst>
            </p:cNvPr>
            <p:cNvSpPr/>
            <p:nvPr/>
          </p:nvSpPr>
          <p:spPr>
            <a:xfrm>
              <a:off x="0" y="0"/>
              <a:ext cx="963158" cy="1542313"/>
            </a:xfrm>
            <a:custGeom>
              <a:avLst/>
              <a:gdLst/>
              <a:ahLst/>
              <a:cxnLst/>
              <a:rect l="l" t="t" r="r" b="b"/>
              <a:pathLst>
                <a:path w="963158" h="1542313">
                  <a:moveTo>
                    <a:pt x="76213" y="0"/>
                  </a:moveTo>
                  <a:lnTo>
                    <a:pt x="886945" y="0"/>
                  </a:lnTo>
                  <a:cubicBezTo>
                    <a:pt x="929036" y="0"/>
                    <a:pt x="963158" y="34122"/>
                    <a:pt x="963158" y="76213"/>
                  </a:cubicBezTo>
                  <a:lnTo>
                    <a:pt x="963158" y="1466100"/>
                  </a:lnTo>
                  <a:cubicBezTo>
                    <a:pt x="963158" y="1486313"/>
                    <a:pt x="955128" y="1505698"/>
                    <a:pt x="940835" y="1519990"/>
                  </a:cubicBezTo>
                  <a:cubicBezTo>
                    <a:pt x="926543" y="1534283"/>
                    <a:pt x="907158" y="1542313"/>
                    <a:pt x="886945" y="1542313"/>
                  </a:cubicBezTo>
                  <a:lnTo>
                    <a:pt x="76213" y="1542313"/>
                  </a:lnTo>
                  <a:cubicBezTo>
                    <a:pt x="34122" y="1542313"/>
                    <a:pt x="0" y="1508191"/>
                    <a:pt x="0" y="1466100"/>
                  </a:cubicBezTo>
                  <a:lnTo>
                    <a:pt x="0" y="76213"/>
                  </a:lnTo>
                  <a:cubicBezTo>
                    <a:pt x="0" y="56000"/>
                    <a:pt x="8030" y="36615"/>
                    <a:pt x="22322" y="22322"/>
                  </a:cubicBezTo>
                  <a:cubicBezTo>
                    <a:pt x="36615" y="8030"/>
                    <a:pt x="56000" y="0"/>
                    <a:pt x="76213" y="0"/>
                  </a:cubicBezTo>
                  <a:close/>
                </a:path>
              </a:pathLst>
            </a:custGeom>
            <a:solidFill>
              <a:srgbClr val="000000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7">
              <a:extLst>
                <a:ext uri="{FF2B5EF4-FFF2-40B4-BE49-F238E27FC236}">
                  <a16:creationId xmlns:a16="http://schemas.microsoft.com/office/drawing/2014/main" id="{2839C896-0AFC-B331-C168-99D9C3ED6597}"/>
                </a:ext>
              </a:extLst>
            </p:cNvPr>
            <p:cNvSpPr txBox="1"/>
            <p:nvPr/>
          </p:nvSpPr>
          <p:spPr>
            <a:xfrm>
              <a:off x="0" y="-38100"/>
              <a:ext cx="963158" cy="15804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AutoShape 30">
            <a:extLst>
              <a:ext uri="{FF2B5EF4-FFF2-40B4-BE49-F238E27FC236}">
                <a16:creationId xmlns:a16="http://schemas.microsoft.com/office/drawing/2014/main" id="{CD18CB5F-1A1A-A79A-C86A-101E4BA13F54}"/>
              </a:ext>
            </a:extLst>
          </p:cNvPr>
          <p:cNvSpPr/>
          <p:nvPr/>
        </p:nvSpPr>
        <p:spPr>
          <a:xfrm>
            <a:off x="8876928" y="7823131"/>
            <a:ext cx="816678" cy="0"/>
          </a:xfrm>
          <a:prstGeom prst="line">
            <a:avLst/>
          </a:prstGeom>
          <a:ln w="38100" cap="rnd">
            <a:solidFill>
              <a:srgbClr val="F4F8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21" name="Group 57">
            <a:extLst>
              <a:ext uri="{FF2B5EF4-FFF2-40B4-BE49-F238E27FC236}">
                <a16:creationId xmlns:a16="http://schemas.microsoft.com/office/drawing/2014/main" id="{0A1F42F6-83A7-6A2B-AC3A-28E1D786393D}"/>
              </a:ext>
            </a:extLst>
          </p:cNvPr>
          <p:cNvGrpSpPr/>
          <p:nvPr/>
        </p:nvGrpSpPr>
        <p:grpSpPr>
          <a:xfrm>
            <a:off x="7827194" y="2655547"/>
            <a:ext cx="2897094" cy="4975906"/>
            <a:chOff x="0" y="0"/>
            <a:chExt cx="763021" cy="1310527"/>
          </a:xfrm>
        </p:grpSpPr>
        <p:sp>
          <p:nvSpPr>
            <p:cNvPr id="22" name="Freeform 58">
              <a:extLst>
                <a:ext uri="{FF2B5EF4-FFF2-40B4-BE49-F238E27FC236}">
                  <a16:creationId xmlns:a16="http://schemas.microsoft.com/office/drawing/2014/main" id="{7F1EB575-4418-6AC4-FB9E-E27AFCD65087}"/>
                </a:ext>
              </a:extLst>
            </p:cNvPr>
            <p:cNvSpPr/>
            <p:nvPr/>
          </p:nvSpPr>
          <p:spPr>
            <a:xfrm>
              <a:off x="0" y="0"/>
              <a:ext cx="763021" cy="1310527"/>
            </a:xfrm>
            <a:custGeom>
              <a:avLst/>
              <a:gdLst/>
              <a:ahLst/>
              <a:cxnLst/>
              <a:rect l="l" t="t" r="r" b="b"/>
              <a:pathLst>
                <a:path w="763021" h="1310527">
                  <a:moveTo>
                    <a:pt x="96203" y="0"/>
                  </a:moveTo>
                  <a:lnTo>
                    <a:pt x="666818" y="0"/>
                  </a:lnTo>
                  <a:cubicBezTo>
                    <a:pt x="692332" y="0"/>
                    <a:pt x="716802" y="10136"/>
                    <a:pt x="734844" y="28177"/>
                  </a:cubicBezTo>
                  <a:cubicBezTo>
                    <a:pt x="752885" y="46219"/>
                    <a:pt x="763021" y="70688"/>
                    <a:pt x="763021" y="96203"/>
                  </a:cubicBezTo>
                  <a:lnTo>
                    <a:pt x="763021" y="1214324"/>
                  </a:lnTo>
                  <a:cubicBezTo>
                    <a:pt x="763021" y="1267455"/>
                    <a:pt x="719949" y="1310527"/>
                    <a:pt x="666818" y="1310527"/>
                  </a:cubicBezTo>
                  <a:lnTo>
                    <a:pt x="96203" y="1310527"/>
                  </a:lnTo>
                  <a:cubicBezTo>
                    <a:pt x="43072" y="1310527"/>
                    <a:pt x="0" y="1267455"/>
                    <a:pt x="0" y="1214324"/>
                  </a:cubicBezTo>
                  <a:lnTo>
                    <a:pt x="0" y="96203"/>
                  </a:lnTo>
                  <a:cubicBezTo>
                    <a:pt x="0" y="43072"/>
                    <a:pt x="43072" y="0"/>
                    <a:pt x="96203" y="0"/>
                  </a:cubicBezTo>
                  <a:close/>
                </a:path>
              </a:pathLst>
            </a:custGeom>
            <a:solidFill>
              <a:srgbClr val="F4F8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59">
              <a:extLst>
                <a:ext uri="{FF2B5EF4-FFF2-40B4-BE49-F238E27FC236}">
                  <a16:creationId xmlns:a16="http://schemas.microsoft.com/office/drawing/2014/main" id="{6C39F58B-1382-2D30-B348-03C268B06289}"/>
                </a:ext>
              </a:extLst>
            </p:cNvPr>
            <p:cNvSpPr txBox="1"/>
            <p:nvPr/>
          </p:nvSpPr>
          <p:spPr>
            <a:xfrm>
              <a:off x="0" y="-38100"/>
              <a:ext cx="763021" cy="134862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4" name="Freeform 60">
            <a:extLst>
              <a:ext uri="{FF2B5EF4-FFF2-40B4-BE49-F238E27FC236}">
                <a16:creationId xmlns:a16="http://schemas.microsoft.com/office/drawing/2014/main" id="{75C94177-9887-9A84-F659-6572A2FEE761}"/>
              </a:ext>
            </a:extLst>
          </p:cNvPr>
          <p:cNvSpPr/>
          <p:nvPr/>
        </p:nvSpPr>
        <p:spPr>
          <a:xfrm>
            <a:off x="8306379" y="4007707"/>
            <a:ext cx="1821917" cy="1599975"/>
          </a:xfrm>
          <a:custGeom>
            <a:avLst/>
            <a:gdLst/>
            <a:ahLst/>
            <a:cxnLst/>
            <a:rect l="l" t="t" r="r" b="b"/>
            <a:pathLst>
              <a:path w="1821917" h="1599975">
                <a:moveTo>
                  <a:pt x="0" y="0"/>
                </a:moveTo>
                <a:lnTo>
                  <a:pt x="1821917" y="0"/>
                </a:lnTo>
                <a:lnTo>
                  <a:pt x="1821917" y="1599975"/>
                </a:lnTo>
                <a:lnTo>
                  <a:pt x="0" y="159997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5" name="Freeform 63">
            <a:extLst>
              <a:ext uri="{FF2B5EF4-FFF2-40B4-BE49-F238E27FC236}">
                <a16:creationId xmlns:a16="http://schemas.microsoft.com/office/drawing/2014/main" id="{C12D73EF-CE3F-6545-A7BB-EBAA2E9FDBC9}"/>
              </a:ext>
            </a:extLst>
          </p:cNvPr>
          <p:cNvSpPr/>
          <p:nvPr/>
        </p:nvSpPr>
        <p:spPr>
          <a:xfrm>
            <a:off x="9897731" y="5905521"/>
            <a:ext cx="230565" cy="230565"/>
          </a:xfrm>
          <a:custGeom>
            <a:avLst/>
            <a:gdLst/>
            <a:ahLst/>
            <a:cxnLst/>
            <a:rect l="l" t="t" r="r" b="b"/>
            <a:pathLst>
              <a:path w="230565" h="230565">
                <a:moveTo>
                  <a:pt x="0" y="0"/>
                </a:moveTo>
                <a:lnTo>
                  <a:pt x="230565" y="0"/>
                </a:lnTo>
                <a:lnTo>
                  <a:pt x="230565" y="230566"/>
                </a:lnTo>
                <a:lnTo>
                  <a:pt x="0" y="23056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6" name="TextBox 64">
            <a:extLst>
              <a:ext uri="{FF2B5EF4-FFF2-40B4-BE49-F238E27FC236}">
                <a16:creationId xmlns:a16="http://schemas.microsoft.com/office/drawing/2014/main" id="{738BF88E-28F1-C3C3-D7CB-CF499F42F808}"/>
              </a:ext>
            </a:extLst>
          </p:cNvPr>
          <p:cNvSpPr txBox="1"/>
          <p:nvPr/>
        </p:nvSpPr>
        <p:spPr>
          <a:xfrm>
            <a:off x="8423187" y="5818096"/>
            <a:ext cx="1614591" cy="3577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54"/>
              </a:lnSpc>
              <a:spcBef>
                <a:spcPct val="0"/>
              </a:spcBef>
            </a:pPr>
            <a:r>
              <a:rPr lang="en-US" sz="2038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UNLOCKED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87DEA0A-860C-7E9D-B8EF-FBF971D3E8E6}"/>
              </a:ext>
            </a:extLst>
          </p:cNvPr>
          <p:cNvSpPr txBox="1"/>
          <p:nvPr/>
        </p:nvSpPr>
        <p:spPr>
          <a:xfrm>
            <a:off x="8479651" y="1693150"/>
            <a:ext cx="17311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oper Hewitt Bold" panose="020B0604020202020204" charset="0"/>
                <a:ea typeface="Cooper Hewitt Bold" panose="020B0604020202020204" charset="0"/>
              </a:rPr>
              <a:t>VULNSHARKS</a:t>
            </a:r>
          </a:p>
        </p:txBody>
      </p:sp>
    </p:spTree>
    <p:extLst>
      <p:ext uri="{BB962C8B-B14F-4D97-AF65-F5344CB8AC3E}">
        <p14:creationId xmlns:p14="http://schemas.microsoft.com/office/powerpoint/2010/main" val="300803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271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1028700"/>
            <a:ext cx="16230600" cy="8229600"/>
            <a:chOff x="0" y="0"/>
            <a:chExt cx="4274726" cy="216746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>
                  <a:moveTo>
                    <a:pt x="19080" y="0"/>
                  </a:moveTo>
                  <a:lnTo>
                    <a:pt x="4255646" y="0"/>
                  </a:lnTo>
                  <a:cubicBezTo>
                    <a:pt x="4266183" y="0"/>
                    <a:pt x="4274726" y="8542"/>
                    <a:pt x="4274726" y="19080"/>
                  </a:cubicBezTo>
                  <a:lnTo>
                    <a:pt x="4274726" y="2148387"/>
                  </a:lnTo>
                  <a:cubicBezTo>
                    <a:pt x="4274726" y="2158924"/>
                    <a:pt x="4266183" y="2167467"/>
                    <a:pt x="4255646" y="2167467"/>
                  </a:cubicBezTo>
                  <a:lnTo>
                    <a:pt x="19080" y="2167467"/>
                  </a:lnTo>
                  <a:cubicBezTo>
                    <a:pt x="8542" y="2167467"/>
                    <a:pt x="0" y="2158924"/>
                    <a:pt x="0" y="2148387"/>
                  </a:cubicBezTo>
                  <a:lnTo>
                    <a:pt x="0" y="19080"/>
                  </a:lnTo>
                  <a:cubicBezTo>
                    <a:pt x="0" y="8542"/>
                    <a:pt x="8542" y="0"/>
                    <a:pt x="19080" y="0"/>
                  </a:cubicBezTo>
                  <a:close/>
                </a:path>
              </a:pathLst>
            </a:custGeom>
            <a:solidFill>
              <a:srgbClr val="F4F8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427998" y="1347066"/>
            <a:ext cx="284690" cy="284690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59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835411" y="1347066"/>
            <a:ext cx="284690" cy="284690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C9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2243926" y="1347066"/>
            <a:ext cx="284690" cy="284690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CF8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5" name="Freeform 15"/>
          <p:cNvSpPr/>
          <p:nvPr/>
        </p:nvSpPr>
        <p:spPr>
          <a:xfrm>
            <a:off x="10587657" y="1848890"/>
            <a:ext cx="6285793" cy="7050577"/>
          </a:xfrm>
          <a:custGeom>
            <a:avLst/>
            <a:gdLst/>
            <a:ahLst/>
            <a:cxnLst/>
            <a:rect l="l" t="t" r="r" b="b"/>
            <a:pathLst>
              <a:path w="1655518" h="1856942">
                <a:moveTo>
                  <a:pt x="49266" y="0"/>
                </a:moveTo>
                <a:lnTo>
                  <a:pt x="1606251" y="0"/>
                </a:lnTo>
                <a:cubicBezTo>
                  <a:pt x="1619318" y="0"/>
                  <a:pt x="1631849" y="5191"/>
                  <a:pt x="1641088" y="14430"/>
                </a:cubicBezTo>
                <a:cubicBezTo>
                  <a:pt x="1650327" y="23669"/>
                  <a:pt x="1655518" y="36200"/>
                  <a:pt x="1655518" y="49266"/>
                </a:cubicBezTo>
                <a:lnTo>
                  <a:pt x="1655518" y="1807676"/>
                </a:lnTo>
                <a:cubicBezTo>
                  <a:pt x="1655518" y="1820742"/>
                  <a:pt x="1650327" y="1833273"/>
                  <a:pt x="1641088" y="1842512"/>
                </a:cubicBezTo>
                <a:cubicBezTo>
                  <a:pt x="1631849" y="1851751"/>
                  <a:pt x="1619318" y="1856942"/>
                  <a:pt x="1606251" y="1856942"/>
                </a:cubicBezTo>
                <a:lnTo>
                  <a:pt x="49266" y="1856942"/>
                </a:lnTo>
                <a:cubicBezTo>
                  <a:pt x="36200" y="1856942"/>
                  <a:pt x="23669" y="1851751"/>
                  <a:pt x="14430" y="1842512"/>
                </a:cubicBezTo>
                <a:cubicBezTo>
                  <a:pt x="5191" y="1833273"/>
                  <a:pt x="0" y="1820742"/>
                  <a:pt x="0" y="1807676"/>
                </a:cubicBezTo>
                <a:lnTo>
                  <a:pt x="0" y="49266"/>
                </a:lnTo>
                <a:cubicBezTo>
                  <a:pt x="0" y="36200"/>
                  <a:pt x="5191" y="23669"/>
                  <a:pt x="14430" y="14430"/>
                </a:cubicBezTo>
                <a:cubicBezTo>
                  <a:pt x="23669" y="5191"/>
                  <a:pt x="36200" y="0"/>
                  <a:pt x="49266" y="0"/>
                </a:cubicBezTo>
                <a:close/>
              </a:path>
            </a:pathLst>
          </a:custGeom>
          <a:solidFill>
            <a:srgbClr val="0070C0"/>
          </a:solidFill>
          <a:ln w="19050" cap="rnd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7" name="AutoShape 17"/>
          <p:cNvSpPr/>
          <p:nvPr/>
        </p:nvSpPr>
        <p:spPr>
          <a:xfrm>
            <a:off x="10688274" y="1996889"/>
            <a:ext cx="538688" cy="59260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8" name="AutoShape 18"/>
          <p:cNvSpPr/>
          <p:nvPr/>
        </p:nvSpPr>
        <p:spPr>
          <a:xfrm>
            <a:off x="16124363" y="8019787"/>
            <a:ext cx="639299" cy="74585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9" name="AutoShape 19"/>
          <p:cNvSpPr/>
          <p:nvPr/>
        </p:nvSpPr>
        <p:spPr>
          <a:xfrm>
            <a:off x="1028700" y="5262096"/>
            <a:ext cx="9558957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20" name="Group 20"/>
          <p:cNvGrpSpPr/>
          <p:nvPr/>
        </p:nvGrpSpPr>
        <p:grpSpPr>
          <a:xfrm>
            <a:off x="11102094" y="2425918"/>
            <a:ext cx="5256920" cy="5896521"/>
            <a:chOff x="0" y="0"/>
            <a:chExt cx="1384539" cy="1552993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384539" cy="1552993"/>
            </a:xfrm>
            <a:custGeom>
              <a:avLst/>
              <a:gdLst/>
              <a:ahLst/>
              <a:cxnLst/>
              <a:rect l="l" t="t" r="r" b="b"/>
              <a:pathLst>
                <a:path w="1384539" h="1552993">
                  <a:moveTo>
                    <a:pt x="58908" y="0"/>
                  </a:moveTo>
                  <a:lnTo>
                    <a:pt x="1325630" y="0"/>
                  </a:lnTo>
                  <a:cubicBezTo>
                    <a:pt x="1341254" y="0"/>
                    <a:pt x="1356237" y="6206"/>
                    <a:pt x="1367285" y="17254"/>
                  </a:cubicBezTo>
                  <a:cubicBezTo>
                    <a:pt x="1378332" y="28301"/>
                    <a:pt x="1384539" y="43285"/>
                    <a:pt x="1384539" y="58908"/>
                  </a:cubicBezTo>
                  <a:lnTo>
                    <a:pt x="1384539" y="1494085"/>
                  </a:lnTo>
                  <a:cubicBezTo>
                    <a:pt x="1384539" y="1509708"/>
                    <a:pt x="1378332" y="1524692"/>
                    <a:pt x="1367285" y="1535739"/>
                  </a:cubicBezTo>
                  <a:cubicBezTo>
                    <a:pt x="1356237" y="1546787"/>
                    <a:pt x="1341254" y="1552993"/>
                    <a:pt x="1325630" y="1552993"/>
                  </a:cubicBezTo>
                  <a:lnTo>
                    <a:pt x="58908" y="1552993"/>
                  </a:lnTo>
                  <a:cubicBezTo>
                    <a:pt x="26374" y="1552993"/>
                    <a:pt x="0" y="1526619"/>
                    <a:pt x="0" y="1494085"/>
                  </a:cubicBezTo>
                  <a:lnTo>
                    <a:pt x="0" y="58908"/>
                  </a:lnTo>
                  <a:cubicBezTo>
                    <a:pt x="0" y="43285"/>
                    <a:pt x="6206" y="28301"/>
                    <a:pt x="17254" y="17254"/>
                  </a:cubicBezTo>
                  <a:cubicBezTo>
                    <a:pt x="28301" y="6206"/>
                    <a:pt x="43285" y="0"/>
                    <a:pt x="58908" y="0"/>
                  </a:cubicBezTo>
                  <a:close/>
                </a:path>
              </a:pathLst>
            </a:custGeom>
            <a:solidFill>
              <a:srgbClr val="F4F8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38100"/>
              <a:ext cx="1384539" cy="15910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23" name="Freeform 23"/>
          <p:cNvSpPr/>
          <p:nvPr/>
        </p:nvSpPr>
        <p:spPr>
          <a:xfrm>
            <a:off x="12036388" y="2983878"/>
            <a:ext cx="3388330" cy="4556434"/>
          </a:xfrm>
          <a:custGeom>
            <a:avLst/>
            <a:gdLst/>
            <a:ahLst/>
            <a:cxnLst/>
            <a:rect l="l" t="t" r="r" b="b"/>
            <a:pathLst>
              <a:path w="3388330" h="4556434">
                <a:moveTo>
                  <a:pt x="0" y="0"/>
                </a:moveTo>
                <a:lnTo>
                  <a:pt x="3388331" y="0"/>
                </a:lnTo>
                <a:lnTo>
                  <a:pt x="3388331" y="4556435"/>
                </a:lnTo>
                <a:lnTo>
                  <a:pt x="0" y="45564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4" name="TextBox 24"/>
          <p:cNvSpPr txBox="1"/>
          <p:nvPr/>
        </p:nvSpPr>
        <p:spPr>
          <a:xfrm>
            <a:off x="1977756" y="2401848"/>
            <a:ext cx="7466993" cy="1605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57"/>
              </a:lnSpc>
              <a:spcBef>
                <a:spcPct val="0"/>
              </a:spcBef>
            </a:pPr>
            <a:r>
              <a:rPr lang="en-US" sz="8041" b="1">
                <a:solidFill>
                  <a:srgbClr val="000000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INTRODUCTION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977756" y="5981700"/>
            <a:ext cx="6732407" cy="4595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sz="2799" b="1" spc="148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What are Security Profiles?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977756" y="6944264"/>
            <a:ext cx="7466993" cy="12311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HGPMinchoE" panose="020B0400000000000000" pitchFamily="18" charset="-128"/>
                <a:ea typeface="HGPMinchoE" panose="020B0400000000000000" pitchFamily="18" charset="-128"/>
                <a:cs typeface="Inter Light"/>
                <a:sym typeface="Inter Light"/>
              </a:rPr>
              <a:t>are a set of features used to inspect and control network </a:t>
            </a:r>
          </a:p>
          <a:p>
            <a:pPr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HGPMinchoE" panose="020B0400000000000000" pitchFamily="18" charset="-128"/>
                <a:ea typeface="HGPMinchoE" panose="020B0400000000000000" pitchFamily="18" charset="-128"/>
                <a:cs typeface="Inter Light"/>
                <a:sym typeface="Inter Light"/>
              </a:rPr>
              <a:t>traffic to protect against threats and enforce security policies. They are applied to firewall </a:t>
            </a:r>
          </a:p>
          <a:p>
            <a:pPr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HGPMinchoE" panose="020B0400000000000000" pitchFamily="18" charset="-128"/>
                <a:ea typeface="HGPMinchoE" panose="020B0400000000000000" pitchFamily="18" charset="-128"/>
                <a:cs typeface="Inter Light"/>
                <a:sym typeface="Inter Light"/>
              </a:rPr>
              <a:t>policies and include tools such as</a:t>
            </a:r>
          </a:p>
        </p:txBody>
      </p:sp>
      <p:sp>
        <p:nvSpPr>
          <p:cNvPr id="27" name="Freeform 27"/>
          <p:cNvSpPr/>
          <p:nvPr/>
        </p:nvSpPr>
        <p:spPr>
          <a:xfrm>
            <a:off x="9444749" y="5124788"/>
            <a:ext cx="197909" cy="268103"/>
          </a:xfrm>
          <a:custGeom>
            <a:avLst/>
            <a:gdLst/>
            <a:ahLst/>
            <a:cxnLst/>
            <a:rect l="l" t="t" r="r" b="b"/>
            <a:pathLst>
              <a:path w="197909" h="268103">
                <a:moveTo>
                  <a:pt x="0" y="0"/>
                </a:moveTo>
                <a:lnTo>
                  <a:pt x="197909" y="0"/>
                </a:lnTo>
                <a:lnTo>
                  <a:pt x="197909" y="268103"/>
                </a:lnTo>
                <a:lnTo>
                  <a:pt x="0" y="26810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" name="Freeform 28"/>
          <p:cNvSpPr/>
          <p:nvPr/>
        </p:nvSpPr>
        <p:spPr>
          <a:xfrm>
            <a:off x="1878801" y="5124788"/>
            <a:ext cx="197909" cy="268103"/>
          </a:xfrm>
          <a:custGeom>
            <a:avLst/>
            <a:gdLst/>
            <a:ahLst/>
            <a:cxnLst/>
            <a:rect l="l" t="t" r="r" b="b"/>
            <a:pathLst>
              <a:path w="197909" h="268103">
                <a:moveTo>
                  <a:pt x="0" y="0"/>
                </a:moveTo>
                <a:lnTo>
                  <a:pt x="197910" y="0"/>
                </a:lnTo>
                <a:lnTo>
                  <a:pt x="197910" y="268103"/>
                </a:lnTo>
                <a:lnTo>
                  <a:pt x="0" y="26810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271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0DD736-B3E3-1ACF-B6FD-A3361D654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F5CDA4E8-7B45-3D33-4422-B53FF5EB2C49}"/>
              </a:ext>
            </a:extLst>
          </p:cNvPr>
          <p:cNvGrpSpPr/>
          <p:nvPr/>
        </p:nvGrpSpPr>
        <p:grpSpPr>
          <a:xfrm>
            <a:off x="1028700" y="1028700"/>
            <a:ext cx="16230600" cy="8229600"/>
            <a:chOff x="0" y="0"/>
            <a:chExt cx="4274726" cy="2167467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8F230DBC-8C13-1425-32BF-CE9BE13BD76D}"/>
                </a:ext>
              </a:extLst>
            </p:cNvPr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>
                  <a:moveTo>
                    <a:pt x="19080" y="0"/>
                  </a:moveTo>
                  <a:lnTo>
                    <a:pt x="4255646" y="0"/>
                  </a:lnTo>
                  <a:cubicBezTo>
                    <a:pt x="4266183" y="0"/>
                    <a:pt x="4274726" y="8542"/>
                    <a:pt x="4274726" y="19080"/>
                  </a:cubicBezTo>
                  <a:lnTo>
                    <a:pt x="4274726" y="2148387"/>
                  </a:lnTo>
                  <a:cubicBezTo>
                    <a:pt x="4274726" y="2158924"/>
                    <a:pt x="4266183" y="2167467"/>
                    <a:pt x="4255646" y="2167467"/>
                  </a:cubicBezTo>
                  <a:lnTo>
                    <a:pt x="19080" y="2167467"/>
                  </a:lnTo>
                  <a:cubicBezTo>
                    <a:pt x="8542" y="2167467"/>
                    <a:pt x="0" y="2158924"/>
                    <a:pt x="0" y="2148387"/>
                  </a:cubicBezTo>
                  <a:lnTo>
                    <a:pt x="0" y="19080"/>
                  </a:lnTo>
                  <a:cubicBezTo>
                    <a:pt x="0" y="8542"/>
                    <a:pt x="8542" y="0"/>
                    <a:pt x="19080" y="0"/>
                  </a:cubicBezTo>
                  <a:close/>
                </a:path>
              </a:pathLst>
            </a:custGeom>
            <a:solidFill>
              <a:srgbClr val="F4F8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51245602-5C0E-7949-B220-47E6A924FEC0}"/>
                </a:ext>
              </a:extLst>
            </p:cNvPr>
            <p:cNvSpPr txBox="1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228EA4E4-97E5-CB3D-3628-F7548E582ADC}"/>
              </a:ext>
            </a:extLst>
          </p:cNvPr>
          <p:cNvGrpSpPr/>
          <p:nvPr/>
        </p:nvGrpSpPr>
        <p:grpSpPr>
          <a:xfrm>
            <a:off x="1427998" y="1347066"/>
            <a:ext cx="284690" cy="284690"/>
            <a:chOff x="0" y="0"/>
            <a:chExt cx="812800" cy="812800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9B20CF18-CC80-11E7-3632-2B7EE0ADF641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59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BE045D0E-6404-A834-C65B-B36FB19AC13F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AE2E677E-CC04-60E2-886F-E54C5CA7A99A}"/>
              </a:ext>
            </a:extLst>
          </p:cNvPr>
          <p:cNvGrpSpPr/>
          <p:nvPr/>
        </p:nvGrpSpPr>
        <p:grpSpPr>
          <a:xfrm>
            <a:off x="1835411" y="1347066"/>
            <a:ext cx="284690" cy="284690"/>
            <a:chOff x="0" y="0"/>
            <a:chExt cx="812800" cy="81280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7644A266-E22A-15F2-941E-B026DBDA610A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C9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76407BD2-DBB8-A951-8108-5D1DA55D9A72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5E25A073-8137-C1A8-E8A4-21968156538A}"/>
              </a:ext>
            </a:extLst>
          </p:cNvPr>
          <p:cNvGrpSpPr/>
          <p:nvPr/>
        </p:nvGrpSpPr>
        <p:grpSpPr>
          <a:xfrm>
            <a:off x="2243926" y="1347066"/>
            <a:ext cx="284690" cy="284690"/>
            <a:chOff x="0" y="0"/>
            <a:chExt cx="812800" cy="8128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DC7C4197-1D80-C826-32B0-21B133422A31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CF8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89955C7D-9BB8-A5E0-F06D-9B31F4BA87C7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5" name="Freeform 15">
            <a:extLst>
              <a:ext uri="{FF2B5EF4-FFF2-40B4-BE49-F238E27FC236}">
                <a16:creationId xmlns:a16="http://schemas.microsoft.com/office/drawing/2014/main" id="{C8042746-29B2-E3BC-EB5F-144ACB3C8672}"/>
              </a:ext>
            </a:extLst>
          </p:cNvPr>
          <p:cNvSpPr/>
          <p:nvPr/>
        </p:nvSpPr>
        <p:spPr>
          <a:xfrm>
            <a:off x="10587657" y="1848890"/>
            <a:ext cx="6285793" cy="7050577"/>
          </a:xfrm>
          <a:custGeom>
            <a:avLst/>
            <a:gdLst/>
            <a:ahLst/>
            <a:cxnLst/>
            <a:rect l="l" t="t" r="r" b="b"/>
            <a:pathLst>
              <a:path w="1655518" h="1856942">
                <a:moveTo>
                  <a:pt x="49266" y="0"/>
                </a:moveTo>
                <a:lnTo>
                  <a:pt x="1606251" y="0"/>
                </a:lnTo>
                <a:cubicBezTo>
                  <a:pt x="1619318" y="0"/>
                  <a:pt x="1631849" y="5191"/>
                  <a:pt x="1641088" y="14430"/>
                </a:cubicBezTo>
                <a:cubicBezTo>
                  <a:pt x="1650327" y="23669"/>
                  <a:pt x="1655518" y="36200"/>
                  <a:pt x="1655518" y="49266"/>
                </a:cubicBezTo>
                <a:lnTo>
                  <a:pt x="1655518" y="1807676"/>
                </a:lnTo>
                <a:cubicBezTo>
                  <a:pt x="1655518" y="1820742"/>
                  <a:pt x="1650327" y="1833273"/>
                  <a:pt x="1641088" y="1842512"/>
                </a:cubicBezTo>
                <a:cubicBezTo>
                  <a:pt x="1631849" y="1851751"/>
                  <a:pt x="1619318" y="1856942"/>
                  <a:pt x="1606251" y="1856942"/>
                </a:cubicBezTo>
                <a:lnTo>
                  <a:pt x="49266" y="1856942"/>
                </a:lnTo>
                <a:cubicBezTo>
                  <a:pt x="36200" y="1856942"/>
                  <a:pt x="23669" y="1851751"/>
                  <a:pt x="14430" y="1842512"/>
                </a:cubicBezTo>
                <a:cubicBezTo>
                  <a:pt x="5191" y="1833273"/>
                  <a:pt x="0" y="1820742"/>
                  <a:pt x="0" y="1807676"/>
                </a:cubicBezTo>
                <a:lnTo>
                  <a:pt x="0" y="49266"/>
                </a:lnTo>
                <a:cubicBezTo>
                  <a:pt x="0" y="36200"/>
                  <a:pt x="5191" y="23669"/>
                  <a:pt x="14430" y="14430"/>
                </a:cubicBezTo>
                <a:cubicBezTo>
                  <a:pt x="23669" y="5191"/>
                  <a:pt x="36200" y="0"/>
                  <a:pt x="49266" y="0"/>
                </a:cubicBezTo>
                <a:close/>
              </a:path>
            </a:pathLst>
          </a:custGeom>
          <a:solidFill>
            <a:srgbClr val="0070C0"/>
          </a:solidFill>
          <a:ln w="19050" cap="rnd">
            <a:solidFill>
              <a:srgbClr val="000000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7" name="AutoShape 17">
            <a:extLst>
              <a:ext uri="{FF2B5EF4-FFF2-40B4-BE49-F238E27FC236}">
                <a16:creationId xmlns:a16="http://schemas.microsoft.com/office/drawing/2014/main" id="{58DADCDE-6EF9-D1E2-BCBD-5419D7C76C44}"/>
              </a:ext>
            </a:extLst>
          </p:cNvPr>
          <p:cNvSpPr/>
          <p:nvPr/>
        </p:nvSpPr>
        <p:spPr>
          <a:xfrm>
            <a:off x="10688274" y="1996889"/>
            <a:ext cx="538688" cy="59260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8" name="AutoShape 18">
            <a:extLst>
              <a:ext uri="{FF2B5EF4-FFF2-40B4-BE49-F238E27FC236}">
                <a16:creationId xmlns:a16="http://schemas.microsoft.com/office/drawing/2014/main" id="{63EA4E47-B21F-FBA6-A7B2-913ACE634EDB}"/>
              </a:ext>
            </a:extLst>
          </p:cNvPr>
          <p:cNvSpPr/>
          <p:nvPr/>
        </p:nvSpPr>
        <p:spPr>
          <a:xfrm>
            <a:off x="16124363" y="8019787"/>
            <a:ext cx="639299" cy="74585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9" name="AutoShape 19">
            <a:extLst>
              <a:ext uri="{FF2B5EF4-FFF2-40B4-BE49-F238E27FC236}">
                <a16:creationId xmlns:a16="http://schemas.microsoft.com/office/drawing/2014/main" id="{B5631CCD-3BE3-75DC-A0F3-F17036CABD08}"/>
              </a:ext>
            </a:extLst>
          </p:cNvPr>
          <p:cNvSpPr/>
          <p:nvPr/>
        </p:nvSpPr>
        <p:spPr>
          <a:xfrm>
            <a:off x="1028700" y="5262096"/>
            <a:ext cx="9558957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20" name="Group 20">
            <a:extLst>
              <a:ext uri="{FF2B5EF4-FFF2-40B4-BE49-F238E27FC236}">
                <a16:creationId xmlns:a16="http://schemas.microsoft.com/office/drawing/2014/main" id="{8C7F98B2-97ED-F926-42C2-57BB1E5AD4BE}"/>
              </a:ext>
            </a:extLst>
          </p:cNvPr>
          <p:cNvGrpSpPr/>
          <p:nvPr/>
        </p:nvGrpSpPr>
        <p:grpSpPr>
          <a:xfrm>
            <a:off x="11102094" y="2425918"/>
            <a:ext cx="5256920" cy="5896521"/>
            <a:chOff x="0" y="0"/>
            <a:chExt cx="1384539" cy="1552993"/>
          </a:xfrm>
        </p:grpSpPr>
        <p:sp>
          <p:nvSpPr>
            <p:cNvPr id="21" name="Freeform 21">
              <a:extLst>
                <a:ext uri="{FF2B5EF4-FFF2-40B4-BE49-F238E27FC236}">
                  <a16:creationId xmlns:a16="http://schemas.microsoft.com/office/drawing/2014/main" id="{2A91FDA5-CE52-D22A-3C78-812A827D8D94}"/>
                </a:ext>
              </a:extLst>
            </p:cNvPr>
            <p:cNvSpPr/>
            <p:nvPr/>
          </p:nvSpPr>
          <p:spPr>
            <a:xfrm>
              <a:off x="0" y="0"/>
              <a:ext cx="1384539" cy="1552993"/>
            </a:xfrm>
            <a:custGeom>
              <a:avLst/>
              <a:gdLst/>
              <a:ahLst/>
              <a:cxnLst/>
              <a:rect l="l" t="t" r="r" b="b"/>
              <a:pathLst>
                <a:path w="1384539" h="1552993">
                  <a:moveTo>
                    <a:pt x="58908" y="0"/>
                  </a:moveTo>
                  <a:lnTo>
                    <a:pt x="1325630" y="0"/>
                  </a:lnTo>
                  <a:cubicBezTo>
                    <a:pt x="1341254" y="0"/>
                    <a:pt x="1356237" y="6206"/>
                    <a:pt x="1367285" y="17254"/>
                  </a:cubicBezTo>
                  <a:cubicBezTo>
                    <a:pt x="1378332" y="28301"/>
                    <a:pt x="1384539" y="43285"/>
                    <a:pt x="1384539" y="58908"/>
                  </a:cubicBezTo>
                  <a:lnTo>
                    <a:pt x="1384539" y="1494085"/>
                  </a:lnTo>
                  <a:cubicBezTo>
                    <a:pt x="1384539" y="1509708"/>
                    <a:pt x="1378332" y="1524692"/>
                    <a:pt x="1367285" y="1535739"/>
                  </a:cubicBezTo>
                  <a:cubicBezTo>
                    <a:pt x="1356237" y="1546787"/>
                    <a:pt x="1341254" y="1552993"/>
                    <a:pt x="1325630" y="1552993"/>
                  </a:cubicBezTo>
                  <a:lnTo>
                    <a:pt x="58908" y="1552993"/>
                  </a:lnTo>
                  <a:cubicBezTo>
                    <a:pt x="26374" y="1552993"/>
                    <a:pt x="0" y="1526619"/>
                    <a:pt x="0" y="1494085"/>
                  </a:cubicBezTo>
                  <a:lnTo>
                    <a:pt x="0" y="58908"/>
                  </a:lnTo>
                  <a:cubicBezTo>
                    <a:pt x="0" y="43285"/>
                    <a:pt x="6206" y="28301"/>
                    <a:pt x="17254" y="17254"/>
                  </a:cubicBezTo>
                  <a:cubicBezTo>
                    <a:pt x="28301" y="6206"/>
                    <a:pt x="43285" y="0"/>
                    <a:pt x="58908" y="0"/>
                  </a:cubicBezTo>
                  <a:close/>
                </a:path>
              </a:pathLst>
            </a:custGeom>
            <a:solidFill>
              <a:srgbClr val="F4F8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2" name="TextBox 22">
              <a:extLst>
                <a:ext uri="{FF2B5EF4-FFF2-40B4-BE49-F238E27FC236}">
                  <a16:creationId xmlns:a16="http://schemas.microsoft.com/office/drawing/2014/main" id="{D8D65D0B-F28B-E407-DBE8-04758882CB88}"/>
                </a:ext>
              </a:extLst>
            </p:cNvPr>
            <p:cNvSpPr txBox="1"/>
            <p:nvPr/>
          </p:nvSpPr>
          <p:spPr>
            <a:xfrm>
              <a:off x="0" y="-38100"/>
              <a:ext cx="1384539" cy="15910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23" name="Freeform 23">
            <a:extLst>
              <a:ext uri="{FF2B5EF4-FFF2-40B4-BE49-F238E27FC236}">
                <a16:creationId xmlns:a16="http://schemas.microsoft.com/office/drawing/2014/main" id="{A870CBD2-3987-C4F9-049B-B3E781F46422}"/>
              </a:ext>
            </a:extLst>
          </p:cNvPr>
          <p:cNvSpPr/>
          <p:nvPr/>
        </p:nvSpPr>
        <p:spPr>
          <a:xfrm>
            <a:off x="12036388" y="2983878"/>
            <a:ext cx="3388330" cy="4556434"/>
          </a:xfrm>
          <a:custGeom>
            <a:avLst/>
            <a:gdLst/>
            <a:ahLst/>
            <a:cxnLst/>
            <a:rect l="l" t="t" r="r" b="b"/>
            <a:pathLst>
              <a:path w="3388330" h="4556434">
                <a:moveTo>
                  <a:pt x="0" y="0"/>
                </a:moveTo>
                <a:lnTo>
                  <a:pt x="3388331" y="0"/>
                </a:lnTo>
                <a:lnTo>
                  <a:pt x="3388331" y="4556435"/>
                </a:lnTo>
                <a:lnTo>
                  <a:pt x="0" y="455643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513A2327-1190-43B5-FFEC-59A6E3DDD10A}"/>
              </a:ext>
            </a:extLst>
          </p:cNvPr>
          <p:cNvSpPr txBox="1"/>
          <p:nvPr/>
        </p:nvSpPr>
        <p:spPr>
          <a:xfrm>
            <a:off x="1977756" y="2401848"/>
            <a:ext cx="7466993" cy="13724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57"/>
              </a:lnSpc>
              <a:spcBef>
                <a:spcPct val="0"/>
              </a:spcBef>
            </a:pPr>
            <a:r>
              <a:rPr lang="en-US" sz="8041" b="1" dirty="0">
                <a:solidFill>
                  <a:srgbClr val="000000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Cont.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93AFB75D-8778-9836-608A-0BDCF18D3FD1}"/>
              </a:ext>
            </a:extLst>
          </p:cNvPr>
          <p:cNvSpPr txBox="1"/>
          <p:nvPr/>
        </p:nvSpPr>
        <p:spPr>
          <a:xfrm>
            <a:off x="1977756" y="5981700"/>
            <a:ext cx="6732407" cy="4595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sz="2799" b="1" spc="148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Types of Security Profiles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AF1EB33F-FF23-F831-D370-74EEE3280CB7}"/>
              </a:ext>
            </a:extLst>
          </p:cNvPr>
          <p:cNvSpPr txBox="1"/>
          <p:nvPr/>
        </p:nvSpPr>
        <p:spPr>
          <a:xfrm>
            <a:off x="1977756" y="6667500"/>
            <a:ext cx="7466993" cy="24622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HGPMinchoE" panose="020B0400000000000000" pitchFamily="18" charset="-128"/>
                <a:ea typeface="HGPMinchoE" panose="020B0400000000000000" pitchFamily="18" charset="-128"/>
                <a:cs typeface="Inter Light"/>
                <a:sym typeface="Inter Light"/>
              </a:rPr>
              <a:t>• </a:t>
            </a:r>
            <a:r>
              <a:rPr lang="en-US" sz="2000" spc="84" dirty="0">
                <a:latin typeface="HGPMinchoE" panose="020B0400000000000000" pitchFamily="18" charset="-128"/>
                <a:ea typeface="HGPMinchoE" panose="020B0400000000000000" pitchFamily="18" charset="-128"/>
                <a:cs typeface="Inter Light"/>
                <a:sym typeface="Inter Light"/>
              </a:rPr>
              <a:t>Antivirus</a:t>
            </a:r>
            <a:r>
              <a:rPr lang="en-US" sz="2000" spc="84" dirty="0">
                <a:solidFill>
                  <a:srgbClr val="000000"/>
                </a:solidFill>
                <a:latin typeface="HGPMinchoE" panose="020B0400000000000000" pitchFamily="18" charset="-128"/>
                <a:ea typeface="HGPMinchoE" panose="020B0400000000000000" pitchFamily="18" charset="-128"/>
                <a:cs typeface="Inter Light"/>
                <a:sym typeface="Inter Light"/>
              </a:rPr>
              <a:t> ✓</a:t>
            </a:r>
          </a:p>
          <a:p>
            <a:pPr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HGPMinchoE" panose="020B0400000000000000" pitchFamily="18" charset="-128"/>
                <a:ea typeface="HGPMinchoE" panose="020B0400000000000000" pitchFamily="18" charset="-128"/>
                <a:cs typeface="Inter Light"/>
                <a:sym typeface="Inter Light"/>
              </a:rPr>
              <a:t>• </a:t>
            </a:r>
            <a:r>
              <a:rPr lang="en-US" sz="2000" spc="84" dirty="0">
                <a:latin typeface="HGPMinchoE" panose="020B0400000000000000" pitchFamily="18" charset="-128"/>
                <a:ea typeface="HGPMinchoE" panose="020B0400000000000000" pitchFamily="18" charset="-128"/>
                <a:cs typeface="Inter Light"/>
                <a:sym typeface="Inter Light"/>
              </a:rPr>
              <a:t>Web</a:t>
            </a:r>
            <a:r>
              <a:rPr lang="en-US" sz="2000" spc="84" dirty="0">
                <a:solidFill>
                  <a:srgbClr val="000000"/>
                </a:solidFill>
                <a:latin typeface="HGPMinchoE" panose="020B0400000000000000" pitchFamily="18" charset="-128"/>
                <a:ea typeface="HGPMinchoE" panose="020B0400000000000000" pitchFamily="18" charset="-128"/>
                <a:cs typeface="Inter Light"/>
                <a:sym typeface="Inter Light"/>
              </a:rPr>
              <a:t> </a:t>
            </a:r>
            <a:r>
              <a:rPr lang="en-US" sz="2000" spc="84" dirty="0">
                <a:latin typeface="HGPMinchoE" panose="020B0400000000000000" pitchFamily="18" charset="-128"/>
                <a:ea typeface="HGPMinchoE" panose="020B0400000000000000" pitchFamily="18" charset="-128"/>
                <a:cs typeface="Inter Light"/>
                <a:sym typeface="Inter Light"/>
              </a:rPr>
              <a:t>Filtering</a:t>
            </a:r>
            <a:r>
              <a:rPr lang="en-US" sz="2000" spc="84" dirty="0">
                <a:solidFill>
                  <a:srgbClr val="000000"/>
                </a:solidFill>
                <a:latin typeface="HGPMinchoE" panose="020B0400000000000000" pitchFamily="18" charset="-128"/>
                <a:ea typeface="HGPMinchoE" panose="020B0400000000000000" pitchFamily="18" charset="-128"/>
                <a:cs typeface="Inter Light"/>
                <a:sym typeface="Inter Light"/>
              </a:rPr>
              <a:t> ✓</a:t>
            </a:r>
          </a:p>
          <a:p>
            <a:pPr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HGPMinchoE" panose="020B0400000000000000" pitchFamily="18" charset="-128"/>
                <a:ea typeface="HGPMinchoE" panose="020B0400000000000000" pitchFamily="18" charset="-128"/>
                <a:cs typeface="Inter Light"/>
                <a:sym typeface="Inter Light"/>
              </a:rPr>
              <a:t>• </a:t>
            </a:r>
            <a:r>
              <a:rPr lang="en-US" sz="2000" spc="84" dirty="0">
                <a:latin typeface="HGPMinchoE" panose="020B0400000000000000" pitchFamily="18" charset="-128"/>
                <a:ea typeface="HGPMinchoE" panose="020B0400000000000000" pitchFamily="18" charset="-128"/>
                <a:cs typeface="Inter Light"/>
                <a:sym typeface="Inter Light"/>
              </a:rPr>
              <a:t>Application</a:t>
            </a:r>
            <a:r>
              <a:rPr lang="en-US" sz="2000" spc="84" dirty="0">
                <a:solidFill>
                  <a:srgbClr val="000000"/>
                </a:solidFill>
                <a:latin typeface="HGPMinchoE" panose="020B0400000000000000" pitchFamily="18" charset="-128"/>
                <a:ea typeface="HGPMinchoE" panose="020B0400000000000000" pitchFamily="18" charset="-128"/>
                <a:cs typeface="Inter Light"/>
                <a:sym typeface="Inter Light"/>
              </a:rPr>
              <a:t> </a:t>
            </a:r>
            <a:r>
              <a:rPr lang="en-US" sz="2000" spc="84" dirty="0">
                <a:latin typeface="HGPMinchoE" panose="020B0400000000000000" pitchFamily="18" charset="-128"/>
                <a:ea typeface="HGPMinchoE" panose="020B0400000000000000" pitchFamily="18" charset="-128"/>
                <a:cs typeface="Inter Light"/>
                <a:sym typeface="Inter Light"/>
              </a:rPr>
              <a:t>Control</a:t>
            </a:r>
            <a:r>
              <a:rPr lang="en-US" sz="2000" spc="84" dirty="0">
                <a:solidFill>
                  <a:srgbClr val="000000"/>
                </a:solidFill>
                <a:latin typeface="HGPMinchoE" panose="020B0400000000000000" pitchFamily="18" charset="-128"/>
                <a:ea typeface="HGPMinchoE" panose="020B0400000000000000" pitchFamily="18" charset="-128"/>
                <a:cs typeface="Inter Light"/>
                <a:sym typeface="Inter Light"/>
              </a:rPr>
              <a:t> ✓</a:t>
            </a:r>
          </a:p>
          <a:p>
            <a:pPr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HGPMinchoE" panose="020B0400000000000000" pitchFamily="18" charset="-128"/>
                <a:ea typeface="HGPMinchoE" panose="020B0400000000000000" pitchFamily="18" charset="-128"/>
                <a:cs typeface="Inter Light"/>
                <a:sym typeface="Inter Light"/>
              </a:rPr>
              <a:t>• </a:t>
            </a:r>
            <a:r>
              <a:rPr lang="en-US" sz="2000" spc="84" dirty="0">
                <a:latin typeface="HGPMinchoE" panose="020B0400000000000000" pitchFamily="18" charset="-128"/>
                <a:ea typeface="HGPMinchoE" panose="020B0400000000000000" pitchFamily="18" charset="-128"/>
                <a:cs typeface="Inter Light"/>
                <a:sym typeface="Inter Light"/>
              </a:rPr>
              <a:t>File Filter </a:t>
            </a:r>
            <a:endParaRPr lang="en-US" sz="2000" spc="84" dirty="0">
              <a:solidFill>
                <a:srgbClr val="000000"/>
              </a:solidFill>
              <a:latin typeface="HGPMinchoE" panose="020B0400000000000000" pitchFamily="18" charset="-128"/>
              <a:ea typeface="HGPMinchoE" panose="020B0400000000000000" pitchFamily="18" charset="-128"/>
              <a:cs typeface="Inter Light"/>
              <a:sym typeface="Inter Light"/>
            </a:endParaRPr>
          </a:p>
          <a:p>
            <a:pPr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HGPMinchoE" panose="020B0400000000000000" pitchFamily="18" charset="-128"/>
                <a:ea typeface="HGPMinchoE" panose="020B0400000000000000" pitchFamily="18" charset="-128"/>
                <a:cs typeface="Inter Light"/>
                <a:sym typeface="Inter Light"/>
              </a:rPr>
              <a:t>• Intrusion Prevention System (IPS)</a:t>
            </a:r>
          </a:p>
          <a:p>
            <a:pPr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HGPMinchoE" panose="020B0400000000000000" pitchFamily="18" charset="-128"/>
                <a:ea typeface="HGPMinchoE" panose="020B0400000000000000" pitchFamily="18" charset="-128"/>
                <a:cs typeface="Inter Light"/>
                <a:sym typeface="Inter Light"/>
              </a:rPr>
              <a:t>• DNS Filtering</a:t>
            </a:r>
          </a:p>
          <a:p>
            <a:pPr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HGPMinchoE" panose="020B0400000000000000" pitchFamily="18" charset="-128"/>
                <a:ea typeface="HGPMinchoE" panose="020B0400000000000000" pitchFamily="18" charset="-128"/>
                <a:cs typeface="Inter Light"/>
                <a:sym typeface="Inter Light"/>
              </a:rPr>
              <a:t>• Email Filtering</a:t>
            </a:r>
          </a:p>
          <a:p>
            <a:pPr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HGPMinchoE" panose="020B0400000000000000" pitchFamily="18" charset="-128"/>
                <a:ea typeface="HGPMinchoE" panose="020B0400000000000000" pitchFamily="18" charset="-128"/>
                <a:cs typeface="Inter Light"/>
                <a:sym typeface="Inter Light"/>
              </a:rPr>
              <a:t>• Data Loss Prevention (DLP)</a:t>
            </a:r>
          </a:p>
        </p:txBody>
      </p:sp>
      <p:sp>
        <p:nvSpPr>
          <p:cNvPr id="27" name="Freeform 27">
            <a:extLst>
              <a:ext uri="{FF2B5EF4-FFF2-40B4-BE49-F238E27FC236}">
                <a16:creationId xmlns:a16="http://schemas.microsoft.com/office/drawing/2014/main" id="{235EF52A-BFD6-B67A-6AA4-27D36A4A7D9A}"/>
              </a:ext>
            </a:extLst>
          </p:cNvPr>
          <p:cNvSpPr/>
          <p:nvPr/>
        </p:nvSpPr>
        <p:spPr>
          <a:xfrm>
            <a:off x="9444749" y="5124788"/>
            <a:ext cx="197909" cy="268103"/>
          </a:xfrm>
          <a:custGeom>
            <a:avLst/>
            <a:gdLst/>
            <a:ahLst/>
            <a:cxnLst/>
            <a:rect l="l" t="t" r="r" b="b"/>
            <a:pathLst>
              <a:path w="197909" h="268103">
                <a:moveTo>
                  <a:pt x="0" y="0"/>
                </a:moveTo>
                <a:lnTo>
                  <a:pt x="197909" y="0"/>
                </a:lnTo>
                <a:lnTo>
                  <a:pt x="197909" y="268103"/>
                </a:lnTo>
                <a:lnTo>
                  <a:pt x="0" y="26810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8" name="Freeform 28">
            <a:extLst>
              <a:ext uri="{FF2B5EF4-FFF2-40B4-BE49-F238E27FC236}">
                <a16:creationId xmlns:a16="http://schemas.microsoft.com/office/drawing/2014/main" id="{FB2B5056-3A20-64C0-3345-A2393ED3C059}"/>
              </a:ext>
            </a:extLst>
          </p:cNvPr>
          <p:cNvSpPr/>
          <p:nvPr/>
        </p:nvSpPr>
        <p:spPr>
          <a:xfrm>
            <a:off x="1878801" y="5124788"/>
            <a:ext cx="197909" cy="268103"/>
          </a:xfrm>
          <a:custGeom>
            <a:avLst/>
            <a:gdLst/>
            <a:ahLst/>
            <a:cxnLst/>
            <a:rect l="l" t="t" r="r" b="b"/>
            <a:pathLst>
              <a:path w="197909" h="268103">
                <a:moveTo>
                  <a:pt x="0" y="0"/>
                </a:moveTo>
                <a:lnTo>
                  <a:pt x="197910" y="0"/>
                </a:lnTo>
                <a:lnTo>
                  <a:pt x="197910" y="268103"/>
                </a:lnTo>
                <a:lnTo>
                  <a:pt x="0" y="26810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9" name="Freeform 62">
            <a:extLst>
              <a:ext uri="{FF2B5EF4-FFF2-40B4-BE49-F238E27FC236}">
                <a16:creationId xmlns:a16="http://schemas.microsoft.com/office/drawing/2014/main" id="{9EEE9131-3D3B-554F-4508-D3FF532C5240}"/>
              </a:ext>
            </a:extLst>
          </p:cNvPr>
          <p:cNvSpPr/>
          <p:nvPr/>
        </p:nvSpPr>
        <p:spPr>
          <a:xfrm>
            <a:off x="6559111" y="7898606"/>
            <a:ext cx="197909" cy="268103"/>
          </a:xfrm>
          <a:custGeom>
            <a:avLst/>
            <a:gdLst/>
            <a:ahLst/>
            <a:cxnLst/>
            <a:rect l="l" t="t" r="r" b="b"/>
            <a:pathLst>
              <a:path w="197909" h="268103">
                <a:moveTo>
                  <a:pt x="0" y="0"/>
                </a:moveTo>
                <a:lnTo>
                  <a:pt x="197909" y="0"/>
                </a:lnTo>
                <a:lnTo>
                  <a:pt x="197909" y="268104"/>
                </a:lnTo>
                <a:lnTo>
                  <a:pt x="0" y="26810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0" name="Freeform 62">
            <a:extLst>
              <a:ext uri="{FF2B5EF4-FFF2-40B4-BE49-F238E27FC236}">
                <a16:creationId xmlns:a16="http://schemas.microsoft.com/office/drawing/2014/main" id="{866BEC76-7879-14CC-B056-F3218524DC19}"/>
              </a:ext>
            </a:extLst>
          </p:cNvPr>
          <p:cNvSpPr/>
          <p:nvPr/>
        </p:nvSpPr>
        <p:spPr>
          <a:xfrm>
            <a:off x="4038600" y="8228197"/>
            <a:ext cx="197909" cy="268103"/>
          </a:xfrm>
          <a:custGeom>
            <a:avLst/>
            <a:gdLst/>
            <a:ahLst/>
            <a:cxnLst/>
            <a:rect l="l" t="t" r="r" b="b"/>
            <a:pathLst>
              <a:path w="197909" h="268103">
                <a:moveTo>
                  <a:pt x="0" y="0"/>
                </a:moveTo>
                <a:lnTo>
                  <a:pt x="197909" y="0"/>
                </a:lnTo>
                <a:lnTo>
                  <a:pt x="197909" y="268104"/>
                </a:lnTo>
                <a:lnTo>
                  <a:pt x="0" y="26810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1" name="Freeform 62">
            <a:extLst>
              <a:ext uri="{FF2B5EF4-FFF2-40B4-BE49-F238E27FC236}">
                <a16:creationId xmlns:a16="http://schemas.microsoft.com/office/drawing/2014/main" id="{570A0D0A-6EA8-BC22-661B-7257D9AF606F}"/>
              </a:ext>
            </a:extLst>
          </p:cNvPr>
          <p:cNvSpPr/>
          <p:nvPr/>
        </p:nvSpPr>
        <p:spPr>
          <a:xfrm>
            <a:off x="4191000" y="8532997"/>
            <a:ext cx="197909" cy="268103"/>
          </a:xfrm>
          <a:custGeom>
            <a:avLst/>
            <a:gdLst/>
            <a:ahLst/>
            <a:cxnLst/>
            <a:rect l="l" t="t" r="r" b="b"/>
            <a:pathLst>
              <a:path w="197909" h="268103">
                <a:moveTo>
                  <a:pt x="0" y="0"/>
                </a:moveTo>
                <a:lnTo>
                  <a:pt x="197909" y="0"/>
                </a:lnTo>
                <a:lnTo>
                  <a:pt x="197909" y="268104"/>
                </a:lnTo>
                <a:lnTo>
                  <a:pt x="0" y="26810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2" name="Freeform 62">
            <a:extLst>
              <a:ext uri="{FF2B5EF4-FFF2-40B4-BE49-F238E27FC236}">
                <a16:creationId xmlns:a16="http://schemas.microsoft.com/office/drawing/2014/main" id="{380F2F7B-C72E-EC92-A5ED-60D7B50EBC5D}"/>
              </a:ext>
            </a:extLst>
          </p:cNvPr>
          <p:cNvSpPr/>
          <p:nvPr/>
        </p:nvSpPr>
        <p:spPr>
          <a:xfrm>
            <a:off x="5808178" y="8817252"/>
            <a:ext cx="197909" cy="268103"/>
          </a:xfrm>
          <a:custGeom>
            <a:avLst/>
            <a:gdLst/>
            <a:ahLst/>
            <a:cxnLst/>
            <a:rect l="l" t="t" r="r" b="b"/>
            <a:pathLst>
              <a:path w="197909" h="268103">
                <a:moveTo>
                  <a:pt x="0" y="0"/>
                </a:moveTo>
                <a:lnTo>
                  <a:pt x="197909" y="0"/>
                </a:lnTo>
                <a:lnTo>
                  <a:pt x="197909" y="268104"/>
                </a:lnTo>
                <a:lnTo>
                  <a:pt x="0" y="26810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C1F6C03-A171-B624-CFC7-7126368EEBBE}"/>
              </a:ext>
            </a:extLst>
          </p:cNvPr>
          <p:cNvSpPr txBox="1"/>
          <p:nvPr/>
        </p:nvSpPr>
        <p:spPr>
          <a:xfrm>
            <a:off x="8668928" y="6402405"/>
            <a:ext cx="14638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Applied</a:t>
            </a:r>
            <a:r>
              <a:rPr lang="en-US" dirty="0"/>
              <a:t> = </a:t>
            </a:r>
            <a:r>
              <a:rPr lang="en-US" spc="84" dirty="0">
                <a:solidFill>
                  <a:srgbClr val="000000"/>
                </a:solidFill>
                <a:latin typeface="HGPMinchoE" panose="020B0400000000000000" pitchFamily="18" charset="-128"/>
                <a:ea typeface="HGPMinchoE" panose="020B0400000000000000" pitchFamily="18" charset="-128"/>
                <a:cs typeface="Inter Light"/>
                <a:sym typeface="Inter Light"/>
              </a:rPr>
              <a:t>✓</a:t>
            </a:r>
            <a:br>
              <a:rPr lang="en-US" dirty="0"/>
            </a:br>
            <a:r>
              <a:rPr lang="en-US" b="1" dirty="0"/>
              <a:t>not</a:t>
            </a:r>
            <a:r>
              <a:rPr lang="en-US" dirty="0"/>
              <a:t> </a:t>
            </a:r>
            <a:r>
              <a:rPr lang="en-US" b="1" dirty="0"/>
              <a:t>Applied</a:t>
            </a:r>
            <a:r>
              <a:rPr lang="en-US" dirty="0"/>
              <a:t> =</a:t>
            </a:r>
          </a:p>
        </p:txBody>
      </p:sp>
      <p:sp>
        <p:nvSpPr>
          <p:cNvPr id="34" name="Freeform 62">
            <a:extLst>
              <a:ext uri="{FF2B5EF4-FFF2-40B4-BE49-F238E27FC236}">
                <a16:creationId xmlns:a16="http://schemas.microsoft.com/office/drawing/2014/main" id="{E9C876EB-4C8A-8B0F-88C3-26A2B3065FAB}"/>
              </a:ext>
            </a:extLst>
          </p:cNvPr>
          <p:cNvSpPr/>
          <p:nvPr/>
        </p:nvSpPr>
        <p:spPr>
          <a:xfrm>
            <a:off x="10089091" y="6678898"/>
            <a:ext cx="197909" cy="268103"/>
          </a:xfrm>
          <a:custGeom>
            <a:avLst/>
            <a:gdLst/>
            <a:ahLst/>
            <a:cxnLst/>
            <a:rect l="l" t="t" r="r" b="b"/>
            <a:pathLst>
              <a:path w="197909" h="268103">
                <a:moveTo>
                  <a:pt x="0" y="0"/>
                </a:moveTo>
                <a:lnTo>
                  <a:pt x="197909" y="0"/>
                </a:lnTo>
                <a:lnTo>
                  <a:pt x="197909" y="268104"/>
                </a:lnTo>
                <a:lnTo>
                  <a:pt x="0" y="26810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Freeform 62">
            <a:extLst>
              <a:ext uri="{FF2B5EF4-FFF2-40B4-BE49-F238E27FC236}">
                <a16:creationId xmlns:a16="http://schemas.microsoft.com/office/drawing/2014/main" id="{EBD99608-A517-14C1-9235-1F27F0DE6127}"/>
              </a:ext>
            </a:extLst>
          </p:cNvPr>
          <p:cNvSpPr/>
          <p:nvPr/>
        </p:nvSpPr>
        <p:spPr>
          <a:xfrm>
            <a:off x="3581400" y="7617049"/>
            <a:ext cx="197909" cy="268103"/>
          </a:xfrm>
          <a:custGeom>
            <a:avLst/>
            <a:gdLst/>
            <a:ahLst/>
            <a:cxnLst/>
            <a:rect l="l" t="t" r="r" b="b"/>
            <a:pathLst>
              <a:path w="197909" h="268103">
                <a:moveTo>
                  <a:pt x="0" y="0"/>
                </a:moveTo>
                <a:lnTo>
                  <a:pt x="197909" y="0"/>
                </a:lnTo>
                <a:lnTo>
                  <a:pt x="197909" y="268104"/>
                </a:lnTo>
                <a:lnTo>
                  <a:pt x="0" y="26810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77699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271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9AC853-866B-E473-C7B5-C09C8D652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ACEBC01B-163E-A7CA-ABC5-12FF182165C1}"/>
              </a:ext>
            </a:extLst>
          </p:cNvPr>
          <p:cNvGrpSpPr/>
          <p:nvPr/>
        </p:nvGrpSpPr>
        <p:grpSpPr>
          <a:xfrm>
            <a:off x="1028700" y="1028700"/>
            <a:ext cx="16230600" cy="8229600"/>
            <a:chOff x="0" y="0"/>
            <a:chExt cx="4274726" cy="2167467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E145A901-CB88-80F6-0FB4-5085F56B85D8}"/>
                </a:ext>
              </a:extLst>
            </p:cNvPr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>
                  <a:moveTo>
                    <a:pt x="19080" y="0"/>
                  </a:moveTo>
                  <a:lnTo>
                    <a:pt x="4255646" y="0"/>
                  </a:lnTo>
                  <a:cubicBezTo>
                    <a:pt x="4266183" y="0"/>
                    <a:pt x="4274726" y="8542"/>
                    <a:pt x="4274726" y="19080"/>
                  </a:cubicBezTo>
                  <a:lnTo>
                    <a:pt x="4274726" y="2148387"/>
                  </a:lnTo>
                  <a:cubicBezTo>
                    <a:pt x="4274726" y="2158924"/>
                    <a:pt x="4266183" y="2167467"/>
                    <a:pt x="4255646" y="2167467"/>
                  </a:cubicBezTo>
                  <a:lnTo>
                    <a:pt x="19080" y="2167467"/>
                  </a:lnTo>
                  <a:cubicBezTo>
                    <a:pt x="8542" y="2167467"/>
                    <a:pt x="0" y="2158924"/>
                    <a:pt x="0" y="2148387"/>
                  </a:cubicBezTo>
                  <a:lnTo>
                    <a:pt x="0" y="19080"/>
                  </a:lnTo>
                  <a:cubicBezTo>
                    <a:pt x="0" y="8542"/>
                    <a:pt x="8542" y="0"/>
                    <a:pt x="19080" y="0"/>
                  </a:cubicBezTo>
                  <a:close/>
                </a:path>
              </a:pathLst>
            </a:custGeom>
            <a:solidFill>
              <a:srgbClr val="F4F8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7B6EE4F6-5586-C4AD-6C93-35C4CE55CF43}"/>
                </a:ext>
              </a:extLst>
            </p:cNvPr>
            <p:cNvSpPr txBox="1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CB670E25-5F16-A791-7A7A-D0B626348416}"/>
              </a:ext>
            </a:extLst>
          </p:cNvPr>
          <p:cNvGrpSpPr/>
          <p:nvPr/>
        </p:nvGrpSpPr>
        <p:grpSpPr>
          <a:xfrm>
            <a:off x="1427998" y="1347066"/>
            <a:ext cx="284690" cy="284690"/>
            <a:chOff x="0" y="0"/>
            <a:chExt cx="812800" cy="812800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D87EC24-BACD-385E-BF19-BF8899E30458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59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75298DCD-4CC4-5C66-A3E0-C94CBBA8C2C4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990BD2ED-FBC9-1788-F70D-15B50544FD31}"/>
              </a:ext>
            </a:extLst>
          </p:cNvPr>
          <p:cNvGrpSpPr/>
          <p:nvPr/>
        </p:nvGrpSpPr>
        <p:grpSpPr>
          <a:xfrm>
            <a:off x="1835411" y="1347066"/>
            <a:ext cx="284690" cy="284690"/>
            <a:chOff x="0" y="0"/>
            <a:chExt cx="812800" cy="81280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7E62F2D4-4B46-24FD-DABD-95BFC7E26889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C9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7E884745-38ED-CB29-1977-644462F1F7B1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0E6F2D71-EE1A-C9EB-F9CD-1ECEB843B41B}"/>
              </a:ext>
            </a:extLst>
          </p:cNvPr>
          <p:cNvGrpSpPr/>
          <p:nvPr/>
        </p:nvGrpSpPr>
        <p:grpSpPr>
          <a:xfrm>
            <a:off x="2243926" y="1347066"/>
            <a:ext cx="284690" cy="284690"/>
            <a:chOff x="0" y="0"/>
            <a:chExt cx="812800" cy="8128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0AB6693C-C7DD-05AB-AB72-02751517CE61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CF8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EE95C102-76CB-C685-F7EC-BE3EC169E5D3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6EDE8BC7-9698-DC58-B599-BB15BAF4DE2B}"/>
              </a:ext>
            </a:extLst>
          </p:cNvPr>
          <p:cNvGrpSpPr/>
          <p:nvPr/>
        </p:nvGrpSpPr>
        <p:grpSpPr>
          <a:xfrm>
            <a:off x="1335296" y="1956679"/>
            <a:ext cx="15419497" cy="6925551"/>
            <a:chOff x="0" y="0"/>
            <a:chExt cx="4061102" cy="1824013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B8E94494-376D-3EB1-D7FB-FB20A03044B0}"/>
                </a:ext>
              </a:extLst>
            </p:cNvPr>
            <p:cNvSpPr/>
            <p:nvPr/>
          </p:nvSpPr>
          <p:spPr>
            <a:xfrm>
              <a:off x="0" y="0"/>
              <a:ext cx="4061102" cy="1824013"/>
            </a:xfrm>
            <a:custGeom>
              <a:avLst/>
              <a:gdLst/>
              <a:ahLst/>
              <a:cxnLst/>
              <a:rect l="l" t="t" r="r" b="b"/>
              <a:pathLst>
                <a:path w="4061102" h="1824013">
                  <a:moveTo>
                    <a:pt x="20083" y="0"/>
                  </a:moveTo>
                  <a:lnTo>
                    <a:pt x="4041019" y="0"/>
                  </a:lnTo>
                  <a:cubicBezTo>
                    <a:pt x="4052110" y="0"/>
                    <a:pt x="4061102" y="8992"/>
                    <a:pt x="4061102" y="20083"/>
                  </a:cubicBezTo>
                  <a:lnTo>
                    <a:pt x="4061102" y="1803930"/>
                  </a:lnTo>
                  <a:cubicBezTo>
                    <a:pt x="4061102" y="1815022"/>
                    <a:pt x="4052110" y="1824013"/>
                    <a:pt x="4041019" y="1824013"/>
                  </a:cubicBezTo>
                  <a:lnTo>
                    <a:pt x="20083" y="1824013"/>
                  </a:lnTo>
                  <a:cubicBezTo>
                    <a:pt x="8992" y="1824013"/>
                    <a:pt x="0" y="1815022"/>
                    <a:pt x="0" y="1803930"/>
                  </a:cubicBezTo>
                  <a:lnTo>
                    <a:pt x="0" y="20083"/>
                  </a:lnTo>
                  <a:cubicBezTo>
                    <a:pt x="0" y="8992"/>
                    <a:pt x="8992" y="0"/>
                    <a:pt x="20083" y="0"/>
                  </a:cubicBezTo>
                  <a:close/>
                </a:path>
              </a:pathLst>
            </a:custGeom>
            <a:solidFill>
              <a:srgbClr val="F4F8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44A60468-6098-9169-25A8-5412FC42A9D9}"/>
                </a:ext>
              </a:extLst>
            </p:cNvPr>
            <p:cNvSpPr txBox="1"/>
            <p:nvPr/>
          </p:nvSpPr>
          <p:spPr>
            <a:xfrm>
              <a:off x="0" y="-38100"/>
              <a:ext cx="4061102" cy="18621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1" name="Freeform 21">
            <a:extLst>
              <a:ext uri="{FF2B5EF4-FFF2-40B4-BE49-F238E27FC236}">
                <a16:creationId xmlns:a16="http://schemas.microsoft.com/office/drawing/2014/main" id="{EDF0B382-4ABE-41ED-7C3A-3169708A60D3}"/>
              </a:ext>
            </a:extLst>
          </p:cNvPr>
          <p:cNvSpPr/>
          <p:nvPr/>
        </p:nvSpPr>
        <p:spPr>
          <a:xfrm>
            <a:off x="8446822" y="4271612"/>
            <a:ext cx="1394355" cy="1743775"/>
          </a:xfrm>
          <a:custGeom>
            <a:avLst/>
            <a:gdLst/>
            <a:ahLst/>
            <a:cxnLst/>
            <a:rect l="l" t="t" r="r" b="b"/>
            <a:pathLst>
              <a:path w="197909" h="268103">
                <a:moveTo>
                  <a:pt x="0" y="0"/>
                </a:moveTo>
                <a:lnTo>
                  <a:pt x="197910" y="0"/>
                </a:lnTo>
                <a:lnTo>
                  <a:pt x="197910" y="268104"/>
                </a:lnTo>
                <a:lnTo>
                  <a:pt x="0" y="26810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" name="TextBox 52">
            <a:extLst>
              <a:ext uri="{FF2B5EF4-FFF2-40B4-BE49-F238E27FC236}">
                <a16:creationId xmlns:a16="http://schemas.microsoft.com/office/drawing/2014/main" id="{44D89CF0-FD94-B2E3-0F12-636C6088E352}"/>
              </a:ext>
            </a:extLst>
          </p:cNvPr>
          <p:cNvSpPr txBox="1"/>
          <p:nvPr/>
        </p:nvSpPr>
        <p:spPr>
          <a:xfrm>
            <a:off x="2168189" y="2330151"/>
            <a:ext cx="13951622" cy="13724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57"/>
              </a:lnSpc>
              <a:spcBef>
                <a:spcPct val="0"/>
              </a:spcBef>
            </a:pPr>
            <a:r>
              <a:rPr lang="en-US" sz="8041" b="1" dirty="0">
                <a:solidFill>
                  <a:srgbClr val="000000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Antivirus Profile</a:t>
            </a:r>
          </a:p>
        </p:txBody>
      </p:sp>
    </p:spTree>
    <p:extLst>
      <p:ext uri="{BB962C8B-B14F-4D97-AF65-F5344CB8AC3E}">
        <p14:creationId xmlns:p14="http://schemas.microsoft.com/office/powerpoint/2010/main" val="8433553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271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5AA763-9417-56D5-BE47-EDDB72D27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5204E0E5-C995-0B73-6730-7848790A9057}"/>
              </a:ext>
            </a:extLst>
          </p:cNvPr>
          <p:cNvGrpSpPr/>
          <p:nvPr/>
        </p:nvGrpSpPr>
        <p:grpSpPr>
          <a:xfrm>
            <a:off x="1028700" y="1028700"/>
            <a:ext cx="16230600" cy="8229600"/>
            <a:chOff x="0" y="0"/>
            <a:chExt cx="4274726" cy="2167467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E8B1D6F5-0F75-6ECE-E528-E5F9BA2F03E7}"/>
                </a:ext>
              </a:extLst>
            </p:cNvPr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>
                  <a:moveTo>
                    <a:pt x="19080" y="0"/>
                  </a:moveTo>
                  <a:lnTo>
                    <a:pt x="4255646" y="0"/>
                  </a:lnTo>
                  <a:cubicBezTo>
                    <a:pt x="4266183" y="0"/>
                    <a:pt x="4274726" y="8542"/>
                    <a:pt x="4274726" y="19080"/>
                  </a:cubicBezTo>
                  <a:lnTo>
                    <a:pt x="4274726" y="2148387"/>
                  </a:lnTo>
                  <a:cubicBezTo>
                    <a:pt x="4274726" y="2158924"/>
                    <a:pt x="4266183" y="2167467"/>
                    <a:pt x="4255646" y="2167467"/>
                  </a:cubicBezTo>
                  <a:lnTo>
                    <a:pt x="19080" y="2167467"/>
                  </a:lnTo>
                  <a:cubicBezTo>
                    <a:pt x="8542" y="2167467"/>
                    <a:pt x="0" y="2158924"/>
                    <a:pt x="0" y="2148387"/>
                  </a:cubicBezTo>
                  <a:lnTo>
                    <a:pt x="0" y="19080"/>
                  </a:lnTo>
                  <a:cubicBezTo>
                    <a:pt x="0" y="8542"/>
                    <a:pt x="8542" y="0"/>
                    <a:pt x="19080" y="0"/>
                  </a:cubicBezTo>
                  <a:close/>
                </a:path>
              </a:pathLst>
            </a:custGeom>
            <a:solidFill>
              <a:srgbClr val="F4F8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ABEA3708-3E72-49B8-6F8D-D0C849360C50}"/>
                </a:ext>
              </a:extLst>
            </p:cNvPr>
            <p:cNvSpPr txBox="1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9C78BF06-FA03-402B-ADFE-1C4162181100}"/>
              </a:ext>
            </a:extLst>
          </p:cNvPr>
          <p:cNvGrpSpPr/>
          <p:nvPr/>
        </p:nvGrpSpPr>
        <p:grpSpPr>
          <a:xfrm>
            <a:off x="1427998" y="1347066"/>
            <a:ext cx="284690" cy="284690"/>
            <a:chOff x="0" y="0"/>
            <a:chExt cx="812800" cy="812800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230D1901-4687-54FA-06C7-19CEACC0356C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59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B8D6AC50-5F6A-1EDD-65C8-2DCF58A64288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513C3417-B103-C001-EB7F-532AF950CC5C}"/>
              </a:ext>
            </a:extLst>
          </p:cNvPr>
          <p:cNvGrpSpPr/>
          <p:nvPr/>
        </p:nvGrpSpPr>
        <p:grpSpPr>
          <a:xfrm>
            <a:off x="1835411" y="1347066"/>
            <a:ext cx="284690" cy="284690"/>
            <a:chOff x="0" y="0"/>
            <a:chExt cx="812800" cy="81280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FA91FE6F-9323-8F70-9FBF-018E5B853BA4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C9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6C9A097D-68A6-D191-DE1A-7B99D6C3D8B8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5A6DA047-4958-8C51-7438-5A3AB5ABAFBE}"/>
              </a:ext>
            </a:extLst>
          </p:cNvPr>
          <p:cNvGrpSpPr/>
          <p:nvPr/>
        </p:nvGrpSpPr>
        <p:grpSpPr>
          <a:xfrm>
            <a:off x="2243926" y="1347066"/>
            <a:ext cx="284690" cy="284690"/>
            <a:chOff x="0" y="0"/>
            <a:chExt cx="812800" cy="8128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4CBB7E14-8CEE-FDB0-82B2-E8D61F4BE91D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CF8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1334D0F1-3257-959C-3515-26FB0A837A59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E7654003-AC66-9037-110F-57A625451C95}"/>
              </a:ext>
            </a:extLst>
          </p:cNvPr>
          <p:cNvGrpSpPr/>
          <p:nvPr/>
        </p:nvGrpSpPr>
        <p:grpSpPr>
          <a:xfrm>
            <a:off x="1335296" y="1956679"/>
            <a:ext cx="15419497" cy="6925551"/>
            <a:chOff x="0" y="0"/>
            <a:chExt cx="4061102" cy="1824013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C6390F72-6776-CC73-0DA5-75EEE0AF5BD6}"/>
                </a:ext>
              </a:extLst>
            </p:cNvPr>
            <p:cNvSpPr/>
            <p:nvPr/>
          </p:nvSpPr>
          <p:spPr>
            <a:xfrm>
              <a:off x="0" y="0"/>
              <a:ext cx="4061102" cy="1824013"/>
            </a:xfrm>
            <a:custGeom>
              <a:avLst/>
              <a:gdLst/>
              <a:ahLst/>
              <a:cxnLst/>
              <a:rect l="l" t="t" r="r" b="b"/>
              <a:pathLst>
                <a:path w="4061102" h="1824013">
                  <a:moveTo>
                    <a:pt x="20083" y="0"/>
                  </a:moveTo>
                  <a:lnTo>
                    <a:pt x="4041019" y="0"/>
                  </a:lnTo>
                  <a:cubicBezTo>
                    <a:pt x="4052110" y="0"/>
                    <a:pt x="4061102" y="8992"/>
                    <a:pt x="4061102" y="20083"/>
                  </a:cubicBezTo>
                  <a:lnTo>
                    <a:pt x="4061102" y="1803930"/>
                  </a:lnTo>
                  <a:cubicBezTo>
                    <a:pt x="4061102" y="1815022"/>
                    <a:pt x="4052110" y="1824013"/>
                    <a:pt x="4041019" y="1824013"/>
                  </a:cubicBezTo>
                  <a:lnTo>
                    <a:pt x="20083" y="1824013"/>
                  </a:lnTo>
                  <a:cubicBezTo>
                    <a:pt x="8992" y="1824013"/>
                    <a:pt x="0" y="1815022"/>
                    <a:pt x="0" y="1803930"/>
                  </a:cubicBezTo>
                  <a:lnTo>
                    <a:pt x="0" y="20083"/>
                  </a:lnTo>
                  <a:cubicBezTo>
                    <a:pt x="0" y="8992"/>
                    <a:pt x="8992" y="0"/>
                    <a:pt x="20083" y="0"/>
                  </a:cubicBezTo>
                  <a:close/>
                </a:path>
              </a:pathLst>
            </a:custGeom>
            <a:solidFill>
              <a:srgbClr val="F4F8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C173C3F3-AEED-F362-865E-D297A6652B42}"/>
                </a:ext>
              </a:extLst>
            </p:cNvPr>
            <p:cNvSpPr txBox="1"/>
            <p:nvPr/>
          </p:nvSpPr>
          <p:spPr>
            <a:xfrm>
              <a:off x="0" y="-38100"/>
              <a:ext cx="4061102" cy="18621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17" name="Freeform 60">
            <a:extLst>
              <a:ext uri="{FF2B5EF4-FFF2-40B4-BE49-F238E27FC236}">
                <a16:creationId xmlns:a16="http://schemas.microsoft.com/office/drawing/2014/main" id="{481D985F-C742-392D-D12A-850799DE560C}"/>
              </a:ext>
            </a:extLst>
          </p:cNvPr>
          <p:cNvSpPr/>
          <p:nvPr/>
        </p:nvSpPr>
        <p:spPr>
          <a:xfrm>
            <a:off x="7704290" y="4288883"/>
            <a:ext cx="2125510" cy="1709234"/>
          </a:xfrm>
          <a:custGeom>
            <a:avLst/>
            <a:gdLst/>
            <a:ahLst/>
            <a:cxnLst/>
            <a:rect l="l" t="t" r="r" b="b"/>
            <a:pathLst>
              <a:path w="1821917" h="1599975">
                <a:moveTo>
                  <a:pt x="0" y="0"/>
                </a:moveTo>
                <a:lnTo>
                  <a:pt x="1821917" y="0"/>
                </a:lnTo>
                <a:lnTo>
                  <a:pt x="1821917" y="1599975"/>
                </a:lnTo>
                <a:lnTo>
                  <a:pt x="0" y="159997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0" name="TextBox 52">
            <a:extLst>
              <a:ext uri="{FF2B5EF4-FFF2-40B4-BE49-F238E27FC236}">
                <a16:creationId xmlns:a16="http://schemas.microsoft.com/office/drawing/2014/main" id="{0FD8E177-35D3-2616-3E53-409B1D740F42}"/>
              </a:ext>
            </a:extLst>
          </p:cNvPr>
          <p:cNvSpPr txBox="1"/>
          <p:nvPr/>
        </p:nvSpPr>
        <p:spPr>
          <a:xfrm>
            <a:off x="2168189" y="2330151"/>
            <a:ext cx="13951622" cy="13724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57"/>
              </a:lnSpc>
              <a:spcBef>
                <a:spcPct val="0"/>
              </a:spcBef>
            </a:pPr>
            <a:r>
              <a:rPr lang="en-US" sz="8041" b="1" dirty="0">
                <a:solidFill>
                  <a:srgbClr val="000000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Antivirus Profile</a:t>
            </a:r>
          </a:p>
        </p:txBody>
      </p:sp>
    </p:spTree>
    <p:extLst>
      <p:ext uri="{BB962C8B-B14F-4D97-AF65-F5344CB8AC3E}">
        <p14:creationId xmlns:p14="http://schemas.microsoft.com/office/powerpoint/2010/main" val="3288165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271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F6613E-9503-9314-E9FF-8A75B5D32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9E5A7D12-54B0-C448-669D-D24B14847C69}"/>
              </a:ext>
            </a:extLst>
          </p:cNvPr>
          <p:cNvGrpSpPr/>
          <p:nvPr/>
        </p:nvGrpSpPr>
        <p:grpSpPr>
          <a:xfrm>
            <a:off x="1028700" y="1028700"/>
            <a:ext cx="16230600" cy="8229600"/>
            <a:chOff x="0" y="0"/>
            <a:chExt cx="4274726" cy="2167467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CA8D691A-BDF8-597C-CE83-1E93F530BD6D}"/>
                </a:ext>
              </a:extLst>
            </p:cNvPr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>
                  <a:moveTo>
                    <a:pt x="19080" y="0"/>
                  </a:moveTo>
                  <a:lnTo>
                    <a:pt x="4255646" y="0"/>
                  </a:lnTo>
                  <a:cubicBezTo>
                    <a:pt x="4266183" y="0"/>
                    <a:pt x="4274726" y="8542"/>
                    <a:pt x="4274726" y="19080"/>
                  </a:cubicBezTo>
                  <a:lnTo>
                    <a:pt x="4274726" y="2148387"/>
                  </a:lnTo>
                  <a:cubicBezTo>
                    <a:pt x="4274726" y="2158924"/>
                    <a:pt x="4266183" y="2167467"/>
                    <a:pt x="4255646" y="2167467"/>
                  </a:cubicBezTo>
                  <a:lnTo>
                    <a:pt x="19080" y="2167467"/>
                  </a:lnTo>
                  <a:cubicBezTo>
                    <a:pt x="8542" y="2167467"/>
                    <a:pt x="0" y="2158924"/>
                    <a:pt x="0" y="2148387"/>
                  </a:cubicBezTo>
                  <a:lnTo>
                    <a:pt x="0" y="19080"/>
                  </a:lnTo>
                  <a:cubicBezTo>
                    <a:pt x="0" y="8542"/>
                    <a:pt x="8542" y="0"/>
                    <a:pt x="19080" y="0"/>
                  </a:cubicBezTo>
                  <a:close/>
                </a:path>
              </a:pathLst>
            </a:custGeom>
            <a:solidFill>
              <a:srgbClr val="F4F8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7AA17CB5-289B-3829-5995-F15BE7A60F61}"/>
                </a:ext>
              </a:extLst>
            </p:cNvPr>
            <p:cNvSpPr txBox="1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3F7DBE38-9205-D0D1-14F8-5763B87AF631}"/>
              </a:ext>
            </a:extLst>
          </p:cNvPr>
          <p:cNvGrpSpPr/>
          <p:nvPr/>
        </p:nvGrpSpPr>
        <p:grpSpPr>
          <a:xfrm>
            <a:off x="1427998" y="1347066"/>
            <a:ext cx="284690" cy="284690"/>
            <a:chOff x="0" y="0"/>
            <a:chExt cx="812800" cy="812800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1C0B6093-109E-AA96-BC4A-E8AA9ADC1139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59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A4088A6E-E5CF-8ED6-53C7-9270FA4BD554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8AAA442B-A9DD-B4D4-322B-4AEEEE0D8204}"/>
              </a:ext>
            </a:extLst>
          </p:cNvPr>
          <p:cNvGrpSpPr/>
          <p:nvPr/>
        </p:nvGrpSpPr>
        <p:grpSpPr>
          <a:xfrm>
            <a:off x="1835411" y="1347066"/>
            <a:ext cx="284690" cy="284690"/>
            <a:chOff x="0" y="0"/>
            <a:chExt cx="812800" cy="81280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A748F5C4-500D-7791-3496-E93EB1E12AA2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C9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2B096A5F-2A1C-5FA4-ECB8-2E7D89861F3D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EFA6EB53-115E-F618-452E-2300201D36AA}"/>
              </a:ext>
            </a:extLst>
          </p:cNvPr>
          <p:cNvGrpSpPr/>
          <p:nvPr/>
        </p:nvGrpSpPr>
        <p:grpSpPr>
          <a:xfrm>
            <a:off x="2243926" y="1347066"/>
            <a:ext cx="284690" cy="284690"/>
            <a:chOff x="0" y="0"/>
            <a:chExt cx="812800" cy="8128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313B6FA0-31F8-8E19-5F98-75F1922AD68D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CF8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0BDFB265-4CC7-985B-9D6B-D8B5C3ED69A4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55B91E99-09FF-7908-A809-ACE3DB073D4D}"/>
              </a:ext>
            </a:extLst>
          </p:cNvPr>
          <p:cNvGrpSpPr/>
          <p:nvPr/>
        </p:nvGrpSpPr>
        <p:grpSpPr>
          <a:xfrm>
            <a:off x="1427998" y="1886627"/>
            <a:ext cx="15419497" cy="6925551"/>
            <a:chOff x="0" y="0"/>
            <a:chExt cx="4061102" cy="1824013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79AE9DBE-D008-0166-2176-8C4E08B27B69}"/>
                </a:ext>
              </a:extLst>
            </p:cNvPr>
            <p:cNvSpPr/>
            <p:nvPr/>
          </p:nvSpPr>
          <p:spPr>
            <a:xfrm>
              <a:off x="0" y="0"/>
              <a:ext cx="4061102" cy="1824013"/>
            </a:xfrm>
            <a:custGeom>
              <a:avLst/>
              <a:gdLst/>
              <a:ahLst/>
              <a:cxnLst/>
              <a:rect l="l" t="t" r="r" b="b"/>
              <a:pathLst>
                <a:path w="4061102" h="1824013">
                  <a:moveTo>
                    <a:pt x="20083" y="0"/>
                  </a:moveTo>
                  <a:lnTo>
                    <a:pt x="4041019" y="0"/>
                  </a:lnTo>
                  <a:cubicBezTo>
                    <a:pt x="4052110" y="0"/>
                    <a:pt x="4061102" y="8992"/>
                    <a:pt x="4061102" y="20083"/>
                  </a:cubicBezTo>
                  <a:lnTo>
                    <a:pt x="4061102" y="1803930"/>
                  </a:lnTo>
                  <a:cubicBezTo>
                    <a:pt x="4061102" y="1815022"/>
                    <a:pt x="4052110" y="1824013"/>
                    <a:pt x="4041019" y="1824013"/>
                  </a:cubicBezTo>
                  <a:lnTo>
                    <a:pt x="20083" y="1824013"/>
                  </a:lnTo>
                  <a:cubicBezTo>
                    <a:pt x="8992" y="1824013"/>
                    <a:pt x="0" y="1815022"/>
                    <a:pt x="0" y="1803930"/>
                  </a:cubicBezTo>
                  <a:lnTo>
                    <a:pt x="0" y="20083"/>
                  </a:lnTo>
                  <a:cubicBezTo>
                    <a:pt x="0" y="8992"/>
                    <a:pt x="8992" y="0"/>
                    <a:pt x="20083" y="0"/>
                  </a:cubicBezTo>
                  <a:close/>
                </a:path>
              </a:pathLst>
            </a:custGeom>
            <a:solidFill>
              <a:srgbClr val="F4F8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B7B71AE9-F852-A885-FD89-662AB3B4FAC1}"/>
                </a:ext>
              </a:extLst>
            </p:cNvPr>
            <p:cNvSpPr txBox="1"/>
            <p:nvPr/>
          </p:nvSpPr>
          <p:spPr>
            <a:xfrm>
              <a:off x="0" y="-38100"/>
              <a:ext cx="4061102" cy="18621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8" name="AutoShape 18">
            <a:extLst>
              <a:ext uri="{FF2B5EF4-FFF2-40B4-BE49-F238E27FC236}">
                <a16:creationId xmlns:a16="http://schemas.microsoft.com/office/drawing/2014/main" id="{6CBA9174-0663-1C56-CD80-879266A949EF}"/>
              </a:ext>
            </a:extLst>
          </p:cNvPr>
          <p:cNvSpPr/>
          <p:nvPr/>
        </p:nvSpPr>
        <p:spPr>
          <a:xfrm flipV="1">
            <a:off x="1427998" y="5133975"/>
            <a:ext cx="15419497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6DF9B956-DBE0-14C3-4337-2B175F05BF3A}"/>
              </a:ext>
            </a:extLst>
          </p:cNvPr>
          <p:cNvSpPr txBox="1"/>
          <p:nvPr/>
        </p:nvSpPr>
        <p:spPr>
          <a:xfrm>
            <a:off x="5771543" y="6063566"/>
            <a:ext cx="6732407" cy="4595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  <a:spcBef>
                <a:spcPct val="0"/>
              </a:spcBef>
            </a:pPr>
            <a:r>
              <a:rPr lang="en-US" sz="2799" spc="148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What is it?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6C1957F9-92D9-C32C-42DC-ADE95F6F781F}"/>
              </a:ext>
            </a:extLst>
          </p:cNvPr>
          <p:cNvSpPr txBox="1"/>
          <p:nvPr/>
        </p:nvSpPr>
        <p:spPr>
          <a:xfrm>
            <a:off x="2736535" y="6902938"/>
            <a:ext cx="12802424" cy="6155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6"/>
              </a:lnSpc>
            </a:pPr>
            <a:r>
              <a:rPr lang="en-US" sz="2000" dirty="0">
                <a:latin typeface="Inter Light" panose="020B0604020202020204" charset="0"/>
                <a:ea typeface="Inter Light" panose="020B0604020202020204" charset="0"/>
              </a:rPr>
              <a:t>It is a protection module that scans network traffic for malware. It is applied inside a Firewall Policy to inspect traffic passing through the FortiGate.</a:t>
            </a:r>
            <a:endParaRPr lang="en-US" sz="2000" spc="84" dirty="0">
              <a:solidFill>
                <a:srgbClr val="000000"/>
              </a:solidFill>
              <a:latin typeface="Inter Light" panose="020B0604020202020204" charset="0"/>
              <a:ea typeface="Inter Light" panose="020B0604020202020204" charset="0"/>
              <a:cs typeface="Inter Light"/>
              <a:sym typeface="Inter Light"/>
            </a:endParaRPr>
          </a:p>
        </p:txBody>
      </p:sp>
      <p:sp>
        <p:nvSpPr>
          <p:cNvPr id="21" name="Freeform 21">
            <a:extLst>
              <a:ext uri="{FF2B5EF4-FFF2-40B4-BE49-F238E27FC236}">
                <a16:creationId xmlns:a16="http://schemas.microsoft.com/office/drawing/2014/main" id="{2F18444E-9C45-A5E6-41D7-53FD2A1D78EC}"/>
              </a:ext>
            </a:extLst>
          </p:cNvPr>
          <p:cNvSpPr/>
          <p:nvPr/>
        </p:nvSpPr>
        <p:spPr>
          <a:xfrm>
            <a:off x="9045045" y="4999923"/>
            <a:ext cx="197909" cy="268103"/>
          </a:xfrm>
          <a:custGeom>
            <a:avLst/>
            <a:gdLst/>
            <a:ahLst/>
            <a:cxnLst/>
            <a:rect l="l" t="t" r="r" b="b"/>
            <a:pathLst>
              <a:path w="197909" h="268103">
                <a:moveTo>
                  <a:pt x="0" y="0"/>
                </a:moveTo>
                <a:lnTo>
                  <a:pt x="197910" y="0"/>
                </a:lnTo>
                <a:lnTo>
                  <a:pt x="197910" y="268104"/>
                </a:lnTo>
                <a:lnTo>
                  <a:pt x="0" y="26810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2" name="TextBox 52">
            <a:extLst>
              <a:ext uri="{FF2B5EF4-FFF2-40B4-BE49-F238E27FC236}">
                <a16:creationId xmlns:a16="http://schemas.microsoft.com/office/drawing/2014/main" id="{C54DC81A-AEE8-E14C-F121-4534CA95CD91}"/>
              </a:ext>
            </a:extLst>
          </p:cNvPr>
          <p:cNvSpPr txBox="1"/>
          <p:nvPr/>
        </p:nvSpPr>
        <p:spPr>
          <a:xfrm>
            <a:off x="2168189" y="2330151"/>
            <a:ext cx="13951622" cy="13724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57"/>
              </a:lnSpc>
              <a:spcBef>
                <a:spcPct val="0"/>
              </a:spcBef>
            </a:pPr>
            <a:r>
              <a:rPr lang="en-US" sz="8041" b="1" dirty="0">
                <a:solidFill>
                  <a:srgbClr val="000000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Antivirus Profile</a:t>
            </a:r>
          </a:p>
        </p:txBody>
      </p:sp>
    </p:spTree>
    <p:extLst>
      <p:ext uri="{BB962C8B-B14F-4D97-AF65-F5344CB8AC3E}">
        <p14:creationId xmlns:p14="http://schemas.microsoft.com/office/powerpoint/2010/main" val="27597587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271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1028700"/>
            <a:ext cx="16230600" cy="8229600"/>
            <a:chOff x="0" y="0"/>
            <a:chExt cx="4274726" cy="216746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>
                  <a:moveTo>
                    <a:pt x="19080" y="0"/>
                  </a:moveTo>
                  <a:lnTo>
                    <a:pt x="4255646" y="0"/>
                  </a:lnTo>
                  <a:cubicBezTo>
                    <a:pt x="4266183" y="0"/>
                    <a:pt x="4274726" y="8542"/>
                    <a:pt x="4274726" y="19080"/>
                  </a:cubicBezTo>
                  <a:lnTo>
                    <a:pt x="4274726" y="2148387"/>
                  </a:lnTo>
                  <a:cubicBezTo>
                    <a:pt x="4274726" y="2158924"/>
                    <a:pt x="4266183" y="2167467"/>
                    <a:pt x="4255646" y="2167467"/>
                  </a:cubicBezTo>
                  <a:lnTo>
                    <a:pt x="19080" y="2167467"/>
                  </a:lnTo>
                  <a:cubicBezTo>
                    <a:pt x="8542" y="2167467"/>
                    <a:pt x="0" y="2158924"/>
                    <a:pt x="0" y="2148387"/>
                  </a:cubicBezTo>
                  <a:lnTo>
                    <a:pt x="0" y="19080"/>
                  </a:lnTo>
                  <a:cubicBezTo>
                    <a:pt x="0" y="8542"/>
                    <a:pt x="8542" y="0"/>
                    <a:pt x="19080" y="0"/>
                  </a:cubicBezTo>
                  <a:close/>
                </a:path>
              </a:pathLst>
            </a:custGeom>
            <a:solidFill>
              <a:srgbClr val="F4F8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427998" y="1347066"/>
            <a:ext cx="284690" cy="284690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59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835411" y="1347066"/>
            <a:ext cx="284690" cy="284690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C9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2243926" y="1347066"/>
            <a:ext cx="284690" cy="284690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CF8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AutoShape 14"/>
          <p:cNvSpPr/>
          <p:nvPr/>
        </p:nvSpPr>
        <p:spPr>
          <a:xfrm flipV="1">
            <a:off x="1028700" y="426081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" name="AutoShape 15"/>
          <p:cNvSpPr/>
          <p:nvPr/>
        </p:nvSpPr>
        <p:spPr>
          <a:xfrm flipV="1">
            <a:off x="1028700" y="2104778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6" name="AutoShape 16"/>
          <p:cNvSpPr/>
          <p:nvPr/>
        </p:nvSpPr>
        <p:spPr>
          <a:xfrm>
            <a:off x="1028700" y="6836185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7" name="Group 17"/>
          <p:cNvGrpSpPr/>
          <p:nvPr/>
        </p:nvGrpSpPr>
        <p:grpSpPr>
          <a:xfrm>
            <a:off x="2199290" y="7225702"/>
            <a:ext cx="13951622" cy="1609166"/>
            <a:chOff x="0" y="0"/>
            <a:chExt cx="3674501" cy="423813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3674501" cy="423813"/>
            </a:xfrm>
            <a:custGeom>
              <a:avLst/>
              <a:gdLst/>
              <a:ahLst/>
              <a:cxnLst/>
              <a:rect l="l" t="t" r="r" b="b"/>
              <a:pathLst>
                <a:path w="3674501" h="423813">
                  <a:moveTo>
                    <a:pt x="23306" y="0"/>
                  </a:moveTo>
                  <a:lnTo>
                    <a:pt x="3651195" y="0"/>
                  </a:lnTo>
                  <a:cubicBezTo>
                    <a:pt x="3657376" y="0"/>
                    <a:pt x="3663304" y="2455"/>
                    <a:pt x="3667675" y="6826"/>
                  </a:cubicBezTo>
                  <a:cubicBezTo>
                    <a:pt x="3672046" y="11197"/>
                    <a:pt x="3674501" y="17125"/>
                    <a:pt x="3674501" y="23306"/>
                  </a:cubicBezTo>
                  <a:lnTo>
                    <a:pt x="3674501" y="400507"/>
                  </a:lnTo>
                  <a:cubicBezTo>
                    <a:pt x="3674501" y="406688"/>
                    <a:pt x="3672046" y="412616"/>
                    <a:pt x="3667675" y="416987"/>
                  </a:cubicBezTo>
                  <a:cubicBezTo>
                    <a:pt x="3663304" y="421358"/>
                    <a:pt x="3657376" y="423813"/>
                    <a:pt x="3651195" y="423813"/>
                  </a:cubicBezTo>
                  <a:lnTo>
                    <a:pt x="23306" y="423813"/>
                  </a:lnTo>
                  <a:cubicBezTo>
                    <a:pt x="17125" y="423813"/>
                    <a:pt x="11197" y="421358"/>
                    <a:pt x="6826" y="416987"/>
                  </a:cubicBezTo>
                  <a:cubicBezTo>
                    <a:pt x="2455" y="412616"/>
                    <a:pt x="0" y="406688"/>
                    <a:pt x="0" y="400507"/>
                  </a:cubicBezTo>
                  <a:lnTo>
                    <a:pt x="0" y="23306"/>
                  </a:lnTo>
                  <a:cubicBezTo>
                    <a:pt x="0" y="17125"/>
                    <a:pt x="2455" y="11197"/>
                    <a:pt x="6826" y="6826"/>
                  </a:cubicBezTo>
                  <a:cubicBezTo>
                    <a:pt x="11197" y="2455"/>
                    <a:pt x="17125" y="0"/>
                    <a:pt x="23306" y="0"/>
                  </a:cubicBezTo>
                  <a:close/>
                </a:path>
              </a:pathLst>
            </a:custGeom>
            <a:solidFill>
              <a:srgbClr val="F4F8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38100"/>
              <a:ext cx="3674501" cy="4619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612789" y="7225702"/>
            <a:ext cx="1609166" cy="1609166"/>
            <a:chOff x="0" y="0"/>
            <a:chExt cx="812800" cy="8128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F8FF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5066045" y="7208629"/>
            <a:ext cx="1609166" cy="1609166"/>
            <a:chOff x="0" y="0"/>
            <a:chExt cx="812800" cy="8128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F8FF"/>
            </a:solidFill>
            <a:ln w="19050" cap="sq">
              <a:solidFill>
                <a:srgbClr val="29262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6" name="Freeform 26"/>
          <p:cNvSpPr/>
          <p:nvPr/>
        </p:nvSpPr>
        <p:spPr>
          <a:xfrm>
            <a:off x="1890309" y="7490462"/>
            <a:ext cx="1054126" cy="1079645"/>
          </a:xfrm>
          <a:custGeom>
            <a:avLst/>
            <a:gdLst/>
            <a:ahLst/>
            <a:cxnLst/>
            <a:rect l="l" t="t" r="r" b="b"/>
            <a:pathLst>
              <a:path w="1054126" h="1079645">
                <a:moveTo>
                  <a:pt x="0" y="0"/>
                </a:moveTo>
                <a:lnTo>
                  <a:pt x="1054126" y="0"/>
                </a:lnTo>
                <a:lnTo>
                  <a:pt x="1054126" y="1079645"/>
                </a:lnTo>
                <a:lnTo>
                  <a:pt x="0" y="107964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7" name="Freeform 27"/>
          <p:cNvSpPr/>
          <p:nvPr/>
        </p:nvSpPr>
        <p:spPr>
          <a:xfrm>
            <a:off x="15343565" y="7490462"/>
            <a:ext cx="1054126" cy="1079645"/>
          </a:xfrm>
          <a:custGeom>
            <a:avLst/>
            <a:gdLst/>
            <a:ahLst/>
            <a:cxnLst/>
            <a:rect l="l" t="t" r="r" b="b"/>
            <a:pathLst>
              <a:path w="1054126" h="1079645">
                <a:moveTo>
                  <a:pt x="0" y="0"/>
                </a:moveTo>
                <a:lnTo>
                  <a:pt x="1054126" y="0"/>
                </a:lnTo>
                <a:lnTo>
                  <a:pt x="1054126" y="1079645"/>
                </a:lnTo>
                <a:lnTo>
                  <a:pt x="0" y="107964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8" name="Group 28"/>
          <p:cNvGrpSpPr/>
          <p:nvPr/>
        </p:nvGrpSpPr>
        <p:grpSpPr>
          <a:xfrm>
            <a:off x="5927395" y="7341010"/>
            <a:ext cx="1344406" cy="1344406"/>
            <a:chOff x="0" y="0"/>
            <a:chExt cx="812800" cy="8128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7624226" y="7341010"/>
            <a:ext cx="1344406" cy="1344406"/>
            <a:chOff x="0" y="0"/>
            <a:chExt cx="812800" cy="8128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9321057" y="7341010"/>
            <a:ext cx="1344406" cy="1344406"/>
            <a:chOff x="0" y="0"/>
            <a:chExt cx="812800" cy="81280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11017887" y="7341010"/>
            <a:ext cx="1344406" cy="1344406"/>
            <a:chOff x="0" y="0"/>
            <a:chExt cx="812800" cy="81280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12714718" y="7341010"/>
            <a:ext cx="1344406" cy="1344406"/>
            <a:chOff x="0" y="0"/>
            <a:chExt cx="812800" cy="81280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4228876" y="7341010"/>
            <a:ext cx="1344406" cy="1344406"/>
            <a:chOff x="0" y="0"/>
            <a:chExt cx="812800" cy="812800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6" name="Freeform 46"/>
          <p:cNvSpPr/>
          <p:nvPr/>
        </p:nvSpPr>
        <p:spPr>
          <a:xfrm>
            <a:off x="4574044" y="7573433"/>
            <a:ext cx="654071" cy="879558"/>
          </a:xfrm>
          <a:custGeom>
            <a:avLst/>
            <a:gdLst/>
            <a:ahLst/>
            <a:cxnLst/>
            <a:rect l="l" t="t" r="r" b="b"/>
            <a:pathLst>
              <a:path w="654071" h="879558">
                <a:moveTo>
                  <a:pt x="0" y="0"/>
                </a:moveTo>
                <a:lnTo>
                  <a:pt x="654071" y="0"/>
                </a:lnTo>
                <a:lnTo>
                  <a:pt x="654071" y="879558"/>
                </a:lnTo>
                <a:lnTo>
                  <a:pt x="0" y="87955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7" name="Freeform 47"/>
          <p:cNvSpPr/>
          <p:nvPr/>
        </p:nvSpPr>
        <p:spPr>
          <a:xfrm>
            <a:off x="6224886" y="7660417"/>
            <a:ext cx="747736" cy="705591"/>
          </a:xfrm>
          <a:custGeom>
            <a:avLst/>
            <a:gdLst/>
            <a:ahLst/>
            <a:cxnLst/>
            <a:rect l="l" t="t" r="r" b="b"/>
            <a:pathLst>
              <a:path w="747736" h="705591">
                <a:moveTo>
                  <a:pt x="0" y="0"/>
                </a:moveTo>
                <a:lnTo>
                  <a:pt x="747736" y="0"/>
                </a:lnTo>
                <a:lnTo>
                  <a:pt x="747736" y="705591"/>
                </a:lnTo>
                <a:lnTo>
                  <a:pt x="0" y="70559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8" name="Freeform 48"/>
          <p:cNvSpPr/>
          <p:nvPr/>
        </p:nvSpPr>
        <p:spPr>
          <a:xfrm>
            <a:off x="7899672" y="7490462"/>
            <a:ext cx="793515" cy="942620"/>
          </a:xfrm>
          <a:custGeom>
            <a:avLst/>
            <a:gdLst/>
            <a:ahLst/>
            <a:cxnLst/>
            <a:rect l="l" t="t" r="r" b="b"/>
            <a:pathLst>
              <a:path w="793515" h="942620">
                <a:moveTo>
                  <a:pt x="0" y="0"/>
                </a:moveTo>
                <a:lnTo>
                  <a:pt x="793514" y="0"/>
                </a:lnTo>
                <a:lnTo>
                  <a:pt x="793514" y="942620"/>
                </a:lnTo>
                <a:lnTo>
                  <a:pt x="0" y="94262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9" name="Freeform 49"/>
          <p:cNvSpPr/>
          <p:nvPr/>
        </p:nvSpPr>
        <p:spPr>
          <a:xfrm>
            <a:off x="9627344" y="7664369"/>
            <a:ext cx="731831" cy="731831"/>
          </a:xfrm>
          <a:custGeom>
            <a:avLst/>
            <a:gdLst/>
            <a:ahLst/>
            <a:cxnLst/>
            <a:rect l="l" t="t" r="r" b="b"/>
            <a:pathLst>
              <a:path w="731831" h="731831">
                <a:moveTo>
                  <a:pt x="0" y="0"/>
                </a:moveTo>
                <a:lnTo>
                  <a:pt x="731831" y="0"/>
                </a:lnTo>
                <a:lnTo>
                  <a:pt x="731831" y="731831"/>
                </a:lnTo>
                <a:lnTo>
                  <a:pt x="0" y="731831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0" name="Freeform 50"/>
          <p:cNvSpPr/>
          <p:nvPr/>
        </p:nvSpPr>
        <p:spPr>
          <a:xfrm>
            <a:off x="11269544" y="7689009"/>
            <a:ext cx="841093" cy="648406"/>
          </a:xfrm>
          <a:custGeom>
            <a:avLst/>
            <a:gdLst/>
            <a:ahLst/>
            <a:cxnLst/>
            <a:rect l="l" t="t" r="r" b="b"/>
            <a:pathLst>
              <a:path w="841093" h="648406">
                <a:moveTo>
                  <a:pt x="0" y="0"/>
                </a:moveTo>
                <a:lnTo>
                  <a:pt x="841093" y="0"/>
                </a:lnTo>
                <a:lnTo>
                  <a:pt x="841093" y="648407"/>
                </a:lnTo>
                <a:lnTo>
                  <a:pt x="0" y="648407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1" name="Freeform 51"/>
          <p:cNvSpPr/>
          <p:nvPr/>
        </p:nvSpPr>
        <p:spPr>
          <a:xfrm>
            <a:off x="12962368" y="7602255"/>
            <a:ext cx="827937" cy="821915"/>
          </a:xfrm>
          <a:custGeom>
            <a:avLst/>
            <a:gdLst/>
            <a:ahLst/>
            <a:cxnLst/>
            <a:rect l="l" t="t" r="r" b="b"/>
            <a:pathLst>
              <a:path w="827937" h="821915">
                <a:moveTo>
                  <a:pt x="0" y="0"/>
                </a:moveTo>
                <a:lnTo>
                  <a:pt x="827937" y="0"/>
                </a:lnTo>
                <a:lnTo>
                  <a:pt x="827937" y="821915"/>
                </a:lnTo>
                <a:lnTo>
                  <a:pt x="0" y="821915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2" name="TextBox 52"/>
          <p:cNvSpPr txBox="1"/>
          <p:nvPr/>
        </p:nvSpPr>
        <p:spPr>
          <a:xfrm>
            <a:off x="2168189" y="2330151"/>
            <a:ext cx="13951622" cy="13724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57"/>
              </a:lnSpc>
              <a:spcBef>
                <a:spcPct val="0"/>
              </a:spcBef>
            </a:pPr>
            <a:r>
              <a:rPr lang="en-US" sz="8041" b="1" dirty="0">
                <a:solidFill>
                  <a:srgbClr val="000000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Antivirus Profile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5777797" y="4662170"/>
            <a:ext cx="6732407" cy="4607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  <a:spcBef>
                <a:spcPct val="0"/>
              </a:spcBef>
            </a:pPr>
            <a:r>
              <a:rPr lang="en-US" sz="28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Purpose</a:t>
            </a:r>
            <a:endParaRPr lang="en-US" sz="2799" spc="148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4" name="TextBox 54"/>
          <p:cNvSpPr txBox="1"/>
          <p:nvPr/>
        </p:nvSpPr>
        <p:spPr>
          <a:xfrm>
            <a:off x="2742788" y="5501542"/>
            <a:ext cx="12802424" cy="6155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 panose="020B0604020202020204" charset="0"/>
                <a:ea typeface="Inter Light" panose="020B0604020202020204" charset="0"/>
                <a:cs typeface="Inter Light"/>
                <a:sym typeface="Inter Light"/>
              </a:rPr>
              <a:t>− scanning files, emails, and web traffic to detect and block malware, viruses, </a:t>
            </a:r>
          </a:p>
          <a:p>
            <a:pPr algn="ctr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 panose="020B0604020202020204" charset="0"/>
                <a:ea typeface="Inter Light" panose="020B0604020202020204" charset="0"/>
                <a:cs typeface="Inter Light"/>
                <a:sym typeface="Inter Light"/>
              </a:rPr>
              <a:t>spyware, Trojans, </a:t>
            </a:r>
            <a:r>
              <a:rPr lang="en-US" sz="2000" dirty="0">
                <a:latin typeface="Inter Light" panose="020B0604020202020204" charset="0"/>
                <a:ea typeface="Inter Light" panose="020B0604020202020204" charset="0"/>
              </a:rPr>
              <a:t>Checks downloads, email attachments, uploads, and file transfers</a:t>
            </a:r>
            <a:endParaRPr lang="en-US" sz="2000" spc="84" dirty="0">
              <a:solidFill>
                <a:srgbClr val="000000"/>
              </a:solidFill>
              <a:latin typeface="Inter Light" panose="020B0604020202020204" charset="0"/>
              <a:ea typeface="Inter Light" panose="020B0604020202020204" charset="0"/>
              <a:cs typeface="Inter Light"/>
              <a:sym typeface="Inter Light"/>
            </a:endParaRPr>
          </a:p>
        </p:txBody>
      </p:sp>
      <p:sp>
        <p:nvSpPr>
          <p:cNvPr id="55" name="Freeform 55"/>
          <p:cNvSpPr/>
          <p:nvPr/>
        </p:nvSpPr>
        <p:spPr>
          <a:xfrm>
            <a:off x="9045045" y="4126758"/>
            <a:ext cx="197909" cy="268103"/>
          </a:xfrm>
          <a:custGeom>
            <a:avLst/>
            <a:gdLst/>
            <a:ahLst/>
            <a:cxnLst/>
            <a:rect l="l" t="t" r="r" b="b"/>
            <a:pathLst>
              <a:path w="197909" h="268103">
                <a:moveTo>
                  <a:pt x="0" y="0"/>
                </a:moveTo>
                <a:lnTo>
                  <a:pt x="197910" y="0"/>
                </a:lnTo>
                <a:lnTo>
                  <a:pt x="197910" y="268104"/>
                </a:lnTo>
                <a:lnTo>
                  <a:pt x="0" y="268104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6" name="Freeform 56"/>
          <p:cNvSpPr/>
          <p:nvPr/>
        </p:nvSpPr>
        <p:spPr>
          <a:xfrm>
            <a:off x="9045045" y="6702835"/>
            <a:ext cx="197909" cy="268103"/>
          </a:xfrm>
          <a:custGeom>
            <a:avLst/>
            <a:gdLst/>
            <a:ahLst/>
            <a:cxnLst/>
            <a:rect l="l" t="t" r="r" b="b"/>
            <a:pathLst>
              <a:path w="197909" h="268103">
                <a:moveTo>
                  <a:pt x="0" y="0"/>
                </a:moveTo>
                <a:lnTo>
                  <a:pt x="197910" y="0"/>
                </a:lnTo>
                <a:lnTo>
                  <a:pt x="197910" y="268103"/>
                </a:lnTo>
                <a:lnTo>
                  <a:pt x="0" y="268103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271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BC2221-9D72-1799-319E-ADB880498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2AE1108E-47F7-BE91-B19B-AB348A1B266F}"/>
              </a:ext>
            </a:extLst>
          </p:cNvPr>
          <p:cNvGrpSpPr/>
          <p:nvPr/>
        </p:nvGrpSpPr>
        <p:grpSpPr>
          <a:xfrm>
            <a:off x="1028700" y="1028700"/>
            <a:ext cx="16230600" cy="8229600"/>
            <a:chOff x="0" y="0"/>
            <a:chExt cx="4274726" cy="2167467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D8DDDCBC-A725-B2EB-1E07-D6B4454DAEB2}"/>
                </a:ext>
              </a:extLst>
            </p:cNvPr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>
                  <a:moveTo>
                    <a:pt x="19080" y="0"/>
                  </a:moveTo>
                  <a:lnTo>
                    <a:pt x="4255646" y="0"/>
                  </a:lnTo>
                  <a:cubicBezTo>
                    <a:pt x="4266183" y="0"/>
                    <a:pt x="4274726" y="8542"/>
                    <a:pt x="4274726" y="19080"/>
                  </a:cubicBezTo>
                  <a:lnTo>
                    <a:pt x="4274726" y="2148387"/>
                  </a:lnTo>
                  <a:cubicBezTo>
                    <a:pt x="4274726" y="2158924"/>
                    <a:pt x="4266183" y="2167467"/>
                    <a:pt x="4255646" y="2167467"/>
                  </a:cubicBezTo>
                  <a:lnTo>
                    <a:pt x="19080" y="2167467"/>
                  </a:lnTo>
                  <a:cubicBezTo>
                    <a:pt x="8542" y="2167467"/>
                    <a:pt x="0" y="2158924"/>
                    <a:pt x="0" y="2148387"/>
                  </a:cubicBezTo>
                  <a:lnTo>
                    <a:pt x="0" y="19080"/>
                  </a:lnTo>
                  <a:cubicBezTo>
                    <a:pt x="0" y="8542"/>
                    <a:pt x="8542" y="0"/>
                    <a:pt x="19080" y="0"/>
                  </a:cubicBezTo>
                  <a:close/>
                </a:path>
              </a:pathLst>
            </a:custGeom>
            <a:solidFill>
              <a:srgbClr val="F4F8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ED33A749-9827-A18E-D0C2-6FABA827D9A9}"/>
                </a:ext>
              </a:extLst>
            </p:cNvPr>
            <p:cNvSpPr txBox="1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ADBBA72D-4510-4ABF-E958-EB48BD0CAEB3}"/>
              </a:ext>
            </a:extLst>
          </p:cNvPr>
          <p:cNvGrpSpPr/>
          <p:nvPr/>
        </p:nvGrpSpPr>
        <p:grpSpPr>
          <a:xfrm>
            <a:off x="1427998" y="1347066"/>
            <a:ext cx="284690" cy="284690"/>
            <a:chOff x="0" y="0"/>
            <a:chExt cx="812800" cy="812800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8B313FC9-244D-C152-2626-C15C1C4D1250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59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6457CD54-90D1-1440-EE54-B51678E5710F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DAFCDF3E-B584-82F3-BB4F-7690F9D5E510}"/>
              </a:ext>
            </a:extLst>
          </p:cNvPr>
          <p:cNvGrpSpPr/>
          <p:nvPr/>
        </p:nvGrpSpPr>
        <p:grpSpPr>
          <a:xfrm>
            <a:off x="1835411" y="1347066"/>
            <a:ext cx="284690" cy="284690"/>
            <a:chOff x="0" y="0"/>
            <a:chExt cx="812800" cy="81280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452FADAB-29D4-BF32-CBA5-F4819BD6B825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C9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D3ED9CC3-B702-26A7-1070-57C0235E59B6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0DAE4660-278F-C2EB-28CC-5517E3088E0F}"/>
              </a:ext>
            </a:extLst>
          </p:cNvPr>
          <p:cNvGrpSpPr/>
          <p:nvPr/>
        </p:nvGrpSpPr>
        <p:grpSpPr>
          <a:xfrm>
            <a:off x="2243926" y="1347066"/>
            <a:ext cx="284690" cy="284690"/>
            <a:chOff x="0" y="0"/>
            <a:chExt cx="812800" cy="8128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DC4BE9AA-3CD4-C80B-2CB3-E8D17614A870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CF8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E2CCA3EE-236B-A8F0-1A39-09D121BDACB8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AutoShape 14">
            <a:extLst>
              <a:ext uri="{FF2B5EF4-FFF2-40B4-BE49-F238E27FC236}">
                <a16:creationId xmlns:a16="http://schemas.microsoft.com/office/drawing/2014/main" id="{66C22293-57E4-1E26-C254-69D693F44DAA}"/>
              </a:ext>
            </a:extLst>
          </p:cNvPr>
          <p:cNvSpPr/>
          <p:nvPr/>
        </p:nvSpPr>
        <p:spPr>
          <a:xfrm flipV="1">
            <a:off x="1028700" y="426081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" name="AutoShape 15">
            <a:extLst>
              <a:ext uri="{FF2B5EF4-FFF2-40B4-BE49-F238E27FC236}">
                <a16:creationId xmlns:a16="http://schemas.microsoft.com/office/drawing/2014/main" id="{FF61BB4D-5BAE-D0F8-41A0-D84B3CF3B1FF}"/>
              </a:ext>
            </a:extLst>
          </p:cNvPr>
          <p:cNvSpPr/>
          <p:nvPr/>
        </p:nvSpPr>
        <p:spPr>
          <a:xfrm flipV="1">
            <a:off x="1028700" y="2104778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6" name="AutoShape 16">
            <a:extLst>
              <a:ext uri="{FF2B5EF4-FFF2-40B4-BE49-F238E27FC236}">
                <a16:creationId xmlns:a16="http://schemas.microsoft.com/office/drawing/2014/main" id="{B3E2E500-EEB8-59AB-23EF-56AFC82C6BF6}"/>
              </a:ext>
            </a:extLst>
          </p:cNvPr>
          <p:cNvSpPr/>
          <p:nvPr/>
        </p:nvSpPr>
        <p:spPr>
          <a:xfrm>
            <a:off x="1028700" y="6836185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7" name="Group 17">
            <a:extLst>
              <a:ext uri="{FF2B5EF4-FFF2-40B4-BE49-F238E27FC236}">
                <a16:creationId xmlns:a16="http://schemas.microsoft.com/office/drawing/2014/main" id="{4AED1A50-64C0-AC6D-4EA3-95CEBB0E66A6}"/>
              </a:ext>
            </a:extLst>
          </p:cNvPr>
          <p:cNvGrpSpPr/>
          <p:nvPr/>
        </p:nvGrpSpPr>
        <p:grpSpPr>
          <a:xfrm>
            <a:off x="2199290" y="7225702"/>
            <a:ext cx="13951622" cy="1609166"/>
            <a:chOff x="0" y="0"/>
            <a:chExt cx="3674501" cy="423813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E0E1BCA5-AF5C-CBAF-9E6F-2990A164713E}"/>
                </a:ext>
              </a:extLst>
            </p:cNvPr>
            <p:cNvSpPr/>
            <p:nvPr/>
          </p:nvSpPr>
          <p:spPr>
            <a:xfrm>
              <a:off x="0" y="0"/>
              <a:ext cx="3674501" cy="423813"/>
            </a:xfrm>
            <a:custGeom>
              <a:avLst/>
              <a:gdLst/>
              <a:ahLst/>
              <a:cxnLst/>
              <a:rect l="l" t="t" r="r" b="b"/>
              <a:pathLst>
                <a:path w="3674501" h="423813">
                  <a:moveTo>
                    <a:pt x="23306" y="0"/>
                  </a:moveTo>
                  <a:lnTo>
                    <a:pt x="3651195" y="0"/>
                  </a:lnTo>
                  <a:cubicBezTo>
                    <a:pt x="3657376" y="0"/>
                    <a:pt x="3663304" y="2455"/>
                    <a:pt x="3667675" y="6826"/>
                  </a:cubicBezTo>
                  <a:cubicBezTo>
                    <a:pt x="3672046" y="11197"/>
                    <a:pt x="3674501" y="17125"/>
                    <a:pt x="3674501" y="23306"/>
                  </a:cubicBezTo>
                  <a:lnTo>
                    <a:pt x="3674501" y="400507"/>
                  </a:lnTo>
                  <a:cubicBezTo>
                    <a:pt x="3674501" y="406688"/>
                    <a:pt x="3672046" y="412616"/>
                    <a:pt x="3667675" y="416987"/>
                  </a:cubicBezTo>
                  <a:cubicBezTo>
                    <a:pt x="3663304" y="421358"/>
                    <a:pt x="3657376" y="423813"/>
                    <a:pt x="3651195" y="423813"/>
                  </a:cubicBezTo>
                  <a:lnTo>
                    <a:pt x="23306" y="423813"/>
                  </a:lnTo>
                  <a:cubicBezTo>
                    <a:pt x="17125" y="423813"/>
                    <a:pt x="11197" y="421358"/>
                    <a:pt x="6826" y="416987"/>
                  </a:cubicBezTo>
                  <a:cubicBezTo>
                    <a:pt x="2455" y="412616"/>
                    <a:pt x="0" y="406688"/>
                    <a:pt x="0" y="400507"/>
                  </a:cubicBezTo>
                  <a:lnTo>
                    <a:pt x="0" y="23306"/>
                  </a:lnTo>
                  <a:cubicBezTo>
                    <a:pt x="0" y="17125"/>
                    <a:pt x="2455" y="11197"/>
                    <a:pt x="6826" y="6826"/>
                  </a:cubicBezTo>
                  <a:cubicBezTo>
                    <a:pt x="11197" y="2455"/>
                    <a:pt x="17125" y="0"/>
                    <a:pt x="23306" y="0"/>
                  </a:cubicBezTo>
                  <a:close/>
                </a:path>
              </a:pathLst>
            </a:custGeom>
            <a:solidFill>
              <a:srgbClr val="F4F8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1CBC4114-9C8F-3608-F319-7C6B918B2FC8}"/>
                </a:ext>
              </a:extLst>
            </p:cNvPr>
            <p:cNvSpPr txBox="1"/>
            <p:nvPr/>
          </p:nvSpPr>
          <p:spPr>
            <a:xfrm>
              <a:off x="0" y="-38100"/>
              <a:ext cx="3674501" cy="4619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0" name="Group 20">
            <a:extLst>
              <a:ext uri="{FF2B5EF4-FFF2-40B4-BE49-F238E27FC236}">
                <a16:creationId xmlns:a16="http://schemas.microsoft.com/office/drawing/2014/main" id="{14D85B37-1267-39C9-315B-9C4B28770AB0}"/>
              </a:ext>
            </a:extLst>
          </p:cNvPr>
          <p:cNvGrpSpPr/>
          <p:nvPr/>
        </p:nvGrpSpPr>
        <p:grpSpPr>
          <a:xfrm>
            <a:off x="1612789" y="7225702"/>
            <a:ext cx="1609166" cy="1609166"/>
            <a:chOff x="0" y="0"/>
            <a:chExt cx="812800" cy="812800"/>
          </a:xfrm>
        </p:grpSpPr>
        <p:sp>
          <p:nvSpPr>
            <p:cNvPr id="21" name="Freeform 21">
              <a:extLst>
                <a:ext uri="{FF2B5EF4-FFF2-40B4-BE49-F238E27FC236}">
                  <a16:creationId xmlns:a16="http://schemas.microsoft.com/office/drawing/2014/main" id="{0EA4AC68-0456-4CFF-A0FB-5FD7A9929DB9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F8FF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>
              <a:extLst>
                <a:ext uri="{FF2B5EF4-FFF2-40B4-BE49-F238E27FC236}">
                  <a16:creationId xmlns:a16="http://schemas.microsoft.com/office/drawing/2014/main" id="{454F3B43-E984-9320-7476-0C26B4BE8851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3" name="Group 23">
            <a:extLst>
              <a:ext uri="{FF2B5EF4-FFF2-40B4-BE49-F238E27FC236}">
                <a16:creationId xmlns:a16="http://schemas.microsoft.com/office/drawing/2014/main" id="{C6D5619A-D57D-0114-041F-294D700C0739}"/>
              </a:ext>
            </a:extLst>
          </p:cNvPr>
          <p:cNvGrpSpPr/>
          <p:nvPr/>
        </p:nvGrpSpPr>
        <p:grpSpPr>
          <a:xfrm>
            <a:off x="15066045" y="7208629"/>
            <a:ext cx="1609166" cy="1609166"/>
            <a:chOff x="0" y="0"/>
            <a:chExt cx="812800" cy="812800"/>
          </a:xfrm>
        </p:grpSpPr>
        <p:sp>
          <p:nvSpPr>
            <p:cNvPr id="24" name="Freeform 24">
              <a:extLst>
                <a:ext uri="{FF2B5EF4-FFF2-40B4-BE49-F238E27FC236}">
                  <a16:creationId xmlns:a16="http://schemas.microsoft.com/office/drawing/2014/main" id="{53AA9774-9112-6512-B2D9-8B18CF1C8AA4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F8FF"/>
            </a:solidFill>
            <a:ln w="19050" cap="sq">
              <a:solidFill>
                <a:srgbClr val="292626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>
              <a:extLst>
                <a:ext uri="{FF2B5EF4-FFF2-40B4-BE49-F238E27FC236}">
                  <a16:creationId xmlns:a16="http://schemas.microsoft.com/office/drawing/2014/main" id="{AF36A0AE-CA2A-4896-3D1C-D7818651D369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6" name="Freeform 26">
            <a:extLst>
              <a:ext uri="{FF2B5EF4-FFF2-40B4-BE49-F238E27FC236}">
                <a16:creationId xmlns:a16="http://schemas.microsoft.com/office/drawing/2014/main" id="{A9DB3B84-09CF-A71D-5261-229C71C4D615}"/>
              </a:ext>
            </a:extLst>
          </p:cNvPr>
          <p:cNvSpPr/>
          <p:nvPr/>
        </p:nvSpPr>
        <p:spPr>
          <a:xfrm>
            <a:off x="1890309" y="7490462"/>
            <a:ext cx="1054126" cy="1079645"/>
          </a:xfrm>
          <a:custGeom>
            <a:avLst/>
            <a:gdLst/>
            <a:ahLst/>
            <a:cxnLst/>
            <a:rect l="l" t="t" r="r" b="b"/>
            <a:pathLst>
              <a:path w="1054126" h="1079645">
                <a:moveTo>
                  <a:pt x="0" y="0"/>
                </a:moveTo>
                <a:lnTo>
                  <a:pt x="1054126" y="0"/>
                </a:lnTo>
                <a:lnTo>
                  <a:pt x="1054126" y="1079645"/>
                </a:lnTo>
                <a:lnTo>
                  <a:pt x="0" y="107964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7" name="Freeform 27">
            <a:extLst>
              <a:ext uri="{FF2B5EF4-FFF2-40B4-BE49-F238E27FC236}">
                <a16:creationId xmlns:a16="http://schemas.microsoft.com/office/drawing/2014/main" id="{0364D489-5DBE-7684-543F-7D34772AD323}"/>
              </a:ext>
            </a:extLst>
          </p:cNvPr>
          <p:cNvSpPr/>
          <p:nvPr/>
        </p:nvSpPr>
        <p:spPr>
          <a:xfrm>
            <a:off x="15343565" y="7490462"/>
            <a:ext cx="1054126" cy="1079645"/>
          </a:xfrm>
          <a:custGeom>
            <a:avLst/>
            <a:gdLst/>
            <a:ahLst/>
            <a:cxnLst/>
            <a:rect l="l" t="t" r="r" b="b"/>
            <a:pathLst>
              <a:path w="1054126" h="1079645">
                <a:moveTo>
                  <a:pt x="0" y="0"/>
                </a:moveTo>
                <a:lnTo>
                  <a:pt x="1054126" y="0"/>
                </a:lnTo>
                <a:lnTo>
                  <a:pt x="1054126" y="1079645"/>
                </a:lnTo>
                <a:lnTo>
                  <a:pt x="0" y="107964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8" name="Group 28">
            <a:extLst>
              <a:ext uri="{FF2B5EF4-FFF2-40B4-BE49-F238E27FC236}">
                <a16:creationId xmlns:a16="http://schemas.microsoft.com/office/drawing/2014/main" id="{DA93DF97-F907-AC37-ECB7-55E8043069EB}"/>
              </a:ext>
            </a:extLst>
          </p:cNvPr>
          <p:cNvGrpSpPr/>
          <p:nvPr/>
        </p:nvGrpSpPr>
        <p:grpSpPr>
          <a:xfrm>
            <a:off x="5927395" y="7341010"/>
            <a:ext cx="1344406" cy="1344406"/>
            <a:chOff x="0" y="0"/>
            <a:chExt cx="812800" cy="812800"/>
          </a:xfrm>
        </p:grpSpPr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234C3A91-01D9-C2E4-37A2-EFA8A0BCDB4B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TextBox 30">
              <a:extLst>
                <a:ext uri="{FF2B5EF4-FFF2-40B4-BE49-F238E27FC236}">
                  <a16:creationId xmlns:a16="http://schemas.microsoft.com/office/drawing/2014/main" id="{3B8E360E-8BBA-FF7E-5182-27565EE47BD4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31" name="Group 31">
            <a:extLst>
              <a:ext uri="{FF2B5EF4-FFF2-40B4-BE49-F238E27FC236}">
                <a16:creationId xmlns:a16="http://schemas.microsoft.com/office/drawing/2014/main" id="{9BE7ECB6-BB31-D414-099B-226C6C6F9D71}"/>
              </a:ext>
            </a:extLst>
          </p:cNvPr>
          <p:cNvGrpSpPr/>
          <p:nvPr/>
        </p:nvGrpSpPr>
        <p:grpSpPr>
          <a:xfrm>
            <a:off x="7624226" y="7341010"/>
            <a:ext cx="1344406" cy="1344406"/>
            <a:chOff x="0" y="0"/>
            <a:chExt cx="812800" cy="812800"/>
          </a:xfrm>
        </p:grpSpPr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D484C1E7-E34A-D6E5-78B7-C58725FB1BEC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Box 33">
              <a:extLst>
                <a:ext uri="{FF2B5EF4-FFF2-40B4-BE49-F238E27FC236}">
                  <a16:creationId xmlns:a16="http://schemas.microsoft.com/office/drawing/2014/main" id="{86DA2CE1-AD37-64C3-98CF-20D279DA2163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34" name="Group 34">
            <a:extLst>
              <a:ext uri="{FF2B5EF4-FFF2-40B4-BE49-F238E27FC236}">
                <a16:creationId xmlns:a16="http://schemas.microsoft.com/office/drawing/2014/main" id="{9CFA714D-2E14-F46F-BF0A-0B5F601A7B68}"/>
              </a:ext>
            </a:extLst>
          </p:cNvPr>
          <p:cNvGrpSpPr/>
          <p:nvPr/>
        </p:nvGrpSpPr>
        <p:grpSpPr>
          <a:xfrm>
            <a:off x="9321057" y="7341010"/>
            <a:ext cx="1344406" cy="1344406"/>
            <a:chOff x="0" y="0"/>
            <a:chExt cx="812800" cy="812800"/>
          </a:xfrm>
        </p:grpSpPr>
        <p:sp>
          <p:nvSpPr>
            <p:cNvPr id="35" name="Freeform 35">
              <a:extLst>
                <a:ext uri="{FF2B5EF4-FFF2-40B4-BE49-F238E27FC236}">
                  <a16:creationId xmlns:a16="http://schemas.microsoft.com/office/drawing/2014/main" id="{E1392E9C-7563-CC39-6DE6-1318C4A4A118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TextBox 36">
              <a:extLst>
                <a:ext uri="{FF2B5EF4-FFF2-40B4-BE49-F238E27FC236}">
                  <a16:creationId xmlns:a16="http://schemas.microsoft.com/office/drawing/2014/main" id="{BB790C3D-FB5A-9814-F5D8-EAFBD1F0455B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37" name="Group 37">
            <a:extLst>
              <a:ext uri="{FF2B5EF4-FFF2-40B4-BE49-F238E27FC236}">
                <a16:creationId xmlns:a16="http://schemas.microsoft.com/office/drawing/2014/main" id="{798A40F2-CF3C-C3D6-9FC4-4124DA0F4863}"/>
              </a:ext>
            </a:extLst>
          </p:cNvPr>
          <p:cNvGrpSpPr/>
          <p:nvPr/>
        </p:nvGrpSpPr>
        <p:grpSpPr>
          <a:xfrm>
            <a:off x="11017887" y="7341010"/>
            <a:ext cx="1344406" cy="1344406"/>
            <a:chOff x="0" y="0"/>
            <a:chExt cx="812800" cy="812800"/>
          </a:xfrm>
        </p:grpSpPr>
        <p:sp>
          <p:nvSpPr>
            <p:cNvPr id="38" name="Freeform 38">
              <a:extLst>
                <a:ext uri="{FF2B5EF4-FFF2-40B4-BE49-F238E27FC236}">
                  <a16:creationId xmlns:a16="http://schemas.microsoft.com/office/drawing/2014/main" id="{BC29A442-B37B-1F0D-E823-0E4159BA2E93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TextBox 39">
              <a:extLst>
                <a:ext uri="{FF2B5EF4-FFF2-40B4-BE49-F238E27FC236}">
                  <a16:creationId xmlns:a16="http://schemas.microsoft.com/office/drawing/2014/main" id="{F0A6E676-CCF9-5B19-960E-884FCF72AE46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40" name="Group 40">
            <a:extLst>
              <a:ext uri="{FF2B5EF4-FFF2-40B4-BE49-F238E27FC236}">
                <a16:creationId xmlns:a16="http://schemas.microsoft.com/office/drawing/2014/main" id="{6C78AD03-7016-C4FD-C663-E73C1C26AE4A}"/>
              </a:ext>
            </a:extLst>
          </p:cNvPr>
          <p:cNvGrpSpPr/>
          <p:nvPr/>
        </p:nvGrpSpPr>
        <p:grpSpPr>
          <a:xfrm>
            <a:off x="12714718" y="7341010"/>
            <a:ext cx="1344406" cy="1344406"/>
            <a:chOff x="0" y="0"/>
            <a:chExt cx="812800" cy="812800"/>
          </a:xfrm>
        </p:grpSpPr>
        <p:sp>
          <p:nvSpPr>
            <p:cNvPr id="41" name="Freeform 41">
              <a:extLst>
                <a:ext uri="{FF2B5EF4-FFF2-40B4-BE49-F238E27FC236}">
                  <a16:creationId xmlns:a16="http://schemas.microsoft.com/office/drawing/2014/main" id="{F2A86631-1EE3-1822-281D-073B0BE7CEC6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TextBox 42">
              <a:extLst>
                <a:ext uri="{FF2B5EF4-FFF2-40B4-BE49-F238E27FC236}">
                  <a16:creationId xmlns:a16="http://schemas.microsoft.com/office/drawing/2014/main" id="{63A2C5AE-4BA8-0622-6C34-ACC03A8F78AA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43" name="Group 43">
            <a:extLst>
              <a:ext uri="{FF2B5EF4-FFF2-40B4-BE49-F238E27FC236}">
                <a16:creationId xmlns:a16="http://schemas.microsoft.com/office/drawing/2014/main" id="{0C0DF914-77BE-E8B6-4CC6-E025F01068C5}"/>
              </a:ext>
            </a:extLst>
          </p:cNvPr>
          <p:cNvGrpSpPr/>
          <p:nvPr/>
        </p:nvGrpSpPr>
        <p:grpSpPr>
          <a:xfrm>
            <a:off x="4228876" y="7341010"/>
            <a:ext cx="1344406" cy="1344406"/>
            <a:chOff x="0" y="0"/>
            <a:chExt cx="812800" cy="812800"/>
          </a:xfrm>
        </p:grpSpPr>
        <p:sp>
          <p:nvSpPr>
            <p:cNvPr id="44" name="Freeform 44">
              <a:extLst>
                <a:ext uri="{FF2B5EF4-FFF2-40B4-BE49-F238E27FC236}">
                  <a16:creationId xmlns:a16="http://schemas.microsoft.com/office/drawing/2014/main" id="{EA811CD9-E0C1-4261-E6C9-57E115A4A121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TextBox 45">
              <a:extLst>
                <a:ext uri="{FF2B5EF4-FFF2-40B4-BE49-F238E27FC236}">
                  <a16:creationId xmlns:a16="http://schemas.microsoft.com/office/drawing/2014/main" id="{D2197452-6880-6370-5B69-F45551EF1F22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6" name="Freeform 46">
            <a:extLst>
              <a:ext uri="{FF2B5EF4-FFF2-40B4-BE49-F238E27FC236}">
                <a16:creationId xmlns:a16="http://schemas.microsoft.com/office/drawing/2014/main" id="{59B00CFF-0C4C-EE27-A0B8-161D6E0B8B6D}"/>
              </a:ext>
            </a:extLst>
          </p:cNvPr>
          <p:cNvSpPr/>
          <p:nvPr/>
        </p:nvSpPr>
        <p:spPr>
          <a:xfrm>
            <a:off x="4574044" y="7573433"/>
            <a:ext cx="654071" cy="879558"/>
          </a:xfrm>
          <a:custGeom>
            <a:avLst/>
            <a:gdLst/>
            <a:ahLst/>
            <a:cxnLst/>
            <a:rect l="l" t="t" r="r" b="b"/>
            <a:pathLst>
              <a:path w="654071" h="879558">
                <a:moveTo>
                  <a:pt x="0" y="0"/>
                </a:moveTo>
                <a:lnTo>
                  <a:pt x="654071" y="0"/>
                </a:lnTo>
                <a:lnTo>
                  <a:pt x="654071" y="879558"/>
                </a:lnTo>
                <a:lnTo>
                  <a:pt x="0" y="87955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7" name="Freeform 47">
            <a:extLst>
              <a:ext uri="{FF2B5EF4-FFF2-40B4-BE49-F238E27FC236}">
                <a16:creationId xmlns:a16="http://schemas.microsoft.com/office/drawing/2014/main" id="{2CED985B-ED61-05AA-92DF-922CC245178B}"/>
              </a:ext>
            </a:extLst>
          </p:cNvPr>
          <p:cNvSpPr/>
          <p:nvPr/>
        </p:nvSpPr>
        <p:spPr>
          <a:xfrm>
            <a:off x="6224886" y="7660417"/>
            <a:ext cx="747736" cy="705591"/>
          </a:xfrm>
          <a:custGeom>
            <a:avLst/>
            <a:gdLst/>
            <a:ahLst/>
            <a:cxnLst/>
            <a:rect l="l" t="t" r="r" b="b"/>
            <a:pathLst>
              <a:path w="747736" h="705591">
                <a:moveTo>
                  <a:pt x="0" y="0"/>
                </a:moveTo>
                <a:lnTo>
                  <a:pt x="747736" y="0"/>
                </a:lnTo>
                <a:lnTo>
                  <a:pt x="747736" y="705591"/>
                </a:lnTo>
                <a:lnTo>
                  <a:pt x="0" y="70559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8" name="Freeform 48">
            <a:extLst>
              <a:ext uri="{FF2B5EF4-FFF2-40B4-BE49-F238E27FC236}">
                <a16:creationId xmlns:a16="http://schemas.microsoft.com/office/drawing/2014/main" id="{E14403DD-62C3-1D04-2E69-A77C3AC9EDEA}"/>
              </a:ext>
            </a:extLst>
          </p:cNvPr>
          <p:cNvSpPr/>
          <p:nvPr/>
        </p:nvSpPr>
        <p:spPr>
          <a:xfrm>
            <a:off x="7899672" y="7490462"/>
            <a:ext cx="793515" cy="942620"/>
          </a:xfrm>
          <a:custGeom>
            <a:avLst/>
            <a:gdLst/>
            <a:ahLst/>
            <a:cxnLst/>
            <a:rect l="l" t="t" r="r" b="b"/>
            <a:pathLst>
              <a:path w="793515" h="942620">
                <a:moveTo>
                  <a:pt x="0" y="0"/>
                </a:moveTo>
                <a:lnTo>
                  <a:pt x="793514" y="0"/>
                </a:lnTo>
                <a:lnTo>
                  <a:pt x="793514" y="942620"/>
                </a:lnTo>
                <a:lnTo>
                  <a:pt x="0" y="94262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9" name="Freeform 49">
            <a:extLst>
              <a:ext uri="{FF2B5EF4-FFF2-40B4-BE49-F238E27FC236}">
                <a16:creationId xmlns:a16="http://schemas.microsoft.com/office/drawing/2014/main" id="{4417BBED-C5EA-6082-57F1-EA0A4FE2B354}"/>
              </a:ext>
            </a:extLst>
          </p:cNvPr>
          <p:cNvSpPr/>
          <p:nvPr/>
        </p:nvSpPr>
        <p:spPr>
          <a:xfrm>
            <a:off x="9627344" y="7664369"/>
            <a:ext cx="731831" cy="731831"/>
          </a:xfrm>
          <a:custGeom>
            <a:avLst/>
            <a:gdLst/>
            <a:ahLst/>
            <a:cxnLst/>
            <a:rect l="l" t="t" r="r" b="b"/>
            <a:pathLst>
              <a:path w="731831" h="731831">
                <a:moveTo>
                  <a:pt x="0" y="0"/>
                </a:moveTo>
                <a:lnTo>
                  <a:pt x="731831" y="0"/>
                </a:lnTo>
                <a:lnTo>
                  <a:pt x="731831" y="731831"/>
                </a:lnTo>
                <a:lnTo>
                  <a:pt x="0" y="731831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0" name="Freeform 50">
            <a:extLst>
              <a:ext uri="{FF2B5EF4-FFF2-40B4-BE49-F238E27FC236}">
                <a16:creationId xmlns:a16="http://schemas.microsoft.com/office/drawing/2014/main" id="{73CDD06C-EF72-2DEA-0CF9-F33D3416A02A}"/>
              </a:ext>
            </a:extLst>
          </p:cNvPr>
          <p:cNvSpPr/>
          <p:nvPr/>
        </p:nvSpPr>
        <p:spPr>
          <a:xfrm>
            <a:off x="11269544" y="7689009"/>
            <a:ext cx="841093" cy="648406"/>
          </a:xfrm>
          <a:custGeom>
            <a:avLst/>
            <a:gdLst/>
            <a:ahLst/>
            <a:cxnLst/>
            <a:rect l="l" t="t" r="r" b="b"/>
            <a:pathLst>
              <a:path w="841093" h="648406">
                <a:moveTo>
                  <a:pt x="0" y="0"/>
                </a:moveTo>
                <a:lnTo>
                  <a:pt x="841093" y="0"/>
                </a:lnTo>
                <a:lnTo>
                  <a:pt x="841093" y="648407"/>
                </a:lnTo>
                <a:lnTo>
                  <a:pt x="0" y="648407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1" name="Freeform 51">
            <a:extLst>
              <a:ext uri="{FF2B5EF4-FFF2-40B4-BE49-F238E27FC236}">
                <a16:creationId xmlns:a16="http://schemas.microsoft.com/office/drawing/2014/main" id="{087F120A-B6E7-453A-86BE-724FBD2059AF}"/>
              </a:ext>
            </a:extLst>
          </p:cNvPr>
          <p:cNvSpPr/>
          <p:nvPr/>
        </p:nvSpPr>
        <p:spPr>
          <a:xfrm>
            <a:off x="12962368" y="7602255"/>
            <a:ext cx="827937" cy="821915"/>
          </a:xfrm>
          <a:custGeom>
            <a:avLst/>
            <a:gdLst/>
            <a:ahLst/>
            <a:cxnLst/>
            <a:rect l="l" t="t" r="r" b="b"/>
            <a:pathLst>
              <a:path w="827937" h="821915">
                <a:moveTo>
                  <a:pt x="0" y="0"/>
                </a:moveTo>
                <a:lnTo>
                  <a:pt x="827937" y="0"/>
                </a:lnTo>
                <a:lnTo>
                  <a:pt x="827937" y="821915"/>
                </a:lnTo>
                <a:lnTo>
                  <a:pt x="0" y="821915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2" name="TextBox 52">
            <a:extLst>
              <a:ext uri="{FF2B5EF4-FFF2-40B4-BE49-F238E27FC236}">
                <a16:creationId xmlns:a16="http://schemas.microsoft.com/office/drawing/2014/main" id="{5194291B-1BF9-56C0-4386-ED5DE570A32C}"/>
              </a:ext>
            </a:extLst>
          </p:cNvPr>
          <p:cNvSpPr txBox="1"/>
          <p:nvPr/>
        </p:nvSpPr>
        <p:spPr>
          <a:xfrm>
            <a:off x="2168189" y="2330151"/>
            <a:ext cx="13951622" cy="13724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257"/>
              </a:lnSpc>
              <a:spcBef>
                <a:spcPct val="0"/>
              </a:spcBef>
            </a:pPr>
            <a:r>
              <a:rPr lang="en-US" sz="8041" b="1" dirty="0">
                <a:solidFill>
                  <a:srgbClr val="000000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Antivirus Profile</a:t>
            </a:r>
          </a:p>
        </p:txBody>
      </p:sp>
      <p:sp>
        <p:nvSpPr>
          <p:cNvPr id="53" name="TextBox 53">
            <a:extLst>
              <a:ext uri="{FF2B5EF4-FFF2-40B4-BE49-F238E27FC236}">
                <a16:creationId xmlns:a16="http://schemas.microsoft.com/office/drawing/2014/main" id="{2D0C446A-39D7-04A4-BED6-D3A7E91E3189}"/>
              </a:ext>
            </a:extLst>
          </p:cNvPr>
          <p:cNvSpPr txBox="1"/>
          <p:nvPr/>
        </p:nvSpPr>
        <p:spPr>
          <a:xfrm>
            <a:off x="5777797" y="4662170"/>
            <a:ext cx="6732407" cy="4607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  <a:spcBef>
                <a:spcPct val="0"/>
              </a:spcBef>
            </a:pPr>
            <a:r>
              <a:rPr lang="en-US" sz="28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Main Features</a:t>
            </a:r>
            <a:endParaRPr lang="en-US" sz="2799" spc="148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4" name="TextBox 54">
            <a:extLst>
              <a:ext uri="{FF2B5EF4-FFF2-40B4-BE49-F238E27FC236}">
                <a16:creationId xmlns:a16="http://schemas.microsoft.com/office/drawing/2014/main" id="{33BA4F69-F080-33FB-F106-6C9F53581917}"/>
              </a:ext>
            </a:extLst>
          </p:cNvPr>
          <p:cNvSpPr txBox="1"/>
          <p:nvPr/>
        </p:nvSpPr>
        <p:spPr>
          <a:xfrm>
            <a:off x="2742788" y="5448300"/>
            <a:ext cx="12802424" cy="12311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 panose="020B0604020202020204" charset="0"/>
                <a:ea typeface="Inter Light" panose="020B0604020202020204" charset="0"/>
                <a:cs typeface="Inter Light"/>
                <a:sym typeface="Inter Light"/>
              </a:rPr>
              <a:t>− </a:t>
            </a:r>
            <a:r>
              <a:rPr lang="en-US" sz="2000" dirty="0">
                <a:latin typeface="Inter Light" panose="020B0604020202020204" charset="0"/>
                <a:ea typeface="Inter Light" panose="020B0604020202020204" charset="0"/>
              </a:rPr>
              <a:t>Flow-based or Proxy-based scanning</a:t>
            </a:r>
          </a:p>
          <a:p>
            <a:pPr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                                                − Signature-based detection</a:t>
            </a:r>
          </a:p>
          <a:p>
            <a:pPr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                                                − Heuristics &amp; behavior analysis</a:t>
            </a:r>
          </a:p>
          <a:p>
            <a:pPr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                                                − Cloud sandbox for zero-day</a:t>
            </a:r>
          </a:p>
        </p:txBody>
      </p:sp>
      <p:sp>
        <p:nvSpPr>
          <p:cNvPr id="55" name="Freeform 55">
            <a:extLst>
              <a:ext uri="{FF2B5EF4-FFF2-40B4-BE49-F238E27FC236}">
                <a16:creationId xmlns:a16="http://schemas.microsoft.com/office/drawing/2014/main" id="{6E63052D-46DD-E5C8-9C1B-05333112D3E4}"/>
              </a:ext>
            </a:extLst>
          </p:cNvPr>
          <p:cNvSpPr/>
          <p:nvPr/>
        </p:nvSpPr>
        <p:spPr>
          <a:xfrm>
            <a:off x="9045045" y="4126758"/>
            <a:ext cx="197909" cy="268103"/>
          </a:xfrm>
          <a:custGeom>
            <a:avLst/>
            <a:gdLst/>
            <a:ahLst/>
            <a:cxnLst/>
            <a:rect l="l" t="t" r="r" b="b"/>
            <a:pathLst>
              <a:path w="197909" h="268103">
                <a:moveTo>
                  <a:pt x="0" y="0"/>
                </a:moveTo>
                <a:lnTo>
                  <a:pt x="197910" y="0"/>
                </a:lnTo>
                <a:lnTo>
                  <a:pt x="197910" y="268104"/>
                </a:lnTo>
                <a:lnTo>
                  <a:pt x="0" y="268104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6" name="Freeform 56">
            <a:extLst>
              <a:ext uri="{FF2B5EF4-FFF2-40B4-BE49-F238E27FC236}">
                <a16:creationId xmlns:a16="http://schemas.microsoft.com/office/drawing/2014/main" id="{1F2F2594-FAB9-4FBC-12E2-307C0097F5C1}"/>
              </a:ext>
            </a:extLst>
          </p:cNvPr>
          <p:cNvSpPr/>
          <p:nvPr/>
        </p:nvSpPr>
        <p:spPr>
          <a:xfrm>
            <a:off x="9045045" y="6702835"/>
            <a:ext cx="197909" cy="268103"/>
          </a:xfrm>
          <a:custGeom>
            <a:avLst/>
            <a:gdLst/>
            <a:ahLst/>
            <a:cxnLst/>
            <a:rect l="l" t="t" r="r" b="b"/>
            <a:pathLst>
              <a:path w="197909" h="268103">
                <a:moveTo>
                  <a:pt x="0" y="0"/>
                </a:moveTo>
                <a:lnTo>
                  <a:pt x="197910" y="0"/>
                </a:lnTo>
                <a:lnTo>
                  <a:pt x="197910" y="268103"/>
                </a:lnTo>
                <a:lnTo>
                  <a:pt x="0" y="268103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3910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271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90EA69-D19A-665E-F79B-EB7DEB919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1FEA662E-E6DD-794A-707D-847C779F1E77}"/>
              </a:ext>
            </a:extLst>
          </p:cNvPr>
          <p:cNvGrpSpPr/>
          <p:nvPr/>
        </p:nvGrpSpPr>
        <p:grpSpPr>
          <a:xfrm>
            <a:off x="1028700" y="1028700"/>
            <a:ext cx="8027948" cy="8229600"/>
            <a:chOff x="0" y="0"/>
            <a:chExt cx="10703931" cy="10972800"/>
          </a:xfrm>
        </p:grpSpPr>
        <p:grpSp>
          <p:nvGrpSpPr>
            <p:cNvPr id="3" name="Group 3">
              <a:extLst>
                <a:ext uri="{FF2B5EF4-FFF2-40B4-BE49-F238E27FC236}">
                  <a16:creationId xmlns:a16="http://schemas.microsoft.com/office/drawing/2014/main" id="{1A0AAC1E-FEEA-47F8-A61A-C74F029EA09A}"/>
                </a:ext>
              </a:extLst>
            </p:cNvPr>
            <p:cNvGrpSpPr/>
            <p:nvPr/>
          </p:nvGrpSpPr>
          <p:grpSpPr>
            <a:xfrm>
              <a:off x="0" y="0"/>
              <a:ext cx="10703931" cy="10972800"/>
              <a:chOff x="0" y="0"/>
              <a:chExt cx="2114357" cy="2167467"/>
            </a:xfrm>
          </p:grpSpPr>
          <p:sp>
            <p:nvSpPr>
              <p:cNvPr id="4" name="Freeform 4">
                <a:extLst>
                  <a:ext uri="{FF2B5EF4-FFF2-40B4-BE49-F238E27FC236}">
                    <a16:creationId xmlns:a16="http://schemas.microsoft.com/office/drawing/2014/main" id="{7DC3934E-A7F0-8964-450F-E036393A62BE}"/>
                  </a:ext>
                </a:extLst>
              </p:cNvPr>
              <p:cNvSpPr/>
              <p:nvPr/>
            </p:nvSpPr>
            <p:spPr>
              <a:xfrm>
                <a:off x="0" y="0"/>
                <a:ext cx="2114357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2114357" h="2167467">
                    <a:moveTo>
                      <a:pt x="38575" y="0"/>
                    </a:moveTo>
                    <a:lnTo>
                      <a:pt x="2075782" y="0"/>
                    </a:lnTo>
                    <a:cubicBezTo>
                      <a:pt x="2086013" y="0"/>
                      <a:pt x="2095824" y="4064"/>
                      <a:pt x="2103058" y="11298"/>
                    </a:cubicBezTo>
                    <a:cubicBezTo>
                      <a:pt x="2110293" y="18532"/>
                      <a:pt x="2114357" y="28344"/>
                      <a:pt x="2114357" y="38575"/>
                    </a:cubicBezTo>
                    <a:lnTo>
                      <a:pt x="2114357" y="2128892"/>
                    </a:lnTo>
                    <a:cubicBezTo>
                      <a:pt x="2114357" y="2139123"/>
                      <a:pt x="2110293" y="2148934"/>
                      <a:pt x="2103058" y="2156168"/>
                    </a:cubicBezTo>
                    <a:cubicBezTo>
                      <a:pt x="2095824" y="2163403"/>
                      <a:pt x="2086013" y="2167467"/>
                      <a:pt x="2075782" y="2167467"/>
                    </a:cubicBezTo>
                    <a:lnTo>
                      <a:pt x="38575" y="2167467"/>
                    </a:lnTo>
                    <a:cubicBezTo>
                      <a:pt x="28344" y="2167467"/>
                      <a:pt x="18532" y="2163403"/>
                      <a:pt x="11298" y="2156168"/>
                    </a:cubicBezTo>
                    <a:cubicBezTo>
                      <a:pt x="4064" y="2148934"/>
                      <a:pt x="0" y="2139123"/>
                      <a:pt x="0" y="2128892"/>
                    </a:cubicBezTo>
                    <a:lnTo>
                      <a:pt x="0" y="38575"/>
                    </a:lnTo>
                    <a:cubicBezTo>
                      <a:pt x="0" y="28344"/>
                      <a:pt x="4064" y="18532"/>
                      <a:pt x="11298" y="11298"/>
                    </a:cubicBezTo>
                    <a:cubicBezTo>
                      <a:pt x="18532" y="4064"/>
                      <a:pt x="28344" y="0"/>
                      <a:pt x="38575" y="0"/>
                    </a:cubicBezTo>
                    <a:close/>
                  </a:path>
                </a:pathLst>
              </a:custGeom>
              <a:solidFill>
                <a:srgbClr val="F4F8FF"/>
              </a:solidFill>
              <a:ln w="1905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" name="TextBox 5">
                <a:extLst>
                  <a:ext uri="{FF2B5EF4-FFF2-40B4-BE49-F238E27FC236}">
                    <a16:creationId xmlns:a16="http://schemas.microsoft.com/office/drawing/2014/main" id="{0FCE7FCE-C4D9-865C-9A40-3034E6411A08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2114357" cy="22055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6" name="Group 6">
              <a:extLst>
                <a:ext uri="{FF2B5EF4-FFF2-40B4-BE49-F238E27FC236}">
                  <a16:creationId xmlns:a16="http://schemas.microsoft.com/office/drawing/2014/main" id="{D1489F41-5B62-0B7B-747C-8544092D7604}"/>
                </a:ext>
              </a:extLst>
            </p:cNvPr>
            <p:cNvGrpSpPr/>
            <p:nvPr/>
          </p:nvGrpSpPr>
          <p:grpSpPr>
            <a:xfrm>
              <a:off x="532397" y="424488"/>
              <a:ext cx="379586" cy="379586"/>
              <a:chOff x="0" y="0"/>
              <a:chExt cx="812800" cy="812800"/>
            </a:xfrm>
          </p:grpSpPr>
          <p:sp>
            <p:nvSpPr>
              <p:cNvPr id="7" name="Freeform 7">
                <a:extLst>
                  <a:ext uri="{FF2B5EF4-FFF2-40B4-BE49-F238E27FC236}">
                    <a16:creationId xmlns:a16="http://schemas.microsoft.com/office/drawing/2014/main" id="{F1BF9A73-1000-8274-E6B2-B99D63C9CD38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85954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" name="TextBox 8">
                <a:extLst>
                  <a:ext uri="{FF2B5EF4-FFF2-40B4-BE49-F238E27FC236}">
                    <a16:creationId xmlns:a16="http://schemas.microsoft.com/office/drawing/2014/main" id="{7997D4E6-4122-D721-EF5F-C094459322DC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E383438B-4672-A0CB-39AE-5010669B2C87}"/>
                </a:ext>
              </a:extLst>
            </p:cNvPr>
            <p:cNvGrpSpPr/>
            <p:nvPr/>
          </p:nvGrpSpPr>
          <p:grpSpPr>
            <a:xfrm>
              <a:off x="1075615" y="424488"/>
              <a:ext cx="379586" cy="379586"/>
              <a:chOff x="0" y="0"/>
              <a:chExt cx="812800" cy="812800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3EC63D30-B593-E84B-C543-15A390BA5D8E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8C954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4789C076-69BC-74E0-767C-1764A403D2ED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1CB1B2B0-9D4B-CA27-9157-9B5237867779}"/>
                </a:ext>
              </a:extLst>
            </p:cNvPr>
            <p:cNvGrpSpPr/>
            <p:nvPr/>
          </p:nvGrpSpPr>
          <p:grpSpPr>
            <a:xfrm>
              <a:off x="1620301" y="424488"/>
              <a:ext cx="379586" cy="379586"/>
              <a:chOff x="0" y="0"/>
              <a:chExt cx="812800" cy="812800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B00B808B-2DD3-7319-C0B1-B57C175337A0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DCF854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28B405E5-9C1E-3F6D-847F-864A2F605809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grpSp>
        <p:nvGrpSpPr>
          <p:cNvPr id="15" name="Group 15">
            <a:extLst>
              <a:ext uri="{FF2B5EF4-FFF2-40B4-BE49-F238E27FC236}">
                <a16:creationId xmlns:a16="http://schemas.microsoft.com/office/drawing/2014/main" id="{1698C235-A107-05B6-9C5C-A7775A31686B}"/>
              </a:ext>
            </a:extLst>
          </p:cNvPr>
          <p:cNvGrpSpPr/>
          <p:nvPr/>
        </p:nvGrpSpPr>
        <p:grpSpPr>
          <a:xfrm>
            <a:off x="9231352" y="1028700"/>
            <a:ext cx="8027948" cy="8229600"/>
            <a:chOff x="0" y="0"/>
            <a:chExt cx="10703931" cy="10972800"/>
          </a:xfrm>
        </p:grpSpPr>
        <p:grpSp>
          <p:nvGrpSpPr>
            <p:cNvPr id="16" name="Group 16">
              <a:extLst>
                <a:ext uri="{FF2B5EF4-FFF2-40B4-BE49-F238E27FC236}">
                  <a16:creationId xmlns:a16="http://schemas.microsoft.com/office/drawing/2014/main" id="{28E736D9-3A66-C8DA-EEF1-0FA97C03E3DC}"/>
                </a:ext>
              </a:extLst>
            </p:cNvPr>
            <p:cNvGrpSpPr/>
            <p:nvPr/>
          </p:nvGrpSpPr>
          <p:grpSpPr>
            <a:xfrm>
              <a:off x="0" y="0"/>
              <a:ext cx="10703931" cy="10972800"/>
              <a:chOff x="0" y="0"/>
              <a:chExt cx="2114357" cy="2167467"/>
            </a:xfrm>
          </p:grpSpPr>
          <p:sp>
            <p:nvSpPr>
              <p:cNvPr id="17" name="Freeform 17">
                <a:extLst>
                  <a:ext uri="{FF2B5EF4-FFF2-40B4-BE49-F238E27FC236}">
                    <a16:creationId xmlns:a16="http://schemas.microsoft.com/office/drawing/2014/main" id="{4DCE768E-6E89-96C1-1FE6-F1144433BF57}"/>
                  </a:ext>
                </a:extLst>
              </p:cNvPr>
              <p:cNvSpPr/>
              <p:nvPr/>
            </p:nvSpPr>
            <p:spPr>
              <a:xfrm>
                <a:off x="0" y="0"/>
                <a:ext cx="2114357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2114357" h="2167467">
                    <a:moveTo>
                      <a:pt x="38575" y="0"/>
                    </a:moveTo>
                    <a:lnTo>
                      <a:pt x="2075782" y="0"/>
                    </a:lnTo>
                    <a:cubicBezTo>
                      <a:pt x="2086013" y="0"/>
                      <a:pt x="2095824" y="4064"/>
                      <a:pt x="2103058" y="11298"/>
                    </a:cubicBezTo>
                    <a:cubicBezTo>
                      <a:pt x="2110293" y="18532"/>
                      <a:pt x="2114357" y="28344"/>
                      <a:pt x="2114357" y="38575"/>
                    </a:cubicBezTo>
                    <a:lnTo>
                      <a:pt x="2114357" y="2128892"/>
                    </a:lnTo>
                    <a:cubicBezTo>
                      <a:pt x="2114357" y="2139123"/>
                      <a:pt x="2110293" y="2148934"/>
                      <a:pt x="2103058" y="2156168"/>
                    </a:cubicBezTo>
                    <a:cubicBezTo>
                      <a:pt x="2095824" y="2163403"/>
                      <a:pt x="2086013" y="2167467"/>
                      <a:pt x="2075782" y="2167467"/>
                    </a:cubicBezTo>
                    <a:lnTo>
                      <a:pt x="38575" y="2167467"/>
                    </a:lnTo>
                    <a:cubicBezTo>
                      <a:pt x="28344" y="2167467"/>
                      <a:pt x="18532" y="2163403"/>
                      <a:pt x="11298" y="2156168"/>
                    </a:cubicBezTo>
                    <a:cubicBezTo>
                      <a:pt x="4064" y="2148934"/>
                      <a:pt x="0" y="2139123"/>
                      <a:pt x="0" y="2128892"/>
                    </a:cubicBezTo>
                    <a:lnTo>
                      <a:pt x="0" y="38575"/>
                    </a:lnTo>
                    <a:cubicBezTo>
                      <a:pt x="0" y="28344"/>
                      <a:pt x="4064" y="18532"/>
                      <a:pt x="11298" y="11298"/>
                    </a:cubicBezTo>
                    <a:cubicBezTo>
                      <a:pt x="18532" y="4064"/>
                      <a:pt x="28344" y="0"/>
                      <a:pt x="38575" y="0"/>
                    </a:cubicBezTo>
                    <a:close/>
                  </a:path>
                </a:pathLst>
              </a:custGeom>
              <a:solidFill>
                <a:srgbClr val="F4F8FF"/>
              </a:solidFill>
              <a:ln w="1905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" name="TextBox 18">
                <a:extLst>
                  <a:ext uri="{FF2B5EF4-FFF2-40B4-BE49-F238E27FC236}">
                    <a16:creationId xmlns:a16="http://schemas.microsoft.com/office/drawing/2014/main" id="{66039F03-2311-30A7-05D8-90114D65C31B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2114357" cy="22055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21" name="TextBox 21">
              <a:extLst>
                <a:ext uri="{FF2B5EF4-FFF2-40B4-BE49-F238E27FC236}">
                  <a16:creationId xmlns:a16="http://schemas.microsoft.com/office/drawing/2014/main" id="{9D47A541-F8DD-EE7D-2826-6B3390201A2A}"/>
                </a:ext>
              </a:extLst>
            </p:cNvPr>
            <p:cNvSpPr txBox="1"/>
            <p:nvPr/>
          </p:nvSpPr>
          <p:spPr>
            <a:xfrm>
              <a:off x="567984" y="442281"/>
              <a:ext cx="308413" cy="3262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  <p:sp>
          <p:nvSpPr>
            <p:cNvPr id="24" name="TextBox 24">
              <a:extLst>
                <a:ext uri="{FF2B5EF4-FFF2-40B4-BE49-F238E27FC236}">
                  <a16:creationId xmlns:a16="http://schemas.microsoft.com/office/drawing/2014/main" id="{E55F15CD-CF87-6280-E297-B142AF21BCB7}"/>
                </a:ext>
              </a:extLst>
            </p:cNvPr>
            <p:cNvSpPr txBox="1"/>
            <p:nvPr/>
          </p:nvSpPr>
          <p:spPr>
            <a:xfrm>
              <a:off x="1111201" y="442281"/>
              <a:ext cx="308413" cy="3262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552C7AEB-19F8-5407-6AED-C40E19C81E15}"/>
                </a:ext>
              </a:extLst>
            </p:cNvPr>
            <p:cNvSpPr txBox="1"/>
            <p:nvPr/>
          </p:nvSpPr>
          <p:spPr>
            <a:xfrm>
              <a:off x="1655888" y="442281"/>
              <a:ext cx="308413" cy="3262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dirty="0"/>
            </a:p>
          </p:txBody>
        </p: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8CDBEF57-8303-A8EC-EDEE-55A995AA33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8650" y="1341623"/>
            <a:ext cx="6528033" cy="7450472"/>
          </a:xfrm>
          <a:prstGeom prst="rect">
            <a:avLst/>
          </a:prstGeom>
        </p:spPr>
      </p:pic>
      <p:sp>
        <p:nvSpPr>
          <p:cNvPr id="34" name="TextBox 30">
            <a:extLst>
              <a:ext uri="{FF2B5EF4-FFF2-40B4-BE49-F238E27FC236}">
                <a16:creationId xmlns:a16="http://schemas.microsoft.com/office/drawing/2014/main" id="{5B050231-BC22-D519-3BEE-4EB533B0E744}"/>
              </a:ext>
            </a:extLst>
          </p:cNvPr>
          <p:cNvSpPr txBox="1"/>
          <p:nvPr/>
        </p:nvSpPr>
        <p:spPr>
          <a:xfrm>
            <a:off x="1999526" y="2098858"/>
            <a:ext cx="6382474" cy="49244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2000" b="1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Flow-Based</a:t>
            </a: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− scans packets in </a:t>
            </a:r>
          </a:p>
          <a:p>
            <a:pPr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real-time they pass through without </a:t>
            </a:r>
          </a:p>
          <a:p>
            <a:pPr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buffering, providing faster performance but</a:t>
            </a:r>
          </a:p>
          <a:p>
            <a:pPr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less in-depth analysis</a:t>
            </a:r>
          </a:p>
          <a:p>
            <a:pPr algn="just">
              <a:lnSpc>
                <a:spcPts val="2376"/>
              </a:lnSpc>
            </a:pPr>
            <a:endParaRPr lang="en-US" sz="2000" spc="84" dirty="0">
              <a:solidFill>
                <a:srgbClr val="000000"/>
              </a:solidFill>
              <a:latin typeface="Inter Light"/>
              <a:ea typeface="Inter Light"/>
              <a:cs typeface="Inter Light"/>
              <a:sym typeface="Inter Light"/>
            </a:endParaRPr>
          </a:p>
          <a:p>
            <a:pPr algn="just">
              <a:lnSpc>
                <a:spcPts val="2376"/>
              </a:lnSpc>
            </a:pPr>
            <a:endParaRPr lang="en-US" sz="2000" spc="84" dirty="0">
              <a:solidFill>
                <a:srgbClr val="000000"/>
              </a:solidFill>
              <a:latin typeface="Inter Light"/>
              <a:ea typeface="Inter Light"/>
              <a:cs typeface="Inter Light"/>
              <a:sym typeface="Inter Light"/>
            </a:endParaRPr>
          </a:p>
          <a:p>
            <a:pPr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2000" b="1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Proxy-Based</a:t>
            </a: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− buffers and rebuilds</a:t>
            </a:r>
          </a:p>
          <a:p>
            <a:pPr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entire files or messages before inspecting </a:t>
            </a:r>
          </a:p>
          <a:p>
            <a:pPr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them, offering more thorough analysis and</a:t>
            </a:r>
          </a:p>
          <a:p>
            <a:pPr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more actions, but at the cost of higher</a:t>
            </a:r>
          </a:p>
          <a:p>
            <a:pPr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latency and resource usage</a:t>
            </a:r>
          </a:p>
          <a:p>
            <a:pPr algn="just">
              <a:lnSpc>
                <a:spcPts val="2376"/>
              </a:lnSpc>
            </a:pPr>
            <a:endParaRPr lang="en-US" sz="2000" spc="84" dirty="0">
              <a:solidFill>
                <a:srgbClr val="000000"/>
              </a:solidFill>
              <a:latin typeface="Inter Light"/>
              <a:ea typeface="Inter Light"/>
              <a:cs typeface="Inter Light"/>
              <a:sym typeface="Inter Light"/>
            </a:endParaRPr>
          </a:p>
          <a:p>
            <a:pPr algn="just">
              <a:lnSpc>
                <a:spcPts val="2376"/>
              </a:lnSpc>
            </a:pPr>
            <a:endParaRPr lang="en-US" sz="2000" spc="84" dirty="0">
              <a:solidFill>
                <a:srgbClr val="000000"/>
              </a:solidFill>
              <a:latin typeface="Inter Light"/>
              <a:ea typeface="Inter Light"/>
              <a:cs typeface="Inter Light"/>
              <a:sym typeface="Inter Light"/>
            </a:endParaRPr>
          </a:p>
          <a:p>
            <a:pPr algn="just">
              <a:lnSpc>
                <a:spcPts val="2376"/>
              </a:lnSpc>
            </a:pPr>
            <a:r>
              <a:rPr lang="en-US" sz="2000" dirty="0">
                <a:latin typeface="Inter Light" panose="020B0604020202020204" charset="0"/>
                <a:ea typeface="Inter Light" panose="020B0604020202020204" charset="0"/>
              </a:rPr>
              <a:t> </a:t>
            </a:r>
            <a:r>
              <a:rPr lang="en-US" sz="2000" b="1" dirty="0">
                <a:latin typeface="Inter Light" panose="020B0604020202020204" charset="0"/>
                <a:ea typeface="Inter Light" panose="020B0604020202020204" charset="0"/>
              </a:rPr>
              <a:t>Signature-based</a:t>
            </a:r>
            <a:r>
              <a:rPr lang="en-US" sz="2000" dirty="0">
                <a:latin typeface="Inter Light" panose="020B0604020202020204" charset="0"/>
                <a:ea typeface="Inter Light" panose="020B0604020202020204" charset="0"/>
              </a:rPr>
              <a:t> </a:t>
            </a: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− </a:t>
            </a:r>
            <a:r>
              <a:rPr lang="en-US" sz="2000" dirty="0">
                <a:latin typeface="Inter Light" panose="020B0604020202020204" charset="0"/>
                <a:ea typeface="Inter Light" panose="020B0604020202020204" charset="0"/>
              </a:rPr>
              <a:t>detection in FortiGate </a:t>
            </a:r>
          </a:p>
          <a:p>
            <a:pPr algn="just">
              <a:lnSpc>
                <a:spcPts val="2376"/>
              </a:lnSpc>
            </a:pPr>
            <a:r>
              <a:rPr lang="en-US" sz="2000" dirty="0">
                <a:latin typeface="Inter Light" panose="020B0604020202020204" charset="0"/>
                <a:ea typeface="Inter Light" panose="020B0604020202020204" charset="0"/>
              </a:rPr>
              <a:t> (and most antivirus engines) works</a:t>
            </a:r>
          </a:p>
          <a:p>
            <a:pPr algn="just">
              <a:lnSpc>
                <a:spcPts val="2376"/>
              </a:lnSpc>
            </a:pPr>
            <a:r>
              <a:rPr lang="en-US" sz="2000" dirty="0">
                <a:latin typeface="Inter Light" panose="020B0604020202020204" charset="0"/>
                <a:ea typeface="Inter Light" panose="020B0604020202020204" charset="0"/>
              </a:rPr>
              <a:t> by matching known malicious patterns</a:t>
            </a:r>
            <a:endParaRPr lang="en-US" sz="2000" spc="84" dirty="0">
              <a:solidFill>
                <a:srgbClr val="000000"/>
              </a:solidFill>
              <a:latin typeface="Inter Light" panose="020B0604020202020204" charset="0"/>
              <a:ea typeface="Inter Light" panose="020B0604020202020204" charset="0"/>
              <a:cs typeface="Inter Light"/>
              <a:sym typeface="Inter Light"/>
            </a:endParaRPr>
          </a:p>
        </p:txBody>
      </p:sp>
    </p:spTree>
    <p:extLst>
      <p:ext uri="{BB962C8B-B14F-4D97-AF65-F5344CB8AC3E}">
        <p14:creationId xmlns:p14="http://schemas.microsoft.com/office/powerpoint/2010/main" val="19366172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271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1028700"/>
            <a:ext cx="8027948" cy="8229600"/>
            <a:chOff x="0" y="0"/>
            <a:chExt cx="10703931" cy="10972800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0"/>
              <a:ext cx="10703931" cy="10972800"/>
              <a:chOff x="0" y="0"/>
              <a:chExt cx="2114357" cy="2167467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114357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2114357" h="2167467">
                    <a:moveTo>
                      <a:pt x="38575" y="0"/>
                    </a:moveTo>
                    <a:lnTo>
                      <a:pt x="2075782" y="0"/>
                    </a:lnTo>
                    <a:cubicBezTo>
                      <a:pt x="2086013" y="0"/>
                      <a:pt x="2095824" y="4064"/>
                      <a:pt x="2103058" y="11298"/>
                    </a:cubicBezTo>
                    <a:cubicBezTo>
                      <a:pt x="2110293" y="18532"/>
                      <a:pt x="2114357" y="28344"/>
                      <a:pt x="2114357" y="38575"/>
                    </a:cubicBezTo>
                    <a:lnTo>
                      <a:pt x="2114357" y="2128892"/>
                    </a:lnTo>
                    <a:cubicBezTo>
                      <a:pt x="2114357" y="2139123"/>
                      <a:pt x="2110293" y="2148934"/>
                      <a:pt x="2103058" y="2156168"/>
                    </a:cubicBezTo>
                    <a:cubicBezTo>
                      <a:pt x="2095824" y="2163403"/>
                      <a:pt x="2086013" y="2167467"/>
                      <a:pt x="2075782" y="2167467"/>
                    </a:cubicBezTo>
                    <a:lnTo>
                      <a:pt x="38575" y="2167467"/>
                    </a:lnTo>
                    <a:cubicBezTo>
                      <a:pt x="28344" y="2167467"/>
                      <a:pt x="18532" y="2163403"/>
                      <a:pt x="11298" y="2156168"/>
                    </a:cubicBezTo>
                    <a:cubicBezTo>
                      <a:pt x="4064" y="2148934"/>
                      <a:pt x="0" y="2139123"/>
                      <a:pt x="0" y="2128892"/>
                    </a:cubicBezTo>
                    <a:lnTo>
                      <a:pt x="0" y="38575"/>
                    </a:lnTo>
                    <a:cubicBezTo>
                      <a:pt x="0" y="28344"/>
                      <a:pt x="4064" y="18532"/>
                      <a:pt x="11298" y="11298"/>
                    </a:cubicBezTo>
                    <a:cubicBezTo>
                      <a:pt x="18532" y="4064"/>
                      <a:pt x="28344" y="0"/>
                      <a:pt x="38575" y="0"/>
                    </a:cubicBezTo>
                    <a:close/>
                  </a:path>
                </a:pathLst>
              </a:custGeom>
              <a:solidFill>
                <a:srgbClr val="F4F8FF"/>
              </a:solidFill>
              <a:ln w="1905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" name="TextBox 5"/>
              <p:cNvSpPr txBox="1"/>
              <p:nvPr/>
            </p:nvSpPr>
            <p:spPr>
              <a:xfrm>
                <a:off x="0" y="-38100"/>
                <a:ext cx="2114357" cy="22055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>
              <a:off x="532397" y="424488"/>
              <a:ext cx="379586" cy="379586"/>
              <a:chOff x="0" y="0"/>
              <a:chExt cx="812800" cy="81280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85954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grpSp>
          <p:nvGrpSpPr>
            <p:cNvPr id="9" name="Group 9"/>
            <p:cNvGrpSpPr/>
            <p:nvPr/>
          </p:nvGrpSpPr>
          <p:grpSpPr>
            <a:xfrm>
              <a:off x="1075615" y="424488"/>
              <a:ext cx="379586" cy="379586"/>
              <a:chOff x="0" y="0"/>
              <a:chExt cx="812800" cy="812800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8C954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grpSp>
          <p:nvGrpSpPr>
            <p:cNvPr id="12" name="Group 12"/>
            <p:cNvGrpSpPr/>
            <p:nvPr/>
          </p:nvGrpSpPr>
          <p:grpSpPr>
            <a:xfrm>
              <a:off x="1620301" y="424488"/>
              <a:ext cx="379586" cy="379586"/>
              <a:chOff x="0" y="0"/>
              <a:chExt cx="812800" cy="812800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DCF854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grpSp>
        <p:nvGrpSpPr>
          <p:cNvPr id="15" name="Group 15"/>
          <p:cNvGrpSpPr/>
          <p:nvPr/>
        </p:nvGrpSpPr>
        <p:grpSpPr>
          <a:xfrm>
            <a:off x="9231352" y="1028700"/>
            <a:ext cx="8027948" cy="8229600"/>
            <a:chOff x="0" y="0"/>
            <a:chExt cx="10703931" cy="10972800"/>
          </a:xfrm>
        </p:grpSpPr>
        <p:grpSp>
          <p:nvGrpSpPr>
            <p:cNvPr id="16" name="Group 16"/>
            <p:cNvGrpSpPr/>
            <p:nvPr/>
          </p:nvGrpSpPr>
          <p:grpSpPr>
            <a:xfrm>
              <a:off x="0" y="0"/>
              <a:ext cx="10703931" cy="10972800"/>
              <a:chOff x="0" y="0"/>
              <a:chExt cx="2114357" cy="2167467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2114357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2114357" h="2167467">
                    <a:moveTo>
                      <a:pt x="38575" y="0"/>
                    </a:moveTo>
                    <a:lnTo>
                      <a:pt x="2075782" y="0"/>
                    </a:lnTo>
                    <a:cubicBezTo>
                      <a:pt x="2086013" y="0"/>
                      <a:pt x="2095824" y="4064"/>
                      <a:pt x="2103058" y="11298"/>
                    </a:cubicBezTo>
                    <a:cubicBezTo>
                      <a:pt x="2110293" y="18532"/>
                      <a:pt x="2114357" y="28344"/>
                      <a:pt x="2114357" y="38575"/>
                    </a:cubicBezTo>
                    <a:lnTo>
                      <a:pt x="2114357" y="2128892"/>
                    </a:lnTo>
                    <a:cubicBezTo>
                      <a:pt x="2114357" y="2139123"/>
                      <a:pt x="2110293" y="2148934"/>
                      <a:pt x="2103058" y="2156168"/>
                    </a:cubicBezTo>
                    <a:cubicBezTo>
                      <a:pt x="2095824" y="2163403"/>
                      <a:pt x="2086013" y="2167467"/>
                      <a:pt x="2075782" y="2167467"/>
                    </a:cubicBezTo>
                    <a:lnTo>
                      <a:pt x="38575" y="2167467"/>
                    </a:lnTo>
                    <a:cubicBezTo>
                      <a:pt x="28344" y="2167467"/>
                      <a:pt x="18532" y="2163403"/>
                      <a:pt x="11298" y="2156168"/>
                    </a:cubicBezTo>
                    <a:cubicBezTo>
                      <a:pt x="4064" y="2148934"/>
                      <a:pt x="0" y="2139123"/>
                      <a:pt x="0" y="2128892"/>
                    </a:cubicBezTo>
                    <a:lnTo>
                      <a:pt x="0" y="38575"/>
                    </a:lnTo>
                    <a:cubicBezTo>
                      <a:pt x="0" y="28344"/>
                      <a:pt x="4064" y="18532"/>
                      <a:pt x="11298" y="11298"/>
                    </a:cubicBezTo>
                    <a:cubicBezTo>
                      <a:pt x="18532" y="4064"/>
                      <a:pt x="28344" y="0"/>
                      <a:pt x="38575" y="0"/>
                    </a:cubicBezTo>
                    <a:close/>
                  </a:path>
                </a:pathLst>
              </a:custGeom>
              <a:solidFill>
                <a:srgbClr val="F4F8FF"/>
              </a:solidFill>
              <a:ln w="1905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0" y="-38100"/>
                <a:ext cx="2114357" cy="22055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21" name="TextBox 21"/>
            <p:cNvSpPr txBox="1"/>
            <p:nvPr/>
          </p:nvSpPr>
          <p:spPr>
            <a:xfrm>
              <a:off x="567984" y="442281"/>
              <a:ext cx="308413" cy="3262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111201" y="442281"/>
              <a:ext cx="308413" cy="3262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655888" y="442281"/>
              <a:ext cx="308413" cy="3262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1999526" y="2098858"/>
            <a:ext cx="6382474" cy="70788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2376"/>
              </a:lnSpc>
            </a:pPr>
            <a:r>
              <a:rPr lang="en-US" sz="2000" b="1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Proxy-Based Mode </a:t>
            </a: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– all features with </a:t>
            </a:r>
          </a:p>
          <a:p>
            <a:pPr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the letter     are added in this mode (more features exist)</a:t>
            </a:r>
          </a:p>
          <a:p>
            <a:pPr algn="just">
              <a:lnSpc>
                <a:spcPts val="2376"/>
              </a:lnSpc>
            </a:pPr>
            <a:endParaRPr lang="en-US" sz="2000" spc="84" dirty="0">
              <a:solidFill>
                <a:srgbClr val="000000"/>
              </a:solidFill>
              <a:latin typeface="Inter Light"/>
              <a:ea typeface="Inter Light"/>
              <a:cs typeface="Inter Light"/>
              <a:sym typeface="Inter Light"/>
            </a:endParaRPr>
          </a:p>
          <a:p>
            <a:pPr algn="just">
              <a:lnSpc>
                <a:spcPts val="2376"/>
              </a:lnSpc>
            </a:pPr>
            <a:r>
              <a:rPr lang="en-US" sz="2000" b="1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MAPI</a:t>
            </a: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− Allows FortiGate to inspect and scan </a:t>
            </a:r>
          </a:p>
          <a:p>
            <a:pPr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email attachments and content sent over MAPI </a:t>
            </a:r>
          </a:p>
          <a:p>
            <a:pPr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for malware or threats, supported in </a:t>
            </a:r>
          </a:p>
          <a:p>
            <a:pPr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proxy-based antivirus mode (from FortiOS 6.2+)</a:t>
            </a:r>
          </a:p>
          <a:p>
            <a:pPr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FortiGate can scan email traffic using protocols</a:t>
            </a:r>
          </a:p>
          <a:p>
            <a:pPr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POP3 / IMAP / SMTP − traditional email </a:t>
            </a:r>
          </a:p>
          <a:p>
            <a:pPr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protocols.</a:t>
            </a:r>
          </a:p>
          <a:p>
            <a:pPr algn="just">
              <a:lnSpc>
                <a:spcPts val="2376"/>
              </a:lnSpc>
            </a:pPr>
            <a:endParaRPr lang="en-US" sz="2000" spc="84" dirty="0">
              <a:solidFill>
                <a:srgbClr val="000000"/>
              </a:solidFill>
              <a:latin typeface="Inter Light"/>
              <a:ea typeface="Inter Light"/>
              <a:cs typeface="Inter Light"/>
              <a:sym typeface="Inter Light"/>
            </a:endParaRPr>
          </a:p>
          <a:p>
            <a:pPr algn="just">
              <a:lnSpc>
                <a:spcPts val="2376"/>
              </a:lnSpc>
            </a:pPr>
            <a:r>
              <a:rPr lang="en-US" sz="2000" b="1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SSH</a:t>
            </a: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− Allows FortiGate to inspect and block </a:t>
            </a:r>
          </a:p>
          <a:p>
            <a:pPr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certain commands (e.g. SCP file transfer)</a:t>
            </a:r>
          </a:p>
          <a:p>
            <a:pPr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Content Disarm and Reconstruction − Strips </a:t>
            </a:r>
          </a:p>
          <a:p>
            <a:pPr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potentially malicious active content from files </a:t>
            </a:r>
          </a:p>
          <a:p>
            <a:pPr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(like macros, scripts, embedded links).</a:t>
            </a:r>
          </a:p>
          <a:p>
            <a:pPr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Reconstructs a "clean" version of the file for </a:t>
            </a:r>
          </a:p>
          <a:p>
            <a:pPr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the user. (Microsoft Office docs, PDFs, RTF,</a:t>
            </a:r>
          </a:p>
          <a:p>
            <a:pPr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file images − limited), Deliver the clean version</a:t>
            </a:r>
          </a:p>
          <a:p>
            <a:pPr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of the file to the user while the infected one was</a:t>
            </a:r>
          </a:p>
          <a:p>
            <a:pPr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discarded or quarantined.</a:t>
            </a:r>
          </a:p>
          <a:p>
            <a:pPr algn="just">
              <a:lnSpc>
                <a:spcPts val="2376"/>
              </a:lnSpc>
            </a:pPr>
            <a:endParaRPr lang="en-US" sz="2000" spc="84" dirty="0">
              <a:solidFill>
                <a:srgbClr val="000000"/>
              </a:solidFill>
              <a:latin typeface="Inter Light"/>
              <a:ea typeface="Inter Light"/>
              <a:cs typeface="Inter Light"/>
              <a:sym typeface="Inter Light"/>
            </a:endParaRP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BF289673-5969-47F7-7DE7-C406BFB076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1400" y="2417648"/>
            <a:ext cx="314325" cy="285750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659577BA-9BCD-1518-194E-F3F5C2995E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2995" y="1360411"/>
            <a:ext cx="6805838" cy="67752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271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CA686D-4117-3D99-CA80-BB2403B8F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E82E570-A596-FB3D-1238-6537E9988BA0}"/>
              </a:ext>
            </a:extLst>
          </p:cNvPr>
          <p:cNvGrpSpPr/>
          <p:nvPr/>
        </p:nvGrpSpPr>
        <p:grpSpPr>
          <a:xfrm>
            <a:off x="1028700" y="1028700"/>
            <a:ext cx="8027948" cy="8229600"/>
            <a:chOff x="0" y="0"/>
            <a:chExt cx="10703931" cy="10972800"/>
          </a:xfrm>
        </p:grpSpPr>
        <p:grpSp>
          <p:nvGrpSpPr>
            <p:cNvPr id="3" name="Group 3">
              <a:extLst>
                <a:ext uri="{FF2B5EF4-FFF2-40B4-BE49-F238E27FC236}">
                  <a16:creationId xmlns:a16="http://schemas.microsoft.com/office/drawing/2014/main" id="{052BF0A9-0023-D6DE-F423-C740ADCC8F92}"/>
                </a:ext>
              </a:extLst>
            </p:cNvPr>
            <p:cNvGrpSpPr/>
            <p:nvPr/>
          </p:nvGrpSpPr>
          <p:grpSpPr>
            <a:xfrm>
              <a:off x="0" y="0"/>
              <a:ext cx="10703931" cy="10972800"/>
              <a:chOff x="0" y="0"/>
              <a:chExt cx="2114357" cy="2167467"/>
            </a:xfrm>
          </p:grpSpPr>
          <p:sp>
            <p:nvSpPr>
              <p:cNvPr id="4" name="Freeform 4">
                <a:extLst>
                  <a:ext uri="{FF2B5EF4-FFF2-40B4-BE49-F238E27FC236}">
                    <a16:creationId xmlns:a16="http://schemas.microsoft.com/office/drawing/2014/main" id="{9BB5EDFD-F0D6-4B1F-9B64-A069DEA2B29B}"/>
                  </a:ext>
                </a:extLst>
              </p:cNvPr>
              <p:cNvSpPr/>
              <p:nvPr/>
            </p:nvSpPr>
            <p:spPr>
              <a:xfrm>
                <a:off x="0" y="0"/>
                <a:ext cx="2114357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2114357" h="2167467">
                    <a:moveTo>
                      <a:pt x="38575" y="0"/>
                    </a:moveTo>
                    <a:lnTo>
                      <a:pt x="2075782" y="0"/>
                    </a:lnTo>
                    <a:cubicBezTo>
                      <a:pt x="2086013" y="0"/>
                      <a:pt x="2095824" y="4064"/>
                      <a:pt x="2103058" y="11298"/>
                    </a:cubicBezTo>
                    <a:cubicBezTo>
                      <a:pt x="2110293" y="18532"/>
                      <a:pt x="2114357" y="28344"/>
                      <a:pt x="2114357" y="38575"/>
                    </a:cubicBezTo>
                    <a:lnTo>
                      <a:pt x="2114357" y="2128892"/>
                    </a:lnTo>
                    <a:cubicBezTo>
                      <a:pt x="2114357" y="2139123"/>
                      <a:pt x="2110293" y="2148934"/>
                      <a:pt x="2103058" y="2156168"/>
                    </a:cubicBezTo>
                    <a:cubicBezTo>
                      <a:pt x="2095824" y="2163403"/>
                      <a:pt x="2086013" y="2167467"/>
                      <a:pt x="2075782" y="2167467"/>
                    </a:cubicBezTo>
                    <a:lnTo>
                      <a:pt x="38575" y="2167467"/>
                    </a:lnTo>
                    <a:cubicBezTo>
                      <a:pt x="28344" y="2167467"/>
                      <a:pt x="18532" y="2163403"/>
                      <a:pt x="11298" y="2156168"/>
                    </a:cubicBezTo>
                    <a:cubicBezTo>
                      <a:pt x="4064" y="2148934"/>
                      <a:pt x="0" y="2139123"/>
                      <a:pt x="0" y="2128892"/>
                    </a:cubicBezTo>
                    <a:lnTo>
                      <a:pt x="0" y="38575"/>
                    </a:lnTo>
                    <a:cubicBezTo>
                      <a:pt x="0" y="28344"/>
                      <a:pt x="4064" y="18532"/>
                      <a:pt x="11298" y="11298"/>
                    </a:cubicBezTo>
                    <a:cubicBezTo>
                      <a:pt x="18532" y="4064"/>
                      <a:pt x="28344" y="0"/>
                      <a:pt x="38575" y="0"/>
                    </a:cubicBezTo>
                    <a:close/>
                  </a:path>
                </a:pathLst>
              </a:custGeom>
              <a:solidFill>
                <a:srgbClr val="F4F8FF"/>
              </a:solidFill>
              <a:ln w="1905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" name="TextBox 5">
                <a:extLst>
                  <a:ext uri="{FF2B5EF4-FFF2-40B4-BE49-F238E27FC236}">
                    <a16:creationId xmlns:a16="http://schemas.microsoft.com/office/drawing/2014/main" id="{35FF3CE8-BFAD-EE97-2C1C-2C6C5AE3093B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2114357" cy="22055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6" name="Group 6">
              <a:extLst>
                <a:ext uri="{FF2B5EF4-FFF2-40B4-BE49-F238E27FC236}">
                  <a16:creationId xmlns:a16="http://schemas.microsoft.com/office/drawing/2014/main" id="{10A6EBDF-34D6-091E-A203-F5223EB6095A}"/>
                </a:ext>
              </a:extLst>
            </p:cNvPr>
            <p:cNvGrpSpPr/>
            <p:nvPr/>
          </p:nvGrpSpPr>
          <p:grpSpPr>
            <a:xfrm>
              <a:off x="532397" y="424488"/>
              <a:ext cx="379586" cy="379586"/>
              <a:chOff x="0" y="0"/>
              <a:chExt cx="812800" cy="812800"/>
            </a:xfrm>
          </p:grpSpPr>
          <p:sp>
            <p:nvSpPr>
              <p:cNvPr id="7" name="Freeform 7">
                <a:extLst>
                  <a:ext uri="{FF2B5EF4-FFF2-40B4-BE49-F238E27FC236}">
                    <a16:creationId xmlns:a16="http://schemas.microsoft.com/office/drawing/2014/main" id="{8CB3BB54-256C-5DA4-7294-55EDF2F72B9B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85954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" name="TextBox 8">
                <a:extLst>
                  <a:ext uri="{FF2B5EF4-FFF2-40B4-BE49-F238E27FC236}">
                    <a16:creationId xmlns:a16="http://schemas.microsoft.com/office/drawing/2014/main" id="{30188549-5F5D-650F-3432-AB339872C2D1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9C83F379-8772-7CEC-5D89-F0E8E9072D8D}"/>
                </a:ext>
              </a:extLst>
            </p:cNvPr>
            <p:cNvGrpSpPr/>
            <p:nvPr/>
          </p:nvGrpSpPr>
          <p:grpSpPr>
            <a:xfrm>
              <a:off x="1075615" y="424488"/>
              <a:ext cx="379586" cy="379586"/>
              <a:chOff x="0" y="0"/>
              <a:chExt cx="812800" cy="812800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23F0371A-2383-8CCE-FD62-F8EA84AFA3FB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8C954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1CDDF9DC-A19C-B14E-11A4-2E6F07B4D8D8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AE2BDD98-E75C-A2FE-31D9-3960B3C566D3}"/>
                </a:ext>
              </a:extLst>
            </p:cNvPr>
            <p:cNvGrpSpPr/>
            <p:nvPr/>
          </p:nvGrpSpPr>
          <p:grpSpPr>
            <a:xfrm>
              <a:off x="1620301" y="424488"/>
              <a:ext cx="379586" cy="379586"/>
              <a:chOff x="0" y="0"/>
              <a:chExt cx="812800" cy="812800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0D6572CC-78E3-05E6-CC17-169B4EF249D4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DCF854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EDE9B11D-D8B1-3B67-8733-39ACE2BC06DA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grpSp>
        <p:nvGrpSpPr>
          <p:cNvPr id="15" name="Group 15">
            <a:extLst>
              <a:ext uri="{FF2B5EF4-FFF2-40B4-BE49-F238E27FC236}">
                <a16:creationId xmlns:a16="http://schemas.microsoft.com/office/drawing/2014/main" id="{AD5872DB-6541-DDB2-021F-658ECCAA950F}"/>
              </a:ext>
            </a:extLst>
          </p:cNvPr>
          <p:cNvGrpSpPr/>
          <p:nvPr/>
        </p:nvGrpSpPr>
        <p:grpSpPr>
          <a:xfrm>
            <a:off x="9231352" y="1028700"/>
            <a:ext cx="8027948" cy="8229600"/>
            <a:chOff x="0" y="0"/>
            <a:chExt cx="10703931" cy="10972800"/>
          </a:xfrm>
        </p:grpSpPr>
        <p:grpSp>
          <p:nvGrpSpPr>
            <p:cNvPr id="16" name="Group 16">
              <a:extLst>
                <a:ext uri="{FF2B5EF4-FFF2-40B4-BE49-F238E27FC236}">
                  <a16:creationId xmlns:a16="http://schemas.microsoft.com/office/drawing/2014/main" id="{5F12ED80-DAB6-5F0B-50A0-C61FBFCF2B0B}"/>
                </a:ext>
              </a:extLst>
            </p:cNvPr>
            <p:cNvGrpSpPr/>
            <p:nvPr/>
          </p:nvGrpSpPr>
          <p:grpSpPr>
            <a:xfrm>
              <a:off x="0" y="0"/>
              <a:ext cx="10703931" cy="10972800"/>
              <a:chOff x="0" y="0"/>
              <a:chExt cx="2114357" cy="2167467"/>
            </a:xfrm>
          </p:grpSpPr>
          <p:sp>
            <p:nvSpPr>
              <p:cNvPr id="17" name="Freeform 17">
                <a:extLst>
                  <a:ext uri="{FF2B5EF4-FFF2-40B4-BE49-F238E27FC236}">
                    <a16:creationId xmlns:a16="http://schemas.microsoft.com/office/drawing/2014/main" id="{5001622D-51B4-7EFE-BD82-F6F126E414B4}"/>
                  </a:ext>
                </a:extLst>
              </p:cNvPr>
              <p:cNvSpPr/>
              <p:nvPr/>
            </p:nvSpPr>
            <p:spPr>
              <a:xfrm>
                <a:off x="0" y="0"/>
                <a:ext cx="2114357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2114357" h="2167467">
                    <a:moveTo>
                      <a:pt x="38575" y="0"/>
                    </a:moveTo>
                    <a:lnTo>
                      <a:pt x="2075782" y="0"/>
                    </a:lnTo>
                    <a:cubicBezTo>
                      <a:pt x="2086013" y="0"/>
                      <a:pt x="2095824" y="4064"/>
                      <a:pt x="2103058" y="11298"/>
                    </a:cubicBezTo>
                    <a:cubicBezTo>
                      <a:pt x="2110293" y="18532"/>
                      <a:pt x="2114357" y="28344"/>
                      <a:pt x="2114357" y="38575"/>
                    </a:cubicBezTo>
                    <a:lnTo>
                      <a:pt x="2114357" y="2128892"/>
                    </a:lnTo>
                    <a:cubicBezTo>
                      <a:pt x="2114357" y="2139123"/>
                      <a:pt x="2110293" y="2148934"/>
                      <a:pt x="2103058" y="2156168"/>
                    </a:cubicBezTo>
                    <a:cubicBezTo>
                      <a:pt x="2095824" y="2163403"/>
                      <a:pt x="2086013" y="2167467"/>
                      <a:pt x="2075782" y="2167467"/>
                    </a:cubicBezTo>
                    <a:lnTo>
                      <a:pt x="38575" y="2167467"/>
                    </a:lnTo>
                    <a:cubicBezTo>
                      <a:pt x="28344" y="2167467"/>
                      <a:pt x="18532" y="2163403"/>
                      <a:pt x="11298" y="2156168"/>
                    </a:cubicBezTo>
                    <a:cubicBezTo>
                      <a:pt x="4064" y="2148934"/>
                      <a:pt x="0" y="2139123"/>
                      <a:pt x="0" y="2128892"/>
                    </a:cubicBezTo>
                    <a:lnTo>
                      <a:pt x="0" y="38575"/>
                    </a:lnTo>
                    <a:cubicBezTo>
                      <a:pt x="0" y="28344"/>
                      <a:pt x="4064" y="18532"/>
                      <a:pt x="11298" y="11298"/>
                    </a:cubicBezTo>
                    <a:cubicBezTo>
                      <a:pt x="18532" y="4064"/>
                      <a:pt x="28344" y="0"/>
                      <a:pt x="38575" y="0"/>
                    </a:cubicBezTo>
                    <a:close/>
                  </a:path>
                </a:pathLst>
              </a:custGeom>
              <a:solidFill>
                <a:srgbClr val="F4F8FF"/>
              </a:solidFill>
              <a:ln w="1905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8" name="TextBox 18">
                <a:extLst>
                  <a:ext uri="{FF2B5EF4-FFF2-40B4-BE49-F238E27FC236}">
                    <a16:creationId xmlns:a16="http://schemas.microsoft.com/office/drawing/2014/main" id="{CE8E7D84-9983-BAE0-522F-C13F5288614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2114357" cy="22055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21" name="TextBox 21">
              <a:extLst>
                <a:ext uri="{FF2B5EF4-FFF2-40B4-BE49-F238E27FC236}">
                  <a16:creationId xmlns:a16="http://schemas.microsoft.com/office/drawing/2014/main" id="{69B4E44A-9F65-5AE0-F63E-BBCB8470DF46}"/>
                </a:ext>
              </a:extLst>
            </p:cNvPr>
            <p:cNvSpPr txBox="1"/>
            <p:nvPr/>
          </p:nvSpPr>
          <p:spPr>
            <a:xfrm>
              <a:off x="567984" y="442281"/>
              <a:ext cx="308413" cy="3262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833536EF-3819-0479-4A30-D95C171D5185}"/>
                </a:ext>
              </a:extLst>
            </p:cNvPr>
            <p:cNvSpPr txBox="1"/>
            <p:nvPr/>
          </p:nvSpPr>
          <p:spPr>
            <a:xfrm>
              <a:off x="1655888" y="442281"/>
              <a:ext cx="308413" cy="3262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dirty="0"/>
            </a:p>
          </p:txBody>
        </p:sp>
      </p:grpSp>
      <p:sp>
        <p:nvSpPr>
          <p:cNvPr id="30" name="TextBox 30">
            <a:extLst>
              <a:ext uri="{FF2B5EF4-FFF2-40B4-BE49-F238E27FC236}">
                <a16:creationId xmlns:a16="http://schemas.microsoft.com/office/drawing/2014/main" id="{E031E313-54AC-748E-2E40-EBD73CA8D5D4}"/>
              </a:ext>
            </a:extLst>
          </p:cNvPr>
          <p:cNvSpPr txBox="1"/>
          <p:nvPr/>
        </p:nvSpPr>
        <p:spPr>
          <a:xfrm>
            <a:off x="1999526" y="2098858"/>
            <a:ext cx="6382474" cy="523220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2376"/>
              </a:lnSpc>
            </a:pPr>
            <a:r>
              <a:rPr lang="en-US" sz="2000" b="1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Antivirus scan</a:t>
            </a: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− should be at least one protocol active to be applied, whatever the mode of </a:t>
            </a:r>
          </a:p>
          <a:p>
            <a:pPr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operation is applied (Flow-based / Proxy-based)</a:t>
            </a:r>
          </a:p>
          <a:p>
            <a:pPr algn="just">
              <a:lnSpc>
                <a:spcPts val="2376"/>
              </a:lnSpc>
            </a:pPr>
            <a:endParaRPr lang="en-US" sz="2000" spc="84" dirty="0">
              <a:solidFill>
                <a:srgbClr val="000000"/>
              </a:solidFill>
              <a:latin typeface="Inter Light"/>
              <a:ea typeface="Inter Light"/>
              <a:cs typeface="Inter Light"/>
              <a:sym typeface="Inter Light"/>
            </a:endParaRPr>
          </a:p>
          <a:p>
            <a:pPr algn="just">
              <a:lnSpc>
                <a:spcPts val="2376"/>
              </a:lnSpc>
            </a:pPr>
            <a:endParaRPr lang="en-US" sz="2000" spc="84" dirty="0">
              <a:solidFill>
                <a:srgbClr val="000000"/>
              </a:solidFill>
              <a:latin typeface="Inter Light"/>
              <a:ea typeface="Inter Light"/>
              <a:cs typeface="Inter Light"/>
              <a:sym typeface="Inter Light"/>
            </a:endParaRPr>
          </a:p>
          <a:p>
            <a:pPr algn="just">
              <a:lnSpc>
                <a:spcPts val="2376"/>
              </a:lnSpc>
            </a:pPr>
            <a:r>
              <a:rPr lang="en-US" sz="2000" b="1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Advanced</a:t>
            </a: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2000" b="1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Options</a:t>
            </a: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– Heuristics: </a:t>
            </a:r>
          </a:p>
          <a:p>
            <a:pPr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detects unknown or zero-day malware by </a:t>
            </a:r>
          </a:p>
          <a:p>
            <a:pPr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analyzing behavior and patterns, Adds an </a:t>
            </a:r>
          </a:p>
          <a:p>
            <a:pPr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extra layer of detection beyond signature </a:t>
            </a:r>
          </a:p>
          <a:p>
            <a:pPr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matching.</a:t>
            </a:r>
          </a:p>
          <a:p>
            <a:pPr algn="just">
              <a:lnSpc>
                <a:spcPts val="2376"/>
              </a:lnSpc>
            </a:pPr>
            <a:endParaRPr lang="en-US" sz="2000" spc="84" dirty="0">
              <a:solidFill>
                <a:srgbClr val="000000"/>
              </a:solidFill>
              <a:latin typeface="Inter Light"/>
              <a:ea typeface="Inter Light"/>
              <a:cs typeface="Inter Light"/>
              <a:sym typeface="Inter Light"/>
            </a:endParaRPr>
          </a:p>
          <a:p>
            <a:pPr algn="just">
              <a:lnSpc>
                <a:spcPts val="2376"/>
              </a:lnSpc>
            </a:pPr>
            <a:r>
              <a:rPr lang="en-US" sz="2000" b="1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Extended Threat Database</a:t>
            </a: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: </a:t>
            </a:r>
          </a:p>
          <a:p>
            <a:pPr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Use a larger, more comprehensive database of </a:t>
            </a:r>
          </a:p>
          <a:p>
            <a:pPr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virus signatures from FortiGuard, which </a:t>
            </a:r>
          </a:p>
          <a:p>
            <a:pPr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increases detection rate, especially for lesser-known or region-specific threats, but slightly </a:t>
            </a:r>
          </a:p>
          <a:p>
            <a:pPr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higher resource usage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20C51BA4-D310-25CC-20E0-DB1129C2E3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8649" y="1494854"/>
            <a:ext cx="6663233" cy="6544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99560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271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AD9163-FDC4-5C16-A165-588CCE6158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431FB359-27EB-0007-EBB8-18A1E2B79FB1}"/>
              </a:ext>
            </a:extLst>
          </p:cNvPr>
          <p:cNvGrpSpPr/>
          <p:nvPr/>
        </p:nvGrpSpPr>
        <p:grpSpPr>
          <a:xfrm>
            <a:off x="1028700" y="1028700"/>
            <a:ext cx="8027948" cy="8229600"/>
            <a:chOff x="0" y="0"/>
            <a:chExt cx="10703931" cy="10972800"/>
          </a:xfrm>
        </p:grpSpPr>
        <p:grpSp>
          <p:nvGrpSpPr>
            <p:cNvPr id="3" name="Group 3">
              <a:extLst>
                <a:ext uri="{FF2B5EF4-FFF2-40B4-BE49-F238E27FC236}">
                  <a16:creationId xmlns:a16="http://schemas.microsoft.com/office/drawing/2014/main" id="{34BA79A7-881F-561C-682D-83DBC9CAEDD6}"/>
                </a:ext>
              </a:extLst>
            </p:cNvPr>
            <p:cNvGrpSpPr/>
            <p:nvPr/>
          </p:nvGrpSpPr>
          <p:grpSpPr>
            <a:xfrm>
              <a:off x="0" y="0"/>
              <a:ext cx="10703931" cy="10972800"/>
              <a:chOff x="0" y="0"/>
              <a:chExt cx="2114357" cy="2167467"/>
            </a:xfrm>
          </p:grpSpPr>
          <p:sp>
            <p:nvSpPr>
              <p:cNvPr id="4" name="Freeform 4">
                <a:extLst>
                  <a:ext uri="{FF2B5EF4-FFF2-40B4-BE49-F238E27FC236}">
                    <a16:creationId xmlns:a16="http://schemas.microsoft.com/office/drawing/2014/main" id="{637059E8-45F5-FF48-8086-B3F5FB1C3038}"/>
                  </a:ext>
                </a:extLst>
              </p:cNvPr>
              <p:cNvSpPr/>
              <p:nvPr/>
            </p:nvSpPr>
            <p:spPr>
              <a:xfrm>
                <a:off x="0" y="0"/>
                <a:ext cx="2114357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2114357" h="2167467">
                    <a:moveTo>
                      <a:pt x="38575" y="0"/>
                    </a:moveTo>
                    <a:lnTo>
                      <a:pt x="2075782" y="0"/>
                    </a:lnTo>
                    <a:cubicBezTo>
                      <a:pt x="2086013" y="0"/>
                      <a:pt x="2095824" y="4064"/>
                      <a:pt x="2103058" y="11298"/>
                    </a:cubicBezTo>
                    <a:cubicBezTo>
                      <a:pt x="2110293" y="18532"/>
                      <a:pt x="2114357" y="28344"/>
                      <a:pt x="2114357" y="38575"/>
                    </a:cubicBezTo>
                    <a:lnTo>
                      <a:pt x="2114357" y="2128892"/>
                    </a:lnTo>
                    <a:cubicBezTo>
                      <a:pt x="2114357" y="2139123"/>
                      <a:pt x="2110293" y="2148934"/>
                      <a:pt x="2103058" y="2156168"/>
                    </a:cubicBezTo>
                    <a:cubicBezTo>
                      <a:pt x="2095824" y="2163403"/>
                      <a:pt x="2086013" y="2167467"/>
                      <a:pt x="2075782" y="2167467"/>
                    </a:cubicBezTo>
                    <a:lnTo>
                      <a:pt x="38575" y="2167467"/>
                    </a:lnTo>
                    <a:cubicBezTo>
                      <a:pt x="28344" y="2167467"/>
                      <a:pt x="18532" y="2163403"/>
                      <a:pt x="11298" y="2156168"/>
                    </a:cubicBezTo>
                    <a:cubicBezTo>
                      <a:pt x="4064" y="2148934"/>
                      <a:pt x="0" y="2139123"/>
                      <a:pt x="0" y="2128892"/>
                    </a:cubicBezTo>
                    <a:lnTo>
                      <a:pt x="0" y="38575"/>
                    </a:lnTo>
                    <a:cubicBezTo>
                      <a:pt x="0" y="28344"/>
                      <a:pt x="4064" y="18532"/>
                      <a:pt x="11298" y="11298"/>
                    </a:cubicBezTo>
                    <a:cubicBezTo>
                      <a:pt x="18532" y="4064"/>
                      <a:pt x="28344" y="0"/>
                      <a:pt x="38575" y="0"/>
                    </a:cubicBezTo>
                    <a:close/>
                  </a:path>
                </a:pathLst>
              </a:custGeom>
              <a:solidFill>
                <a:srgbClr val="F4F8FF"/>
              </a:solidFill>
              <a:ln w="1905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" name="TextBox 5">
                <a:extLst>
                  <a:ext uri="{FF2B5EF4-FFF2-40B4-BE49-F238E27FC236}">
                    <a16:creationId xmlns:a16="http://schemas.microsoft.com/office/drawing/2014/main" id="{B188B5FC-22E1-87E4-214B-EEE503A7A2B5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2114357" cy="22055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grpSp>
          <p:nvGrpSpPr>
            <p:cNvPr id="6" name="Group 6">
              <a:extLst>
                <a:ext uri="{FF2B5EF4-FFF2-40B4-BE49-F238E27FC236}">
                  <a16:creationId xmlns:a16="http://schemas.microsoft.com/office/drawing/2014/main" id="{52BCE363-D146-ADA5-4E24-42BDD3817E56}"/>
                </a:ext>
              </a:extLst>
            </p:cNvPr>
            <p:cNvGrpSpPr/>
            <p:nvPr/>
          </p:nvGrpSpPr>
          <p:grpSpPr>
            <a:xfrm>
              <a:off x="532397" y="424488"/>
              <a:ext cx="379586" cy="379586"/>
              <a:chOff x="0" y="0"/>
              <a:chExt cx="812800" cy="812800"/>
            </a:xfrm>
          </p:grpSpPr>
          <p:sp>
            <p:nvSpPr>
              <p:cNvPr id="7" name="Freeform 7">
                <a:extLst>
                  <a:ext uri="{FF2B5EF4-FFF2-40B4-BE49-F238E27FC236}">
                    <a16:creationId xmlns:a16="http://schemas.microsoft.com/office/drawing/2014/main" id="{7154133F-77A8-0110-43D5-5C6E5399A157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85954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" name="TextBox 8">
                <a:extLst>
                  <a:ext uri="{FF2B5EF4-FFF2-40B4-BE49-F238E27FC236}">
                    <a16:creationId xmlns:a16="http://schemas.microsoft.com/office/drawing/2014/main" id="{324FFED7-D9DD-EFFA-A052-3ACF698FE40A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B93A51D6-2E0D-73CC-6070-B888C16C6EFA}"/>
                </a:ext>
              </a:extLst>
            </p:cNvPr>
            <p:cNvGrpSpPr/>
            <p:nvPr/>
          </p:nvGrpSpPr>
          <p:grpSpPr>
            <a:xfrm>
              <a:off x="1075615" y="424488"/>
              <a:ext cx="379586" cy="379586"/>
              <a:chOff x="0" y="0"/>
              <a:chExt cx="812800" cy="812800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2009B6A4-D810-ED08-DD34-96CA0BD32519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8C954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B812C20E-4BBE-FE73-9725-146F111D4FA0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9C823170-D8AF-3A3F-8914-1400DA56FD71}"/>
                </a:ext>
              </a:extLst>
            </p:cNvPr>
            <p:cNvGrpSpPr/>
            <p:nvPr/>
          </p:nvGrpSpPr>
          <p:grpSpPr>
            <a:xfrm>
              <a:off x="1620301" y="424488"/>
              <a:ext cx="379586" cy="379586"/>
              <a:chOff x="0" y="0"/>
              <a:chExt cx="812800" cy="812800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7EC4DDAD-980A-FA32-1401-20D0E6F54CA9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DCF854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C1CF0017-D3DC-71E7-3C6B-046B426A12FC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</p:grpSp>
      <p:grpSp>
        <p:nvGrpSpPr>
          <p:cNvPr id="15" name="Group 15">
            <a:extLst>
              <a:ext uri="{FF2B5EF4-FFF2-40B4-BE49-F238E27FC236}">
                <a16:creationId xmlns:a16="http://schemas.microsoft.com/office/drawing/2014/main" id="{4775362E-BAAB-994C-7662-07A2BEB02186}"/>
              </a:ext>
            </a:extLst>
          </p:cNvPr>
          <p:cNvGrpSpPr/>
          <p:nvPr/>
        </p:nvGrpSpPr>
        <p:grpSpPr>
          <a:xfrm>
            <a:off x="9231352" y="1028700"/>
            <a:ext cx="8027948" cy="8229600"/>
            <a:chOff x="0" y="0"/>
            <a:chExt cx="10703931" cy="10972800"/>
          </a:xfrm>
        </p:grpSpPr>
        <p:grpSp>
          <p:nvGrpSpPr>
            <p:cNvPr id="16" name="Group 16">
              <a:extLst>
                <a:ext uri="{FF2B5EF4-FFF2-40B4-BE49-F238E27FC236}">
                  <a16:creationId xmlns:a16="http://schemas.microsoft.com/office/drawing/2014/main" id="{BE655748-B526-490C-5CE1-3459DC4EFA04}"/>
                </a:ext>
              </a:extLst>
            </p:cNvPr>
            <p:cNvGrpSpPr/>
            <p:nvPr/>
          </p:nvGrpSpPr>
          <p:grpSpPr>
            <a:xfrm>
              <a:off x="0" y="0"/>
              <a:ext cx="10703931" cy="10972800"/>
              <a:chOff x="0" y="0"/>
              <a:chExt cx="2114357" cy="2167467"/>
            </a:xfrm>
          </p:grpSpPr>
          <p:sp>
            <p:nvSpPr>
              <p:cNvPr id="17" name="Freeform 17">
                <a:extLst>
                  <a:ext uri="{FF2B5EF4-FFF2-40B4-BE49-F238E27FC236}">
                    <a16:creationId xmlns:a16="http://schemas.microsoft.com/office/drawing/2014/main" id="{5BCEBE5C-3DD2-021A-7754-0C4B325E5057}"/>
                  </a:ext>
                </a:extLst>
              </p:cNvPr>
              <p:cNvSpPr/>
              <p:nvPr/>
            </p:nvSpPr>
            <p:spPr>
              <a:xfrm>
                <a:off x="0" y="0"/>
                <a:ext cx="2114357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2114357" h="2167467">
                    <a:moveTo>
                      <a:pt x="38575" y="0"/>
                    </a:moveTo>
                    <a:lnTo>
                      <a:pt x="2075782" y="0"/>
                    </a:lnTo>
                    <a:cubicBezTo>
                      <a:pt x="2086013" y="0"/>
                      <a:pt x="2095824" y="4064"/>
                      <a:pt x="2103058" y="11298"/>
                    </a:cubicBezTo>
                    <a:cubicBezTo>
                      <a:pt x="2110293" y="18532"/>
                      <a:pt x="2114357" y="28344"/>
                      <a:pt x="2114357" y="38575"/>
                    </a:cubicBezTo>
                    <a:lnTo>
                      <a:pt x="2114357" y="2128892"/>
                    </a:lnTo>
                    <a:cubicBezTo>
                      <a:pt x="2114357" y="2139123"/>
                      <a:pt x="2110293" y="2148934"/>
                      <a:pt x="2103058" y="2156168"/>
                    </a:cubicBezTo>
                    <a:cubicBezTo>
                      <a:pt x="2095824" y="2163403"/>
                      <a:pt x="2086013" y="2167467"/>
                      <a:pt x="2075782" y="2167467"/>
                    </a:cubicBezTo>
                    <a:lnTo>
                      <a:pt x="38575" y="2167467"/>
                    </a:lnTo>
                    <a:cubicBezTo>
                      <a:pt x="28344" y="2167467"/>
                      <a:pt x="18532" y="2163403"/>
                      <a:pt x="11298" y="2156168"/>
                    </a:cubicBezTo>
                    <a:cubicBezTo>
                      <a:pt x="4064" y="2148934"/>
                      <a:pt x="0" y="2139123"/>
                      <a:pt x="0" y="2128892"/>
                    </a:cubicBezTo>
                    <a:lnTo>
                      <a:pt x="0" y="38575"/>
                    </a:lnTo>
                    <a:cubicBezTo>
                      <a:pt x="0" y="28344"/>
                      <a:pt x="4064" y="18532"/>
                      <a:pt x="11298" y="11298"/>
                    </a:cubicBezTo>
                    <a:cubicBezTo>
                      <a:pt x="18532" y="4064"/>
                      <a:pt x="28344" y="0"/>
                      <a:pt x="38575" y="0"/>
                    </a:cubicBezTo>
                    <a:close/>
                  </a:path>
                </a:pathLst>
              </a:custGeom>
              <a:solidFill>
                <a:srgbClr val="F4F8FF"/>
              </a:solidFill>
              <a:ln w="1905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18" name="TextBox 18">
                <a:extLst>
                  <a:ext uri="{FF2B5EF4-FFF2-40B4-BE49-F238E27FC236}">
                    <a16:creationId xmlns:a16="http://schemas.microsoft.com/office/drawing/2014/main" id="{C42D9886-4A70-3DD7-73ED-B046FE68185B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2114357" cy="22055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21" name="TextBox 21">
              <a:extLst>
                <a:ext uri="{FF2B5EF4-FFF2-40B4-BE49-F238E27FC236}">
                  <a16:creationId xmlns:a16="http://schemas.microsoft.com/office/drawing/2014/main" id="{170F2386-8F8B-A6B0-CE8B-31A3CF28E771}"/>
                </a:ext>
              </a:extLst>
            </p:cNvPr>
            <p:cNvSpPr txBox="1"/>
            <p:nvPr/>
          </p:nvSpPr>
          <p:spPr>
            <a:xfrm>
              <a:off x="567984" y="442281"/>
              <a:ext cx="308413" cy="3262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473E6C49-BDBE-36F2-ACE1-0AC5790D313E}"/>
                </a:ext>
              </a:extLst>
            </p:cNvPr>
            <p:cNvSpPr txBox="1"/>
            <p:nvPr/>
          </p:nvSpPr>
          <p:spPr>
            <a:xfrm>
              <a:off x="1655888" y="442281"/>
              <a:ext cx="308413" cy="3262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dirty="0"/>
            </a:p>
          </p:txBody>
        </p:sp>
      </p:grpSp>
      <p:sp>
        <p:nvSpPr>
          <p:cNvPr id="30" name="TextBox 30">
            <a:extLst>
              <a:ext uri="{FF2B5EF4-FFF2-40B4-BE49-F238E27FC236}">
                <a16:creationId xmlns:a16="http://schemas.microsoft.com/office/drawing/2014/main" id="{27290B5D-6004-FEDD-68A6-C3F02C25D7B6}"/>
              </a:ext>
            </a:extLst>
          </p:cNvPr>
          <p:cNvSpPr txBox="1"/>
          <p:nvPr/>
        </p:nvSpPr>
        <p:spPr>
          <a:xfrm>
            <a:off x="1813640" y="4455616"/>
            <a:ext cx="6382474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2376"/>
              </a:lnSpc>
            </a:pPr>
            <a:r>
              <a:rPr lang="en-US" sz="2000" b="1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Here Antivirus basically blocked the file as it scanned the behavior of the file downloaded “tested file from eicar.org” and it was blocked as it is malware file </a:t>
            </a:r>
            <a:endParaRPr lang="en-US" sz="2000" spc="84" dirty="0">
              <a:solidFill>
                <a:srgbClr val="000000"/>
              </a:solidFill>
              <a:latin typeface="Inter Light"/>
              <a:ea typeface="Inter Light"/>
              <a:cs typeface="Inter Light"/>
              <a:sym typeface="Inter Light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6FAEC8ED-DC3D-A2E9-1E22-83433628A8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1104" y="4023273"/>
            <a:ext cx="4991797" cy="2095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23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271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9269AC-F3BE-933A-F153-687C33955A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F0D9957F-AE79-137A-0225-C873EA15098E}"/>
              </a:ext>
            </a:extLst>
          </p:cNvPr>
          <p:cNvGrpSpPr/>
          <p:nvPr/>
        </p:nvGrpSpPr>
        <p:grpSpPr>
          <a:xfrm>
            <a:off x="1028700" y="1028700"/>
            <a:ext cx="16230600" cy="8229600"/>
            <a:chOff x="0" y="0"/>
            <a:chExt cx="4274726" cy="2167467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36DDDB3B-1D48-A0DE-569D-0A56820327B6}"/>
                </a:ext>
              </a:extLst>
            </p:cNvPr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>
                  <a:moveTo>
                    <a:pt x="19080" y="0"/>
                  </a:moveTo>
                  <a:lnTo>
                    <a:pt x="4255646" y="0"/>
                  </a:lnTo>
                  <a:cubicBezTo>
                    <a:pt x="4266183" y="0"/>
                    <a:pt x="4274726" y="8542"/>
                    <a:pt x="4274726" y="19080"/>
                  </a:cubicBezTo>
                  <a:lnTo>
                    <a:pt x="4274726" y="2148387"/>
                  </a:lnTo>
                  <a:cubicBezTo>
                    <a:pt x="4274726" y="2158924"/>
                    <a:pt x="4266183" y="2167467"/>
                    <a:pt x="4255646" y="2167467"/>
                  </a:cubicBezTo>
                  <a:lnTo>
                    <a:pt x="19080" y="2167467"/>
                  </a:lnTo>
                  <a:cubicBezTo>
                    <a:pt x="8542" y="2167467"/>
                    <a:pt x="0" y="2158924"/>
                    <a:pt x="0" y="2148387"/>
                  </a:cubicBezTo>
                  <a:lnTo>
                    <a:pt x="0" y="19080"/>
                  </a:lnTo>
                  <a:cubicBezTo>
                    <a:pt x="0" y="8542"/>
                    <a:pt x="8542" y="0"/>
                    <a:pt x="19080" y="0"/>
                  </a:cubicBezTo>
                  <a:close/>
                </a:path>
              </a:pathLst>
            </a:custGeom>
            <a:solidFill>
              <a:srgbClr val="F4F8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706D8AB2-09FD-2AFD-B206-B773DA412642}"/>
                </a:ext>
              </a:extLst>
            </p:cNvPr>
            <p:cNvSpPr txBox="1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0395B1A4-67FD-C86E-3143-9077702E3452}"/>
              </a:ext>
            </a:extLst>
          </p:cNvPr>
          <p:cNvGrpSpPr/>
          <p:nvPr/>
        </p:nvGrpSpPr>
        <p:grpSpPr>
          <a:xfrm>
            <a:off x="1427998" y="1347066"/>
            <a:ext cx="284690" cy="284690"/>
            <a:chOff x="0" y="0"/>
            <a:chExt cx="812800" cy="812800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2B2E55FC-8875-A7BA-1B48-887506973D58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59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CE0A5154-908D-98A3-94D0-B7B6DD0746F0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5EE2B16F-8D2F-FA3F-3E31-BC192C37FB34}"/>
              </a:ext>
            </a:extLst>
          </p:cNvPr>
          <p:cNvGrpSpPr/>
          <p:nvPr/>
        </p:nvGrpSpPr>
        <p:grpSpPr>
          <a:xfrm>
            <a:off x="1835411" y="1347066"/>
            <a:ext cx="284690" cy="284690"/>
            <a:chOff x="0" y="0"/>
            <a:chExt cx="812800" cy="81280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739851E7-450A-E46C-9FA2-E55BE61536C3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C9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4153C9B9-E600-62CD-25B3-B83B55AF8EBD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69BE5E4A-13DB-6478-3D73-028288CC382D}"/>
              </a:ext>
            </a:extLst>
          </p:cNvPr>
          <p:cNvGrpSpPr/>
          <p:nvPr/>
        </p:nvGrpSpPr>
        <p:grpSpPr>
          <a:xfrm>
            <a:off x="2243926" y="1347066"/>
            <a:ext cx="284690" cy="284690"/>
            <a:chOff x="0" y="0"/>
            <a:chExt cx="812800" cy="8128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8576F1ED-8942-70A8-46BA-E96FC7CB4C47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CF8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4406362C-345A-77AC-5918-B2CA4B921EDA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F4D8178A-12FB-603F-3EA2-237A3C4D9D37}"/>
              </a:ext>
            </a:extLst>
          </p:cNvPr>
          <p:cNvGrpSpPr/>
          <p:nvPr/>
        </p:nvGrpSpPr>
        <p:grpSpPr>
          <a:xfrm>
            <a:off x="1335296" y="1956679"/>
            <a:ext cx="15419497" cy="6925551"/>
            <a:chOff x="0" y="0"/>
            <a:chExt cx="4061102" cy="1824013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7C1F0FBF-54F6-64DF-48CC-8A60348A74DA}"/>
                </a:ext>
              </a:extLst>
            </p:cNvPr>
            <p:cNvSpPr/>
            <p:nvPr/>
          </p:nvSpPr>
          <p:spPr>
            <a:xfrm>
              <a:off x="0" y="0"/>
              <a:ext cx="4061102" cy="1824013"/>
            </a:xfrm>
            <a:custGeom>
              <a:avLst/>
              <a:gdLst/>
              <a:ahLst/>
              <a:cxnLst/>
              <a:rect l="l" t="t" r="r" b="b"/>
              <a:pathLst>
                <a:path w="4061102" h="1824013">
                  <a:moveTo>
                    <a:pt x="20083" y="0"/>
                  </a:moveTo>
                  <a:lnTo>
                    <a:pt x="4041019" y="0"/>
                  </a:lnTo>
                  <a:cubicBezTo>
                    <a:pt x="4052110" y="0"/>
                    <a:pt x="4061102" y="8992"/>
                    <a:pt x="4061102" y="20083"/>
                  </a:cubicBezTo>
                  <a:lnTo>
                    <a:pt x="4061102" y="1803930"/>
                  </a:lnTo>
                  <a:cubicBezTo>
                    <a:pt x="4061102" y="1815022"/>
                    <a:pt x="4052110" y="1824013"/>
                    <a:pt x="4041019" y="1824013"/>
                  </a:cubicBezTo>
                  <a:lnTo>
                    <a:pt x="20083" y="1824013"/>
                  </a:lnTo>
                  <a:cubicBezTo>
                    <a:pt x="8992" y="1824013"/>
                    <a:pt x="0" y="1815022"/>
                    <a:pt x="0" y="1803930"/>
                  </a:cubicBezTo>
                  <a:lnTo>
                    <a:pt x="0" y="20083"/>
                  </a:lnTo>
                  <a:cubicBezTo>
                    <a:pt x="0" y="8992"/>
                    <a:pt x="8992" y="0"/>
                    <a:pt x="20083" y="0"/>
                  </a:cubicBezTo>
                  <a:close/>
                </a:path>
              </a:pathLst>
            </a:custGeom>
            <a:solidFill>
              <a:srgbClr val="F4F8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46A38A43-11E4-66AB-8199-AFD1563804F6}"/>
                </a:ext>
              </a:extLst>
            </p:cNvPr>
            <p:cNvSpPr txBox="1"/>
            <p:nvPr/>
          </p:nvSpPr>
          <p:spPr>
            <a:xfrm>
              <a:off x="0" y="-38100"/>
              <a:ext cx="4061102" cy="18621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1" name="Freeform 21">
            <a:extLst>
              <a:ext uri="{FF2B5EF4-FFF2-40B4-BE49-F238E27FC236}">
                <a16:creationId xmlns:a16="http://schemas.microsoft.com/office/drawing/2014/main" id="{DFD042DC-433B-58BC-85C4-A8066F970548}"/>
              </a:ext>
            </a:extLst>
          </p:cNvPr>
          <p:cNvSpPr/>
          <p:nvPr/>
        </p:nvSpPr>
        <p:spPr>
          <a:xfrm>
            <a:off x="8446822" y="4271612"/>
            <a:ext cx="1394355" cy="1743775"/>
          </a:xfrm>
          <a:custGeom>
            <a:avLst/>
            <a:gdLst/>
            <a:ahLst/>
            <a:cxnLst/>
            <a:rect l="l" t="t" r="r" b="b"/>
            <a:pathLst>
              <a:path w="197909" h="268103">
                <a:moveTo>
                  <a:pt x="0" y="0"/>
                </a:moveTo>
                <a:lnTo>
                  <a:pt x="197910" y="0"/>
                </a:lnTo>
                <a:lnTo>
                  <a:pt x="197910" y="268104"/>
                </a:lnTo>
                <a:lnTo>
                  <a:pt x="0" y="26810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" name="TextBox 52">
            <a:extLst>
              <a:ext uri="{FF2B5EF4-FFF2-40B4-BE49-F238E27FC236}">
                <a16:creationId xmlns:a16="http://schemas.microsoft.com/office/drawing/2014/main" id="{D318FE8F-9021-BD7D-C765-9616DE06A4DA}"/>
              </a:ext>
            </a:extLst>
          </p:cNvPr>
          <p:cNvSpPr txBox="1"/>
          <p:nvPr/>
        </p:nvSpPr>
        <p:spPr>
          <a:xfrm>
            <a:off x="2168189" y="2330151"/>
            <a:ext cx="13951622" cy="13724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ctr">
              <a:lnSpc>
                <a:spcPts val="11257"/>
              </a:lnSpc>
              <a:spcBef>
                <a:spcPct val="0"/>
              </a:spcBef>
            </a:pPr>
            <a:r>
              <a:rPr lang="en-US" sz="8041" b="1" dirty="0">
                <a:solidFill>
                  <a:srgbClr val="000000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Web Filter Profile</a:t>
            </a:r>
          </a:p>
        </p:txBody>
      </p:sp>
    </p:spTree>
    <p:extLst>
      <p:ext uri="{BB962C8B-B14F-4D97-AF65-F5344CB8AC3E}">
        <p14:creationId xmlns:p14="http://schemas.microsoft.com/office/powerpoint/2010/main" val="2752396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271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58DA1F-1CC5-232D-7B12-30BEE5D90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B9B75D0A-7842-1B40-5493-7D30F98F67F5}"/>
              </a:ext>
            </a:extLst>
          </p:cNvPr>
          <p:cNvGrpSpPr/>
          <p:nvPr/>
        </p:nvGrpSpPr>
        <p:grpSpPr>
          <a:xfrm>
            <a:off x="1028700" y="1028700"/>
            <a:ext cx="16230600" cy="8229600"/>
            <a:chOff x="0" y="0"/>
            <a:chExt cx="4274726" cy="2167467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46DE90C9-D10C-4E91-DC42-C77B5F6E27D1}"/>
                </a:ext>
              </a:extLst>
            </p:cNvPr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>
                  <a:moveTo>
                    <a:pt x="19080" y="0"/>
                  </a:moveTo>
                  <a:lnTo>
                    <a:pt x="4255646" y="0"/>
                  </a:lnTo>
                  <a:cubicBezTo>
                    <a:pt x="4266183" y="0"/>
                    <a:pt x="4274726" y="8542"/>
                    <a:pt x="4274726" y="19080"/>
                  </a:cubicBezTo>
                  <a:lnTo>
                    <a:pt x="4274726" y="2148387"/>
                  </a:lnTo>
                  <a:cubicBezTo>
                    <a:pt x="4274726" y="2158924"/>
                    <a:pt x="4266183" y="2167467"/>
                    <a:pt x="4255646" y="2167467"/>
                  </a:cubicBezTo>
                  <a:lnTo>
                    <a:pt x="19080" y="2167467"/>
                  </a:lnTo>
                  <a:cubicBezTo>
                    <a:pt x="8542" y="2167467"/>
                    <a:pt x="0" y="2158924"/>
                    <a:pt x="0" y="2148387"/>
                  </a:cubicBezTo>
                  <a:lnTo>
                    <a:pt x="0" y="19080"/>
                  </a:lnTo>
                  <a:cubicBezTo>
                    <a:pt x="0" y="8542"/>
                    <a:pt x="8542" y="0"/>
                    <a:pt x="19080" y="0"/>
                  </a:cubicBezTo>
                  <a:close/>
                </a:path>
              </a:pathLst>
            </a:custGeom>
            <a:solidFill>
              <a:srgbClr val="F4F8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9FE19CA1-9532-0159-7686-877E83D4856F}"/>
                </a:ext>
              </a:extLst>
            </p:cNvPr>
            <p:cNvSpPr txBox="1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177F735E-3818-253D-DCF9-6AD9FD9C52B8}"/>
              </a:ext>
            </a:extLst>
          </p:cNvPr>
          <p:cNvGrpSpPr/>
          <p:nvPr/>
        </p:nvGrpSpPr>
        <p:grpSpPr>
          <a:xfrm>
            <a:off x="1427998" y="1347066"/>
            <a:ext cx="284690" cy="284690"/>
            <a:chOff x="0" y="0"/>
            <a:chExt cx="812800" cy="812800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82875585-4A72-388C-015F-7DAC50C6BD33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59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58F03DB1-ADD0-6A7A-8F88-82C6219F91E3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DE4F0979-C667-4CB2-A4B5-118B73E5776E}"/>
              </a:ext>
            </a:extLst>
          </p:cNvPr>
          <p:cNvGrpSpPr/>
          <p:nvPr/>
        </p:nvGrpSpPr>
        <p:grpSpPr>
          <a:xfrm>
            <a:off x="1835411" y="1347066"/>
            <a:ext cx="284690" cy="284690"/>
            <a:chOff x="0" y="0"/>
            <a:chExt cx="812800" cy="81280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ED6CF3FB-A0C0-21B0-4F75-3378D94C715A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C9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DDA716C6-5FF1-8EF8-7F1B-C0E049B8EACC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E0210174-AC0C-E437-0E38-4BB4DFA58BD0}"/>
              </a:ext>
            </a:extLst>
          </p:cNvPr>
          <p:cNvGrpSpPr/>
          <p:nvPr/>
        </p:nvGrpSpPr>
        <p:grpSpPr>
          <a:xfrm>
            <a:off x="2243926" y="1347066"/>
            <a:ext cx="284690" cy="284690"/>
            <a:chOff x="0" y="0"/>
            <a:chExt cx="812800" cy="8128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977A03EE-EF9F-D16E-F532-5D87DF4AE36B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CF8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13A768D0-8EF4-1D1D-3818-93A998226A37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868B2EE6-60F5-DE24-4316-9F4560202680}"/>
              </a:ext>
            </a:extLst>
          </p:cNvPr>
          <p:cNvGrpSpPr/>
          <p:nvPr/>
        </p:nvGrpSpPr>
        <p:grpSpPr>
          <a:xfrm>
            <a:off x="1335296" y="1956679"/>
            <a:ext cx="15419497" cy="6925551"/>
            <a:chOff x="0" y="0"/>
            <a:chExt cx="4061102" cy="1824013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021205D8-79E7-74ED-79BC-F08F1CE85FBB}"/>
                </a:ext>
              </a:extLst>
            </p:cNvPr>
            <p:cNvSpPr/>
            <p:nvPr/>
          </p:nvSpPr>
          <p:spPr>
            <a:xfrm>
              <a:off x="0" y="0"/>
              <a:ext cx="4061102" cy="1824013"/>
            </a:xfrm>
            <a:custGeom>
              <a:avLst/>
              <a:gdLst/>
              <a:ahLst/>
              <a:cxnLst/>
              <a:rect l="l" t="t" r="r" b="b"/>
              <a:pathLst>
                <a:path w="4061102" h="1824013">
                  <a:moveTo>
                    <a:pt x="20083" y="0"/>
                  </a:moveTo>
                  <a:lnTo>
                    <a:pt x="4041019" y="0"/>
                  </a:lnTo>
                  <a:cubicBezTo>
                    <a:pt x="4052110" y="0"/>
                    <a:pt x="4061102" y="8992"/>
                    <a:pt x="4061102" y="20083"/>
                  </a:cubicBezTo>
                  <a:lnTo>
                    <a:pt x="4061102" y="1803930"/>
                  </a:lnTo>
                  <a:cubicBezTo>
                    <a:pt x="4061102" y="1815022"/>
                    <a:pt x="4052110" y="1824013"/>
                    <a:pt x="4041019" y="1824013"/>
                  </a:cubicBezTo>
                  <a:lnTo>
                    <a:pt x="20083" y="1824013"/>
                  </a:lnTo>
                  <a:cubicBezTo>
                    <a:pt x="8992" y="1824013"/>
                    <a:pt x="0" y="1815022"/>
                    <a:pt x="0" y="1803930"/>
                  </a:cubicBezTo>
                  <a:lnTo>
                    <a:pt x="0" y="20083"/>
                  </a:lnTo>
                  <a:cubicBezTo>
                    <a:pt x="0" y="8992"/>
                    <a:pt x="8992" y="0"/>
                    <a:pt x="20083" y="0"/>
                  </a:cubicBezTo>
                  <a:close/>
                </a:path>
              </a:pathLst>
            </a:custGeom>
            <a:solidFill>
              <a:srgbClr val="F4F8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4E2B7AA4-E806-4197-87EF-3CFA3D05D4C1}"/>
                </a:ext>
              </a:extLst>
            </p:cNvPr>
            <p:cNvSpPr txBox="1"/>
            <p:nvPr/>
          </p:nvSpPr>
          <p:spPr>
            <a:xfrm>
              <a:off x="0" y="-38100"/>
              <a:ext cx="4061102" cy="18621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17" name="Freeform 60">
            <a:extLst>
              <a:ext uri="{FF2B5EF4-FFF2-40B4-BE49-F238E27FC236}">
                <a16:creationId xmlns:a16="http://schemas.microsoft.com/office/drawing/2014/main" id="{34A41FEF-83D5-2D53-5D0A-A19121DC5F9D}"/>
              </a:ext>
            </a:extLst>
          </p:cNvPr>
          <p:cNvSpPr/>
          <p:nvPr/>
        </p:nvSpPr>
        <p:spPr>
          <a:xfrm>
            <a:off x="7704290" y="4288883"/>
            <a:ext cx="2125510" cy="1709234"/>
          </a:xfrm>
          <a:custGeom>
            <a:avLst/>
            <a:gdLst/>
            <a:ahLst/>
            <a:cxnLst/>
            <a:rect l="l" t="t" r="r" b="b"/>
            <a:pathLst>
              <a:path w="1821917" h="1599975">
                <a:moveTo>
                  <a:pt x="0" y="0"/>
                </a:moveTo>
                <a:lnTo>
                  <a:pt x="1821917" y="0"/>
                </a:lnTo>
                <a:lnTo>
                  <a:pt x="1821917" y="1599975"/>
                </a:lnTo>
                <a:lnTo>
                  <a:pt x="0" y="159997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9" name="TextBox 52">
            <a:extLst>
              <a:ext uri="{FF2B5EF4-FFF2-40B4-BE49-F238E27FC236}">
                <a16:creationId xmlns:a16="http://schemas.microsoft.com/office/drawing/2014/main" id="{A17D50A4-32D1-698B-6A9E-8690A0576727}"/>
              </a:ext>
            </a:extLst>
          </p:cNvPr>
          <p:cNvSpPr txBox="1"/>
          <p:nvPr/>
        </p:nvSpPr>
        <p:spPr>
          <a:xfrm>
            <a:off x="2168189" y="2330151"/>
            <a:ext cx="13951622" cy="13724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ctr">
              <a:lnSpc>
                <a:spcPts val="11257"/>
              </a:lnSpc>
              <a:spcBef>
                <a:spcPct val="0"/>
              </a:spcBef>
            </a:pPr>
            <a:r>
              <a:rPr lang="en-US" sz="8041" b="1" dirty="0">
                <a:solidFill>
                  <a:srgbClr val="000000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Web Filter Profile</a:t>
            </a:r>
          </a:p>
        </p:txBody>
      </p:sp>
    </p:spTree>
    <p:extLst>
      <p:ext uri="{BB962C8B-B14F-4D97-AF65-F5344CB8AC3E}">
        <p14:creationId xmlns:p14="http://schemas.microsoft.com/office/powerpoint/2010/main" val="34544765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271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2FC905-1DC6-6060-55AE-F1FC06D45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4C51428B-C325-C824-6088-770F9BA798C1}"/>
              </a:ext>
            </a:extLst>
          </p:cNvPr>
          <p:cNvGrpSpPr/>
          <p:nvPr/>
        </p:nvGrpSpPr>
        <p:grpSpPr>
          <a:xfrm>
            <a:off x="1028700" y="1028700"/>
            <a:ext cx="16230600" cy="8229600"/>
            <a:chOff x="0" y="0"/>
            <a:chExt cx="4274726" cy="2167467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3165C0F6-41A0-2871-A0CB-347FF8E7897D}"/>
                </a:ext>
              </a:extLst>
            </p:cNvPr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>
                  <a:moveTo>
                    <a:pt x="19080" y="0"/>
                  </a:moveTo>
                  <a:lnTo>
                    <a:pt x="4255646" y="0"/>
                  </a:lnTo>
                  <a:cubicBezTo>
                    <a:pt x="4266183" y="0"/>
                    <a:pt x="4274726" y="8542"/>
                    <a:pt x="4274726" y="19080"/>
                  </a:cubicBezTo>
                  <a:lnTo>
                    <a:pt x="4274726" y="2148387"/>
                  </a:lnTo>
                  <a:cubicBezTo>
                    <a:pt x="4274726" y="2158924"/>
                    <a:pt x="4266183" y="2167467"/>
                    <a:pt x="4255646" y="2167467"/>
                  </a:cubicBezTo>
                  <a:lnTo>
                    <a:pt x="19080" y="2167467"/>
                  </a:lnTo>
                  <a:cubicBezTo>
                    <a:pt x="8542" y="2167467"/>
                    <a:pt x="0" y="2158924"/>
                    <a:pt x="0" y="2148387"/>
                  </a:cubicBezTo>
                  <a:lnTo>
                    <a:pt x="0" y="19080"/>
                  </a:lnTo>
                  <a:cubicBezTo>
                    <a:pt x="0" y="8542"/>
                    <a:pt x="8542" y="0"/>
                    <a:pt x="19080" y="0"/>
                  </a:cubicBezTo>
                  <a:close/>
                </a:path>
              </a:pathLst>
            </a:custGeom>
            <a:solidFill>
              <a:srgbClr val="F4F8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53E3B1BA-11F8-D783-B43F-267E2F1EAA9D}"/>
                </a:ext>
              </a:extLst>
            </p:cNvPr>
            <p:cNvSpPr txBox="1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E82C1D4B-707C-5C02-7D60-8AB93E1E4682}"/>
              </a:ext>
            </a:extLst>
          </p:cNvPr>
          <p:cNvGrpSpPr/>
          <p:nvPr/>
        </p:nvGrpSpPr>
        <p:grpSpPr>
          <a:xfrm>
            <a:off x="1427998" y="1347066"/>
            <a:ext cx="284690" cy="284690"/>
            <a:chOff x="0" y="0"/>
            <a:chExt cx="812800" cy="812800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544AC5B2-D873-6052-F630-F6B256FB4DBA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59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77F16CF1-CCB9-6898-7002-C8D473BF4E24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672D0360-D34B-A783-D6A9-5CB23B14C7E7}"/>
              </a:ext>
            </a:extLst>
          </p:cNvPr>
          <p:cNvGrpSpPr/>
          <p:nvPr/>
        </p:nvGrpSpPr>
        <p:grpSpPr>
          <a:xfrm>
            <a:off x="1835411" y="1347066"/>
            <a:ext cx="284690" cy="284690"/>
            <a:chOff x="0" y="0"/>
            <a:chExt cx="812800" cy="81280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06A53306-CA93-9660-D09F-2D453DE0ABBF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C9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2E309EEB-E104-AEBF-AE78-C18BD7F9A73B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8D63A73B-D8FF-0742-E367-7F4DC205824F}"/>
              </a:ext>
            </a:extLst>
          </p:cNvPr>
          <p:cNvGrpSpPr/>
          <p:nvPr/>
        </p:nvGrpSpPr>
        <p:grpSpPr>
          <a:xfrm>
            <a:off x="2243926" y="1347066"/>
            <a:ext cx="284690" cy="284690"/>
            <a:chOff x="0" y="0"/>
            <a:chExt cx="812800" cy="8128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0164D82E-49F1-BC96-EA7E-90576D98ABF0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CF8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BCF15166-6C99-CAA2-A4FA-61AB3B3FFF8B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DB1F0E97-A8D4-9734-74AD-1EF92711B060}"/>
              </a:ext>
            </a:extLst>
          </p:cNvPr>
          <p:cNvGrpSpPr/>
          <p:nvPr/>
        </p:nvGrpSpPr>
        <p:grpSpPr>
          <a:xfrm>
            <a:off x="1335296" y="1956679"/>
            <a:ext cx="15419497" cy="6925551"/>
            <a:chOff x="0" y="0"/>
            <a:chExt cx="4061102" cy="1824013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CA88FCB5-2267-42B9-B080-D4FFD4C744DD}"/>
                </a:ext>
              </a:extLst>
            </p:cNvPr>
            <p:cNvSpPr/>
            <p:nvPr/>
          </p:nvSpPr>
          <p:spPr>
            <a:xfrm>
              <a:off x="0" y="0"/>
              <a:ext cx="4061102" cy="1824013"/>
            </a:xfrm>
            <a:custGeom>
              <a:avLst/>
              <a:gdLst/>
              <a:ahLst/>
              <a:cxnLst/>
              <a:rect l="l" t="t" r="r" b="b"/>
              <a:pathLst>
                <a:path w="4061102" h="1824013">
                  <a:moveTo>
                    <a:pt x="20083" y="0"/>
                  </a:moveTo>
                  <a:lnTo>
                    <a:pt x="4041019" y="0"/>
                  </a:lnTo>
                  <a:cubicBezTo>
                    <a:pt x="4052110" y="0"/>
                    <a:pt x="4061102" y="8992"/>
                    <a:pt x="4061102" y="20083"/>
                  </a:cubicBezTo>
                  <a:lnTo>
                    <a:pt x="4061102" y="1803930"/>
                  </a:lnTo>
                  <a:cubicBezTo>
                    <a:pt x="4061102" y="1815022"/>
                    <a:pt x="4052110" y="1824013"/>
                    <a:pt x="4041019" y="1824013"/>
                  </a:cubicBezTo>
                  <a:lnTo>
                    <a:pt x="20083" y="1824013"/>
                  </a:lnTo>
                  <a:cubicBezTo>
                    <a:pt x="8992" y="1824013"/>
                    <a:pt x="0" y="1815022"/>
                    <a:pt x="0" y="1803930"/>
                  </a:cubicBezTo>
                  <a:lnTo>
                    <a:pt x="0" y="20083"/>
                  </a:lnTo>
                  <a:cubicBezTo>
                    <a:pt x="0" y="8992"/>
                    <a:pt x="8992" y="0"/>
                    <a:pt x="20083" y="0"/>
                  </a:cubicBezTo>
                  <a:close/>
                </a:path>
              </a:pathLst>
            </a:custGeom>
            <a:solidFill>
              <a:srgbClr val="F4F8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E1C75FDE-754C-ED41-4E38-17F132F63239}"/>
                </a:ext>
              </a:extLst>
            </p:cNvPr>
            <p:cNvSpPr txBox="1"/>
            <p:nvPr/>
          </p:nvSpPr>
          <p:spPr>
            <a:xfrm>
              <a:off x="0" y="-38100"/>
              <a:ext cx="4061102" cy="18621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18" name="AutoShape 18">
            <a:extLst>
              <a:ext uri="{FF2B5EF4-FFF2-40B4-BE49-F238E27FC236}">
                <a16:creationId xmlns:a16="http://schemas.microsoft.com/office/drawing/2014/main" id="{4671A89D-EC48-A544-3C97-CB2235AD3CB9}"/>
              </a:ext>
            </a:extLst>
          </p:cNvPr>
          <p:cNvSpPr/>
          <p:nvPr/>
        </p:nvSpPr>
        <p:spPr>
          <a:xfrm flipV="1">
            <a:off x="1427998" y="5133975"/>
            <a:ext cx="15419497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27A2BBF2-1AFD-6226-3139-50B8D8485BA3}"/>
              </a:ext>
            </a:extLst>
          </p:cNvPr>
          <p:cNvSpPr txBox="1"/>
          <p:nvPr/>
        </p:nvSpPr>
        <p:spPr>
          <a:xfrm>
            <a:off x="5771543" y="6063566"/>
            <a:ext cx="6732407" cy="4595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3919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99" b="0" i="0" u="none" strike="noStrike" kern="1200" cap="none" spc="14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/>
                <a:ea typeface="Inter"/>
                <a:cs typeface="Inter"/>
                <a:sym typeface="Inter"/>
              </a:rPr>
              <a:t>What is it?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3AEA5459-D472-8A6D-2AD2-5C688C001378}"/>
              </a:ext>
            </a:extLst>
          </p:cNvPr>
          <p:cNvSpPr txBox="1"/>
          <p:nvPr/>
        </p:nvSpPr>
        <p:spPr>
          <a:xfrm>
            <a:off x="2736535" y="6902938"/>
            <a:ext cx="12802424" cy="307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ctr">
              <a:lnSpc>
                <a:spcPts val="2376"/>
              </a:lnSpc>
            </a:pPr>
            <a:r>
              <a:rPr lang="en-US" sz="2000" dirty="0">
                <a:latin typeface="Inter Light" panose="020B0604020202020204" charset="0"/>
                <a:ea typeface="Inter Light" panose="020B0604020202020204" charset="0"/>
              </a:rPr>
              <a:t>It is a protection module that controls and monitors web (HTTP/HTTPS) traffic.</a:t>
            </a:r>
            <a:endParaRPr kumimoji="0" lang="en-US" sz="2000" i="0" u="none" strike="noStrike" kern="1200" cap="none" spc="84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 Light" panose="020B0604020202020204" charset="0"/>
              <a:ea typeface="Inter Light" panose="020B0604020202020204" charset="0"/>
              <a:cs typeface="Inter Light"/>
              <a:sym typeface="Inter Light"/>
            </a:endParaRPr>
          </a:p>
        </p:txBody>
      </p:sp>
      <p:sp>
        <p:nvSpPr>
          <p:cNvPr id="21" name="Freeform 21">
            <a:extLst>
              <a:ext uri="{FF2B5EF4-FFF2-40B4-BE49-F238E27FC236}">
                <a16:creationId xmlns:a16="http://schemas.microsoft.com/office/drawing/2014/main" id="{631E760F-60F3-8957-CF71-6462A05C4868}"/>
              </a:ext>
            </a:extLst>
          </p:cNvPr>
          <p:cNvSpPr/>
          <p:nvPr/>
        </p:nvSpPr>
        <p:spPr>
          <a:xfrm>
            <a:off x="9045045" y="4999923"/>
            <a:ext cx="197909" cy="268103"/>
          </a:xfrm>
          <a:custGeom>
            <a:avLst/>
            <a:gdLst/>
            <a:ahLst/>
            <a:cxnLst/>
            <a:rect l="l" t="t" r="r" b="b"/>
            <a:pathLst>
              <a:path w="197909" h="268103">
                <a:moveTo>
                  <a:pt x="0" y="0"/>
                </a:moveTo>
                <a:lnTo>
                  <a:pt x="197910" y="0"/>
                </a:lnTo>
                <a:lnTo>
                  <a:pt x="197910" y="268104"/>
                </a:lnTo>
                <a:lnTo>
                  <a:pt x="0" y="26810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" name="TextBox 52">
            <a:extLst>
              <a:ext uri="{FF2B5EF4-FFF2-40B4-BE49-F238E27FC236}">
                <a16:creationId xmlns:a16="http://schemas.microsoft.com/office/drawing/2014/main" id="{1B0DBF4B-87FD-2C87-DF4C-F83E450D67B5}"/>
              </a:ext>
            </a:extLst>
          </p:cNvPr>
          <p:cNvSpPr txBox="1"/>
          <p:nvPr/>
        </p:nvSpPr>
        <p:spPr>
          <a:xfrm>
            <a:off x="2168189" y="2330151"/>
            <a:ext cx="13951622" cy="13724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ctr">
              <a:lnSpc>
                <a:spcPts val="11257"/>
              </a:lnSpc>
              <a:spcBef>
                <a:spcPct val="0"/>
              </a:spcBef>
            </a:pPr>
            <a:r>
              <a:rPr lang="en-US" sz="8041" b="1" dirty="0">
                <a:solidFill>
                  <a:srgbClr val="000000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Web Filter Profile</a:t>
            </a:r>
          </a:p>
        </p:txBody>
      </p:sp>
    </p:spTree>
    <p:extLst>
      <p:ext uri="{BB962C8B-B14F-4D97-AF65-F5344CB8AC3E}">
        <p14:creationId xmlns:p14="http://schemas.microsoft.com/office/powerpoint/2010/main" val="1142847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271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8EC88C-DBC5-0AB4-04F7-ACDA333D1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475D219B-3691-79F1-831F-B30B865F1888}"/>
              </a:ext>
            </a:extLst>
          </p:cNvPr>
          <p:cNvGrpSpPr/>
          <p:nvPr/>
        </p:nvGrpSpPr>
        <p:grpSpPr>
          <a:xfrm>
            <a:off x="1028700" y="1028700"/>
            <a:ext cx="16230600" cy="8229600"/>
            <a:chOff x="0" y="0"/>
            <a:chExt cx="4274726" cy="2167467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B6628EBB-EB87-1CF8-E3BF-F9CF5DD6A5B2}"/>
                </a:ext>
              </a:extLst>
            </p:cNvPr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>
                  <a:moveTo>
                    <a:pt x="19080" y="0"/>
                  </a:moveTo>
                  <a:lnTo>
                    <a:pt x="4255646" y="0"/>
                  </a:lnTo>
                  <a:cubicBezTo>
                    <a:pt x="4266183" y="0"/>
                    <a:pt x="4274726" y="8542"/>
                    <a:pt x="4274726" y="19080"/>
                  </a:cubicBezTo>
                  <a:lnTo>
                    <a:pt x="4274726" y="2148387"/>
                  </a:lnTo>
                  <a:cubicBezTo>
                    <a:pt x="4274726" y="2158924"/>
                    <a:pt x="4266183" y="2167467"/>
                    <a:pt x="4255646" y="2167467"/>
                  </a:cubicBezTo>
                  <a:lnTo>
                    <a:pt x="19080" y="2167467"/>
                  </a:lnTo>
                  <a:cubicBezTo>
                    <a:pt x="8542" y="2167467"/>
                    <a:pt x="0" y="2158924"/>
                    <a:pt x="0" y="2148387"/>
                  </a:cubicBezTo>
                  <a:lnTo>
                    <a:pt x="0" y="19080"/>
                  </a:lnTo>
                  <a:cubicBezTo>
                    <a:pt x="0" y="8542"/>
                    <a:pt x="8542" y="0"/>
                    <a:pt x="19080" y="0"/>
                  </a:cubicBezTo>
                  <a:close/>
                </a:path>
              </a:pathLst>
            </a:custGeom>
            <a:solidFill>
              <a:srgbClr val="F4F8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EA0133D6-22FC-3187-6E4F-8538EC97D3F1}"/>
                </a:ext>
              </a:extLst>
            </p:cNvPr>
            <p:cNvSpPr txBox="1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0AE9A165-9017-8397-D59B-E6AB1DD91899}"/>
              </a:ext>
            </a:extLst>
          </p:cNvPr>
          <p:cNvGrpSpPr/>
          <p:nvPr/>
        </p:nvGrpSpPr>
        <p:grpSpPr>
          <a:xfrm>
            <a:off x="1427998" y="1347066"/>
            <a:ext cx="284690" cy="284690"/>
            <a:chOff x="0" y="0"/>
            <a:chExt cx="812800" cy="812800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A511E2B-280F-D8C1-1027-5784CDF8E25D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59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A231181-746E-37F6-2ABF-C1DA4F52AB4B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B8AFE731-99D8-B735-C49D-BC3588F58A62}"/>
              </a:ext>
            </a:extLst>
          </p:cNvPr>
          <p:cNvGrpSpPr/>
          <p:nvPr/>
        </p:nvGrpSpPr>
        <p:grpSpPr>
          <a:xfrm>
            <a:off x="1835411" y="1347066"/>
            <a:ext cx="284690" cy="284690"/>
            <a:chOff x="0" y="0"/>
            <a:chExt cx="812800" cy="81280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38302FD7-E0E3-00F4-E2F4-13F03E9B528F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C9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23B4188F-AFF1-F0EF-574B-11322C123D0A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46431F25-140A-BF90-47B2-90BA40B16953}"/>
              </a:ext>
            </a:extLst>
          </p:cNvPr>
          <p:cNvGrpSpPr/>
          <p:nvPr/>
        </p:nvGrpSpPr>
        <p:grpSpPr>
          <a:xfrm>
            <a:off x="2243926" y="1347066"/>
            <a:ext cx="284690" cy="284690"/>
            <a:chOff x="0" y="0"/>
            <a:chExt cx="812800" cy="8128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CCD56D55-DF0C-F946-19F8-F08EBBB09DD7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CF8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DF6CD8CC-1B1F-E884-0684-37CF35F267B8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14" name="AutoShape 14">
            <a:extLst>
              <a:ext uri="{FF2B5EF4-FFF2-40B4-BE49-F238E27FC236}">
                <a16:creationId xmlns:a16="http://schemas.microsoft.com/office/drawing/2014/main" id="{B97EF1C3-F7C5-E878-700C-CFD30F559A93}"/>
              </a:ext>
            </a:extLst>
          </p:cNvPr>
          <p:cNvSpPr/>
          <p:nvPr/>
        </p:nvSpPr>
        <p:spPr>
          <a:xfrm flipV="1">
            <a:off x="1028700" y="426081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AutoShape 15">
            <a:extLst>
              <a:ext uri="{FF2B5EF4-FFF2-40B4-BE49-F238E27FC236}">
                <a16:creationId xmlns:a16="http://schemas.microsoft.com/office/drawing/2014/main" id="{0BAFF6CD-27BA-654F-BC58-280D5D1D9A3B}"/>
              </a:ext>
            </a:extLst>
          </p:cNvPr>
          <p:cNvSpPr/>
          <p:nvPr/>
        </p:nvSpPr>
        <p:spPr>
          <a:xfrm flipV="1">
            <a:off x="1028700" y="2104778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AutoShape 16">
            <a:extLst>
              <a:ext uri="{FF2B5EF4-FFF2-40B4-BE49-F238E27FC236}">
                <a16:creationId xmlns:a16="http://schemas.microsoft.com/office/drawing/2014/main" id="{59B04F34-94DE-19F2-D4AA-5549FD8D7289}"/>
              </a:ext>
            </a:extLst>
          </p:cNvPr>
          <p:cNvSpPr/>
          <p:nvPr/>
        </p:nvSpPr>
        <p:spPr>
          <a:xfrm>
            <a:off x="1028700" y="6836185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17" name="Group 17">
            <a:extLst>
              <a:ext uri="{FF2B5EF4-FFF2-40B4-BE49-F238E27FC236}">
                <a16:creationId xmlns:a16="http://schemas.microsoft.com/office/drawing/2014/main" id="{0C753633-7E1C-EF3A-FDE0-40D65F8EA9A4}"/>
              </a:ext>
            </a:extLst>
          </p:cNvPr>
          <p:cNvGrpSpPr/>
          <p:nvPr/>
        </p:nvGrpSpPr>
        <p:grpSpPr>
          <a:xfrm>
            <a:off x="2199290" y="7225702"/>
            <a:ext cx="13951622" cy="1609166"/>
            <a:chOff x="0" y="0"/>
            <a:chExt cx="3674501" cy="423813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3E8DE0DC-F5B6-503E-AC6D-467F7C4EEEBE}"/>
                </a:ext>
              </a:extLst>
            </p:cNvPr>
            <p:cNvSpPr/>
            <p:nvPr/>
          </p:nvSpPr>
          <p:spPr>
            <a:xfrm>
              <a:off x="0" y="0"/>
              <a:ext cx="3674501" cy="423813"/>
            </a:xfrm>
            <a:custGeom>
              <a:avLst/>
              <a:gdLst/>
              <a:ahLst/>
              <a:cxnLst/>
              <a:rect l="l" t="t" r="r" b="b"/>
              <a:pathLst>
                <a:path w="3674501" h="423813">
                  <a:moveTo>
                    <a:pt x="23306" y="0"/>
                  </a:moveTo>
                  <a:lnTo>
                    <a:pt x="3651195" y="0"/>
                  </a:lnTo>
                  <a:cubicBezTo>
                    <a:pt x="3657376" y="0"/>
                    <a:pt x="3663304" y="2455"/>
                    <a:pt x="3667675" y="6826"/>
                  </a:cubicBezTo>
                  <a:cubicBezTo>
                    <a:pt x="3672046" y="11197"/>
                    <a:pt x="3674501" y="17125"/>
                    <a:pt x="3674501" y="23306"/>
                  </a:cubicBezTo>
                  <a:lnTo>
                    <a:pt x="3674501" y="400507"/>
                  </a:lnTo>
                  <a:cubicBezTo>
                    <a:pt x="3674501" y="406688"/>
                    <a:pt x="3672046" y="412616"/>
                    <a:pt x="3667675" y="416987"/>
                  </a:cubicBezTo>
                  <a:cubicBezTo>
                    <a:pt x="3663304" y="421358"/>
                    <a:pt x="3657376" y="423813"/>
                    <a:pt x="3651195" y="423813"/>
                  </a:cubicBezTo>
                  <a:lnTo>
                    <a:pt x="23306" y="423813"/>
                  </a:lnTo>
                  <a:cubicBezTo>
                    <a:pt x="17125" y="423813"/>
                    <a:pt x="11197" y="421358"/>
                    <a:pt x="6826" y="416987"/>
                  </a:cubicBezTo>
                  <a:cubicBezTo>
                    <a:pt x="2455" y="412616"/>
                    <a:pt x="0" y="406688"/>
                    <a:pt x="0" y="400507"/>
                  </a:cubicBezTo>
                  <a:lnTo>
                    <a:pt x="0" y="23306"/>
                  </a:lnTo>
                  <a:cubicBezTo>
                    <a:pt x="0" y="17125"/>
                    <a:pt x="2455" y="11197"/>
                    <a:pt x="6826" y="6826"/>
                  </a:cubicBezTo>
                  <a:cubicBezTo>
                    <a:pt x="11197" y="2455"/>
                    <a:pt x="17125" y="0"/>
                    <a:pt x="23306" y="0"/>
                  </a:cubicBezTo>
                  <a:close/>
                </a:path>
              </a:pathLst>
            </a:custGeom>
            <a:solidFill>
              <a:srgbClr val="F4F8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9E4B4BA6-2DD1-590D-1C3B-8967F0A97881}"/>
                </a:ext>
              </a:extLst>
            </p:cNvPr>
            <p:cNvSpPr txBox="1"/>
            <p:nvPr/>
          </p:nvSpPr>
          <p:spPr>
            <a:xfrm>
              <a:off x="0" y="-38100"/>
              <a:ext cx="3674501" cy="4619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20" name="Group 20">
            <a:extLst>
              <a:ext uri="{FF2B5EF4-FFF2-40B4-BE49-F238E27FC236}">
                <a16:creationId xmlns:a16="http://schemas.microsoft.com/office/drawing/2014/main" id="{DC36025C-04B2-4051-006E-BDA8251187B1}"/>
              </a:ext>
            </a:extLst>
          </p:cNvPr>
          <p:cNvGrpSpPr/>
          <p:nvPr/>
        </p:nvGrpSpPr>
        <p:grpSpPr>
          <a:xfrm>
            <a:off x="1612789" y="7225702"/>
            <a:ext cx="1609166" cy="1609166"/>
            <a:chOff x="0" y="0"/>
            <a:chExt cx="812800" cy="812800"/>
          </a:xfrm>
        </p:grpSpPr>
        <p:sp>
          <p:nvSpPr>
            <p:cNvPr id="21" name="Freeform 21">
              <a:extLst>
                <a:ext uri="{FF2B5EF4-FFF2-40B4-BE49-F238E27FC236}">
                  <a16:creationId xmlns:a16="http://schemas.microsoft.com/office/drawing/2014/main" id="{2384F902-14C2-8C0A-7CB9-7C22BEC70B13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F8FF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2" name="TextBox 22">
              <a:extLst>
                <a:ext uri="{FF2B5EF4-FFF2-40B4-BE49-F238E27FC236}">
                  <a16:creationId xmlns:a16="http://schemas.microsoft.com/office/drawing/2014/main" id="{6214A58F-4271-1063-0AF6-843BC170FA94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23" name="Group 23">
            <a:extLst>
              <a:ext uri="{FF2B5EF4-FFF2-40B4-BE49-F238E27FC236}">
                <a16:creationId xmlns:a16="http://schemas.microsoft.com/office/drawing/2014/main" id="{A691020F-AD58-E737-DEEB-AC243BAFC495}"/>
              </a:ext>
            </a:extLst>
          </p:cNvPr>
          <p:cNvGrpSpPr/>
          <p:nvPr/>
        </p:nvGrpSpPr>
        <p:grpSpPr>
          <a:xfrm>
            <a:off x="15066045" y="7208629"/>
            <a:ext cx="1609166" cy="1609166"/>
            <a:chOff x="0" y="0"/>
            <a:chExt cx="812800" cy="812800"/>
          </a:xfrm>
        </p:grpSpPr>
        <p:sp>
          <p:nvSpPr>
            <p:cNvPr id="24" name="Freeform 24">
              <a:extLst>
                <a:ext uri="{FF2B5EF4-FFF2-40B4-BE49-F238E27FC236}">
                  <a16:creationId xmlns:a16="http://schemas.microsoft.com/office/drawing/2014/main" id="{3B0AE0C8-B749-678A-A42D-B01F6C458C70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F8FF"/>
            </a:solidFill>
            <a:ln w="19050" cap="sq">
              <a:solidFill>
                <a:srgbClr val="292626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5" name="TextBox 25">
              <a:extLst>
                <a:ext uri="{FF2B5EF4-FFF2-40B4-BE49-F238E27FC236}">
                  <a16:creationId xmlns:a16="http://schemas.microsoft.com/office/drawing/2014/main" id="{AE336054-19D0-7320-4C89-91869DE5AC03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6" name="Freeform 26">
            <a:extLst>
              <a:ext uri="{FF2B5EF4-FFF2-40B4-BE49-F238E27FC236}">
                <a16:creationId xmlns:a16="http://schemas.microsoft.com/office/drawing/2014/main" id="{BB9E703D-70C8-B2BF-9845-AF75B05614AF}"/>
              </a:ext>
            </a:extLst>
          </p:cNvPr>
          <p:cNvSpPr/>
          <p:nvPr/>
        </p:nvSpPr>
        <p:spPr>
          <a:xfrm>
            <a:off x="1890309" y="7490462"/>
            <a:ext cx="1054126" cy="1079645"/>
          </a:xfrm>
          <a:custGeom>
            <a:avLst/>
            <a:gdLst/>
            <a:ahLst/>
            <a:cxnLst/>
            <a:rect l="l" t="t" r="r" b="b"/>
            <a:pathLst>
              <a:path w="1054126" h="1079645">
                <a:moveTo>
                  <a:pt x="0" y="0"/>
                </a:moveTo>
                <a:lnTo>
                  <a:pt x="1054126" y="0"/>
                </a:lnTo>
                <a:lnTo>
                  <a:pt x="1054126" y="1079645"/>
                </a:lnTo>
                <a:lnTo>
                  <a:pt x="0" y="107964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7" name="Freeform 27">
            <a:extLst>
              <a:ext uri="{FF2B5EF4-FFF2-40B4-BE49-F238E27FC236}">
                <a16:creationId xmlns:a16="http://schemas.microsoft.com/office/drawing/2014/main" id="{A16B79FD-1354-B458-FCC4-FD6B3750C373}"/>
              </a:ext>
            </a:extLst>
          </p:cNvPr>
          <p:cNvSpPr/>
          <p:nvPr/>
        </p:nvSpPr>
        <p:spPr>
          <a:xfrm>
            <a:off x="15343565" y="7490462"/>
            <a:ext cx="1054126" cy="1079645"/>
          </a:xfrm>
          <a:custGeom>
            <a:avLst/>
            <a:gdLst/>
            <a:ahLst/>
            <a:cxnLst/>
            <a:rect l="l" t="t" r="r" b="b"/>
            <a:pathLst>
              <a:path w="1054126" h="1079645">
                <a:moveTo>
                  <a:pt x="0" y="0"/>
                </a:moveTo>
                <a:lnTo>
                  <a:pt x="1054126" y="0"/>
                </a:lnTo>
                <a:lnTo>
                  <a:pt x="1054126" y="1079645"/>
                </a:lnTo>
                <a:lnTo>
                  <a:pt x="0" y="107964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28" name="Group 28">
            <a:extLst>
              <a:ext uri="{FF2B5EF4-FFF2-40B4-BE49-F238E27FC236}">
                <a16:creationId xmlns:a16="http://schemas.microsoft.com/office/drawing/2014/main" id="{A493958D-06AB-335F-50A9-8E6095F41B73}"/>
              </a:ext>
            </a:extLst>
          </p:cNvPr>
          <p:cNvGrpSpPr/>
          <p:nvPr/>
        </p:nvGrpSpPr>
        <p:grpSpPr>
          <a:xfrm>
            <a:off x="5927395" y="7341010"/>
            <a:ext cx="1344406" cy="1344406"/>
            <a:chOff x="0" y="0"/>
            <a:chExt cx="812800" cy="812800"/>
          </a:xfrm>
        </p:grpSpPr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7608F0F6-02C5-9ED6-8364-E52CDDBA3DFC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0" name="TextBox 30">
              <a:extLst>
                <a:ext uri="{FF2B5EF4-FFF2-40B4-BE49-F238E27FC236}">
                  <a16:creationId xmlns:a16="http://schemas.microsoft.com/office/drawing/2014/main" id="{7ECE8783-4772-0E0A-F086-31E5612AE4E4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31" name="Group 31">
            <a:extLst>
              <a:ext uri="{FF2B5EF4-FFF2-40B4-BE49-F238E27FC236}">
                <a16:creationId xmlns:a16="http://schemas.microsoft.com/office/drawing/2014/main" id="{25F421D0-967E-E209-21ED-DD0DCD9DB18C}"/>
              </a:ext>
            </a:extLst>
          </p:cNvPr>
          <p:cNvGrpSpPr/>
          <p:nvPr/>
        </p:nvGrpSpPr>
        <p:grpSpPr>
          <a:xfrm>
            <a:off x="7624226" y="7341010"/>
            <a:ext cx="1344406" cy="1344406"/>
            <a:chOff x="0" y="0"/>
            <a:chExt cx="812800" cy="812800"/>
          </a:xfrm>
        </p:grpSpPr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4218C28B-7282-F949-5AB4-FB18917EB268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TextBox 33">
              <a:extLst>
                <a:ext uri="{FF2B5EF4-FFF2-40B4-BE49-F238E27FC236}">
                  <a16:creationId xmlns:a16="http://schemas.microsoft.com/office/drawing/2014/main" id="{11011CEF-AF78-FBE9-7C95-899D2AC71AB5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34" name="Group 34">
            <a:extLst>
              <a:ext uri="{FF2B5EF4-FFF2-40B4-BE49-F238E27FC236}">
                <a16:creationId xmlns:a16="http://schemas.microsoft.com/office/drawing/2014/main" id="{A845818E-7A7A-66E2-6429-58E388CB30C9}"/>
              </a:ext>
            </a:extLst>
          </p:cNvPr>
          <p:cNvGrpSpPr/>
          <p:nvPr/>
        </p:nvGrpSpPr>
        <p:grpSpPr>
          <a:xfrm>
            <a:off x="9321057" y="7341010"/>
            <a:ext cx="1344406" cy="1344406"/>
            <a:chOff x="0" y="0"/>
            <a:chExt cx="812800" cy="812800"/>
          </a:xfrm>
        </p:grpSpPr>
        <p:sp>
          <p:nvSpPr>
            <p:cNvPr id="35" name="Freeform 35">
              <a:extLst>
                <a:ext uri="{FF2B5EF4-FFF2-40B4-BE49-F238E27FC236}">
                  <a16:creationId xmlns:a16="http://schemas.microsoft.com/office/drawing/2014/main" id="{38C6666C-802F-31FD-E2B4-5E2B5D214D4A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6" name="TextBox 36">
              <a:extLst>
                <a:ext uri="{FF2B5EF4-FFF2-40B4-BE49-F238E27FC236}">
                  <a16:creationId xmlns:a16="http://schemas.microsoft.com/office/drawing/2014/main" id="{7FAA7D06-96C1-CAC8-FE1B-0AE0EA902377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37" name="Group 37">
            <a:extLst>
              <a:ext uri="{FF2B5EF4-FFF2-40B4-BE49-F238E27FC236}">
                <a16:creationId xmlns:a16="http://schemas.microsoft.com/office/drawing/2014/main" id="{665A3316-9146-E14B-A58B-16370E67B6B6}"/>
              </a:ext>
            </a:extLst>
          </p:cNvPr>
          <p:cNvGrpSpPr/>
          <p:nvPr/>
        </p:nvGrpSpPr>
        <p:grpSpPr>
          <a:xfrm>
            <a:off x="11017887" y="7341010"/>
            <a:ext cx="1344406" cy="1344406"/>
            <a:chOff x="0" y="0"/>
            <a:chExt cx="812800" cy="812800"/>
          </a:xfrm>
        </p:grpSpPr>
        <p:sp>
          <p:nvSpPr>
            <p:cNvPr id="38" name="Freeform 38">
              <a:extLst>
                <a:ext uri="{FF2B5EF4-FFF2-40B4-BE49-F238E27FC236}">
                  <a16:creationId xmlns:a16="http://schemas.microsoft.com/office/drawing/2014/main" id="{DF76AF06-DF0C-DE96-146F-3673866DD596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9" name="TextBox 39">
              <a:extLst>
                <a:ext uri="{FF2B5EF4-FFF2-40B4-BE49-F238E27FC236}">
                  <a16:creationId xmlns:a16="http://schemas.microsoft.com/office/drawing/2014/main" id="{9D8BFAD3-5493-BC63-0E23-D5A84F744FA5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40" name="Group 40">
            <a:extLst>
              <a:ext uri="{FF2B5EF4-FFF2-40B4-BE49-F238E27FC236}">
                <a16:creationId xmlns:a16="http://schemas.microsoft.com/office/drawing/2014/main" id="{BA769300-C44A-992C-EC0D-21EB235AA81B}"/>
              </a:ext>
            </a:extLst>
          </p:cNvPr>
          <p:cNvGrpSpPr/>
          <p:nvPr/>
        </p:nvGrpSpPr>
        <p:grpSpPr>
          <a:xfrm>
            <a:off x="12714718" y="7341010"/>
            <a:ext cx="1344406" cy="1344406"/>
            <a:chOff x="0" y="0"/>
            <a:chExt cx="812800" cy="812800"/>
          </a:xfrm>
        </p:grpSpPr>
        <p:sp>
          <p:nvSpPr>
            <p:cNvPr id="41" name="Freeform 41">
              <a:extLst>
                <a:ext uri="{FF2B5EF4-FFF2-40B4-BE49-F238E27FC236}">
                  <a16:creationId xmlns:a16="http://schemas.microsoft.com/office/drawing/2014/main" id="{06B2B72E-F1A4-2FB5-1E77-8246918E7E38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2" name="TextBox 42">
              <a:extLst>
                <a:ext uri="{FF2B5EF4-FFF2-40B4-BE49-F238E27FC236}">
                  <a16:creationId xmlns:a16="http://schemas.microsoft.com/office/drawing/2014/main" id="{2016DA96-514D-32C0-59B6-29DF8148F768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43" name="Group 43">
            <a:extLst>
              <a:ext uri="{FF2B5EF4-FFF2-40B4-BE49-F238E27FC236}">
                <a16:creationId xmlns:a16="http://schemas.microsoft.com/office/drawing/2014/main" id="{A650373D-9843-B9B3-E2D3-90F442D46DBA}"/>
              </a:ext>
            </a:extLst>
          </p:cNvPr>
          <p:cNvGrpSpPr/>
          <p:nvPr/>
        </p:nvGrpSpPr>
        <p:grpSpPr>
          <a:xfrm>
            <a:off x="4228876" y="7341010"/>
            <a:ext cx="1344406" cy="1344406"/>
            <a:chOff x="0" y="0"/>
            <a:chExt cx="812800" cy="812800"/>
          </a:xfrm>
        </p:grpSpPr>
        <p:sp>
          <p:nvSpPr>
            <p:cNvPr id="44" name="Freeform 44">
              <a:extLst>
                <a:ext uri="{FF2B5EF4-FFF2-40B4-BE49-F238E27FC236}">
                  <a16:creationId xmlns:a16="http://schemas.microsoft.com/office/drawing/2014/main" id="{66F52DC4-C641-F12C-FCAA-637FC2558558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5" name="TextBox 45">
              <a:extLst>
                <a:ext uri="{FF2B5EF4-FFF2-40B4-BE49-F238E27FC236}">
                  <a16:creationId xmlns:a16="http://schemas.microsoft.com/office/drawing/2014/main" id="{D2E63AE7-AA80-2AE3-FD15-BA210BDE8AF5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46" name="Freeform 46">
            <a:extLst>
              <a:ext uri="{FF2B5EF4-FFF2-40B4-BE49-F238E27FC236}">
                <a16:creationId xmlns:a16="http://schemas.microsoft.com/office/drawing/2014/main" id="{BD68B671-3847-8368-E650-D2BBF5A9EFD4}"/>
              </a:ext>
            </a:extLst>
          </p:cNvPr>
          <p:cNvSpPr/>
          <p:nvPr/>
        </p:nvSpPr>
        <p:spPr>
          <a:xfrm>
            <a:off x="4574044" y="7573433"/>
            <a:ext cx="654071" cy="879558"/>
          </a:xfrm>
          <a:custGeom>
            <a:avLst/>
            <a:gdLst/>
            <a:ahLst/>
            <a:cxnLst/>
            <a:rect l="l" t="t" r="r" b="b"/>
            <a:pathLst>
              <a:path w="654071" h="879558">
                <a:moveTo>
                  <a:pt x="0" y="0"/>
                </a:moveTo>
                <a:lnTo>
                  <a:pt x="654071" y="0"/>
                </a:lnTo>
                <a:lnTo>
                  <a:pt x="654071" y="879558"/>
                </a:lnTo>
                <a:lnTo>
                  <a:pt x="0" y="87955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7" name="Freeform 47">
            <a:extLst>
              <a:ext uri="{FF2B5EF4-FFF2-40B4-BE49-F238E27FC236}">
                <a16:creationId xmlns:a16="http://schemas.microsoft.com/office/drawing/2014/main" id="{222F8652-4556-2394-2503-DDC4749E2C8B}"/>
              </a:ext>
            </a:extLst>
          </p:cNvPr>
          <p:cNvSpPr/>
          <p:nvPr/>
        </p:nvSpPr>
        <p:spPr>
          <a:xfrm>
            <a:off x="6224886" y="7660417"/>
            <a:ext cx="747736" cy="705591"/>
          </a:xfrm>
          <a:custGeom>
            <a:avLst/>
            <a:gdLst/>
            <a:ahLst/>
            <a:cxnLst/>
            <a:rect l="l" t="t" r="r" b="b"/>
            <a:pathLst>
              <a:path w="747736" h="705591">
                <a:moveTo>
                  <a:pt x="0" y="0"/>
                </a:moveTo>
                <a:lnTo>
                  <a:pt x="747736" y="0"/>
                </a:lnTo>
                <a:lnTo>
                  <a:pt x="747736" y="705591"/>
                </a:lnTo>
                <a:lnTo>
                  <a:pt x="0" y="70559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8" name="Freeform 48">
            <a:extLst>
              <a:ext uri="{FF2B5EF4-FFF2-40B4-BE49-F238E27FC236}">
                <a16:creationId xmlns:a16="http://schemas.microsoft.com/office/drawing/2014/main" id="{8EEA47CE-F412-80BB-0B94-4483A62E26BD}"/>
              </a:ext>
            </a:extLst>
          </p:cNvPr>
          <p:cNvSpPr/>
          <p:nvPr/>
        </p:nvSpPr>
        <p:spPr>
          <a:xfrm>
            <a:off x="7899672" y="7490462"/>
            <a:ext cx="793515" cy="942620"/>
          </a:xfrm>
          <a:custGeom>
            <a:avLst/>
            <a:gdLst/>
            <a:ahLst/>
            <a:cxnLst/>
            <a:rect l="l" t="t" r="r" b="b"/>
            <a:pathLst>
              <a:path w="793515" h="942620">
                <a:moveTo>
                  <a:pt x="0" y="0"/>
                </a:moveTo>
                <a:lnTo>
                  <a:pt x="793514" y="0"/>
                </a:lnTo>
                <a:lnTo>
                  <a:pt x="793514" y="942620"/>
                </a:lnTo>
                <a:lnTo>
                  <a:pt x="0" y="94262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9" name="Freeform 49">
            <a:extLst>
              <a:ext uri="{FF2B5EF4-FFF2-40B4-BE49-F238E27FC236}">
                <a16:creationId xmlns:a16="http://schemas.microsoft.com/office/drawing/2014/main" id="{F05AB556-E835-2772-5E12-88F5E6C901B6}"/>
              </a:ext>
            </a:extLst>
          </p:cNvPr>
          <p:cNvSpPr/>
          <p:nvPr/>
        </p:nvSpPr>
        <p:spPr>
          <a:xfrm>
            <a:off x="9627344" y="7664369"/>
            <a:ext cx="731831" cy="731831"/>
          </a:xfrm>
          <a:custGeom>
            <a:avLst/>
            <a:gdLst/>
            <a:ahLst/>
            <a:cxnLst/>
            <a:rect l="l" t="t" r="r" b="b"/>
            <a:pathLst>
              <a:path w="731831" h="731831">
                <a:moveTo>
                  <a:pt x="0" y="0"/>
                </a:moveTo>
                <a:lnTo>
                  <a:pt x="731831" y="0"/>
                </a:lnTo>
                <a:lnTo>
                  <a:pt x="731831" y="731831"/>
                </a:lnTo>
                <a:lnTo>
                  <a:pt x="0" y="731831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0" name="Freeform 50">
            <a:extLst>
              <a:ext uri="{FF2B5EF4-FFF2-40B4-BE49-F238E27FC236}">
                <a16:creationId xmlns:a16="http://schemas.microsoft.com/office/drawing/2014/main" id="{F0E1341F-AF78-10CA-EDC2-209EFD066484}"/>
              </a:ext>
            </a:extLst>
          </p:cNvPr>
          <p:cNvSpPr/>
          <p:nvPr/>
        </p:nvSpPr>
        <p:spPr>
          <a:xfrm>
            <a:off x="11269544" y="7689009"/>
            <a:ext cx="841093" cy="648406"/>
          </a:xfrm>
          <a:custGeom>
            <a:avLst/>
            <a:gdLst/>
            <a:ahLst/>
            <a:cxnLst/>
            <a:rect l="l" t="t" r="r" b="b"/>
            <a:pathLst>
              <a:path w="841093" h="648406">
                <a:moveTo>
                  <a:pt x="0" y="0"/>
                </a:moveTo>
                <a:lnTo>
                  <a:pt x="841093" y="0"/>
                </a:lnTo>
                <a:lnTo>
                  <a:pt x="841093" y="648407"/>
                </a:lnTo>
                <a:lnTo>
                  <a:pt x="0" y="648407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1" name="Freeform 51">
            <a:extLst>
              <a:ext uri="{FF2B5EF4-FFF2-40B4-BE49-F238E27FC236}">
                <a16:creationId xmlns:a16="http://schemas.microsoft.com/office/drawing/2014/main" id="{72C2BFB1-4EF1-017E-D233-9317C8180D93}"/>
              </a:ext>
            </a:extLst>
          </p:cNvPr>
          <p:cNvSpPr/>
          <p:nvPr/>
        </p:nvSpPr>
        <p:spPr>
          <a:xfrm>
            <a:off x="12962368" y="7602255"/>
            <a:ext cx="827937" cy="821915"/>
          </a:xfrm>
          <a:custGeom>
            <a:avLst/>
            <a:gdLst/>
            <a:ahLst/>
            <a:cxnLst/>
            <a:rect l="l" t="t" r="r" b="b"/>
            <a:pathLst>
              <a:path w="827937" h="821915">
                <a:moveTo>
                  <a:pt x="0" y="0"/>
                </a:moveTo>
                <a:lnTo>
                  <a:pt x="827937" y="0"/>
                </a:lnTo>
                <a:lnTo>
                  <a:pt x="827937" y="821915"/>
                </a:lnTo>
                <a:lnTo>
                  <a:pt x="0" y="821915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2" name="TextBox 52">
            <a:extLst>
              <a:ext uri="{FF2B5EF4-FFF2-40B4-BE49-F238E27FC236}">
                <a16:creationId xmlns:a16="http://schemas.microsoft.com/office/drawing/2014/main" id="{99AC88B8-3C7D-AD02-465F-CB4664ECAF2E}"/>
              </a:ext>
            </a:extLst>
          </p:cNvPr>
          <p:cNvSpPr txBox="1"/>
          <p:nvPr/>
        </p:nvSpPr>
        <p:spPr>
          <a:xfrm>
            <a:off x="2168189" y="2330151"/>
            <a:ext cx="13951622" cy="13724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ctr">
              <a:lnSpc>
                <a:spcPts val="11257"/>
              </a:lnSpc>
              <a:spcBef>
                <a:spcPct val="0"/>
              </a:spcBef>
            </a:pPr>
            <a:r>
              <a:rPr lang="en-US" sz="8041" b="1" dirty="0">
                <a:solidFill>
                  <a:srgbClr val="000000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Web Filter Profile</a:t>
            </a:r>
          </a:p>
        </p:txBody>
      </p:sp>
      <p:sp>
        <p:nvSpPr>
          <p:cNvPr id="53" name="TextBox 53">
            <a:extLst>
              <a:ext uri="{FF2B5EF4-FFF2-40B4-BE49-F238E27FC236}">
                <a16:creationId xmlns:a16="http://schemas.microsoft.com/office/drawing/2014/main" id="{AFAA64CB-D676-71C6-8EA6-EAE616F43D51}"/>
              </a:ext>
            </a:extLst>
          </p:cNvPr>
          <p:cNvSpPr txBox="1"/>
          <p:nvPr/>
        </p:nvSpPr>
        <p:spPr>
          <a:xfrm>
            <a:off x="5777797" y="4662170"/>
            <a:ext cx="6732407" cy="4607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3919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84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 Light"/>
                <a:ea typeface="Inter Light"/>
                <a:cs typeface="Inter Light"/>
                <a:sym typeface="Inter Light"/>
              </a:rPr>
              <a:t>Purpose</a:t>
            </a:r>
            <a:endParaRPr kumimoji="0" lang="en-US" sz="2799" b="0" i="0" u="none" strike="noStrike" kern="1200" cap="none" spc="148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4" name="TextBox 54">
            <a:extLst>
              <a:ext uri="{FF2B5EF4-FFF2-40B4-BE49-F238E27FC236}">
                <a16:creationId xmlns:a16="http://schemas.microsoft.com/office/drawing/2014/main" id="{84C198D0-F028-BC0D-C723-0957F00C8ECE}"/>
              </a:ext>
            </a:extLst>
          </p:cNvPr>
          <p:cNvSpPr txBox="1"/>
          <p:nvPr/>
        </p:nvSpPr>
        <p:spPr>
          <a:xfrm>
            <a:off x="2742788" y="5501542"/>
            <a:ext cx="12802424" cy="6155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ctr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 panose="020B0604020202020204" charset="0"/>
                <a:ea typeface="Inter Light" panose="020B0604020202020204" charset="0"/>
                <a:cs typeface="Inter Light"/>
                <a:sym typeface="Inter Light"/>
              </a:rPr>
              <a:t>−</a:t>
            </a:r>
            <a:r>
              <a:rPr lang="en-US" sz="2000" dirty="0">
                <a:latin typeface="Inter Light" panose="020B0604020202020204" charset="0"/>
                <a:ea typeface="Inter Light" panose="020B0604020202020204" charset="0"/>
              </a:rPr>
              <a:t> It is used to block harmful websites, limit categories, enforce safe browsing, content filtering and apply URL filtering.</a:t>
            </a:r>
            <a:endParaRPr kumimoji="0" lang="en-US" sz="2000" i="0" u="none" strike="noStrike" kern="1200" cap="none" spc="84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 Light" panose="020B0604020202020204" charset="0"/>
              <a:ea typeface="Inter Light" panose="020B0604020202020204" charset="0"/>
              <a:cs typeface="Inter Light"/>
              <a:sym typeface="Inter Light"/>
            </a:endParaRPr>
          </a:p>
        </p:txBody>
      </p:sp>
      <p:sp>
        <p:nvSpPr>
          <p:cNvPr id="55" name="Freeform 55">
            <a:extLst>
              <a:ext uri="{FF2B5EF4-FFF2-40B4-BE49-F238E27FC236}">
                <a16:creationId xmlns:a16="http://schemas.microsoft.com/office/drawing/2014/main" id="{80991701-F740-B5A8-7352-8B9DD3C454DB}"/>
              </a:ext>
            </a:extLst>
          </p:cNvPr>
          <p:cNvSpPr/>
          <p:nvPr/>
        </p:nvSpPr>
        <p:spPr>
          <a:xfrm>
            <a:off x="9045045" y="4126758"/>
            <a:ext cx="197909" cy="268103"/>
          </a:xfrm>
          <a:custGeom>
            <a:avLst/>
            <a:gdLst/>
            <a:ahLst/>
            <a:cxnLst/>
            <a:rect l="l" t="t" r="r" b="b"/>
            <a:pathLst>
              <a:path w="197909" h="268103">
                <a:moveTo>
                  <a:pt x="0" y="0"/>
                </a:moveTo>
                <a:lnTo>
                  <a:pt x="197910" y="0"/>
                </a:lnTo>
                <a:lnTo>
                  <a:pt x="197910" y="268104"/>
                </a:lnTo>
                <a:lnTo>
                  <a:pt x="0" y="268104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6" name="Freeform 56">
            <a:extLst>
              <a:ext uri="{FF2B5EF4-FFF2-40B4-BE49-F238E27FC236}">
                <a16:creationId xmlns:a16="http://schemas.microsoft.com/office/drawing/2014/main" id="{6B7E41A0-8D19-A352-4B15-420B3EE00998}"/>
              </a:ext>
            </a:extLst>
          </p:cNvPr>
          <p:cNvSpPr/>
          <p:nvPr/>
        </p:nvSpPr>
        <p:spPr>
          <a:xfrm>
            <a:off x="9045045" y="6702835"/>
            <a:ext cx="197909" cy="268103"/>
          </a:xfrm>
          <a:custGeom>
            <a:avLst/>
            <a:gdLst/>
            <a:ahLst/>
            <a:cxnLst/>
            <a:rect l="l" t="t" r="r" b="b"/>
            <a:pathLst>
              <a:path w="197909" h="268103">
                <a:moveTo>
                  <a:pt x="0" y="0"/>
                </a:moveTo>
                <a:lnTo>
                  <a:pt x="197910" y="0"/>
                </a:lnTo>
                <a:lnTo>
                  <a:pt x="197910" y="268103"/>
                </a:lnTo>
                <a:lnTo>
                  <a:pt x="0" y="268103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69549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271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12FA47-239D-9359-4F4F-7CB5A7EC5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697488F-B180-04B7-6175-28FA57692B15}"/>
              </a:ext>
            </a:extLst>
          </p:cNvPr>
          <p:cNvGrpSpPr/>
          <p:nvPr/>
        </p:nvGrpSpPr>
        <p:grpSpPr>
          <a:xfrm>
            <a:off x="1028700" y="1028700"/>
            <a:ext cx="16230600" cy="8229600"/>
            <a:chOff x="0" y="0"/>
            <a:chExt cx="4274726" cy="2167467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570CCDC6-D07E-BD75-3A6D-A2D9139A29C1}"/>
                </a:ext>
              </a:extLst>
            </p:cNvPr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>
                  <a:moveTo>
                    <a:pt x="19080" y="0"/>
                  </a:moveTo>
                  <a:lnTo>
                    <a:pt x="4255646" y="0"/>
                  </a:lnTo>
                  <a:cubicBezTo>
                    <a:pt x="4266183" y="0"/>
                    <a:pt x="4274726" y="8542"/>
                    <a:pt x="4274726" y="19080"/>
                  </a:cubicBezTo>
                  <a:lnTo>
                    <a:pt x="4274726" y="2148387"/>
                  </a:lnTo>
                  <a:cubicBezTo>
                    <a:pt x="4274726" y="2158924"/>
                    <a:pt x="4266183" y="2167467"/>
                    <a:pt x="4255646" y="2167467"/>
                  </a:cubicBezTo>
                  <a:lnTo>
                    <a:pt x="19080" y="2167467"/>
                  </a:lnTo>
                  <a:cubicBezTo>
                    <a:pt x="8542" y="2167467"/>
                    <a:pt x="0" y="2158924"/>
                    <a:pt x="0" y="2148387"/>
                  </a:cubicBezTo>
                  <a:lnTo>
                    <a:pt x="0" y="19080"/>
                  </a:lnTo>
                  <a:cubicBezTo>
                    <a:pt x="0" y="8542"/>
                    <a:pt x="8542" y="0"/>
                    <a:pt x="19080" y="0"/>
                  </a:cubicBezTo>
                  <a:close/>
                </a:path>
              </a:pathLst>
            </a:custGeom>
            <a:solidFill>
              <a:srgbClr val="F4F8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FDE1B48C-B05B-E4DF-DBC6-0128D946D58E}"/>
                </a:ext>
              </a:extLst>
            </p:cNvPr>
            <p:cNvSpPr txBox="1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85345281-8F2E-E506-FA1E-7ABAB6187943}"/>
              </a:ext>
            </a:extLst>
          </p:cNvPr>
          <p:cNvGrpSpPr/>
          <p:nvPr/>
        </p:nvGrpSpPr>
        <p:grpSpPr>
          <a:xfrm>
            <a:off x="1427998" y="1347066"/>
            <a:ext cx="284690" cy="284690"/>
            <a:chOff x="0" y="0"/>
            <a:chExt cx="812800" cy="812800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C139BDC2-6230-5DFC-CADC-632585260A98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59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34DFD8C0-55E2-5305-814E-83547C5EC873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9932E457-B9F9-AFE2-8FC5-24E863CBF488}"/>
              </a:ext>
            </a:extLst>
          </p:cNvPr>
          <p:cNvGrpSpPr/>
          <p:nvPr/>
        </p:nvGrpSpPr>
        <p:grpSpPr>
          <a:xfrm>
            <a:off x="1835411" y="1347066"/>
            <a:ext cx="284690" cy="284690"/>
            <a:chOff x="0" y="0"/>
            <a:chExt cx="812800" cy="81280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F6A3C2F1-9838-718F-D16D-D41F24094748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C9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39D79524-BA70-6B75-104C-E8E645986CE6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2AC4252E-14B3-0A35-4403-F24249D21CF7}"/>
              </a:ext>
            </a:extLst>
          </p:cNvPr>
          <p:cNvGrpSpPr/>
          <p:nvPr/>
        </p:nvGrpSpPr>
        <p:grpSpPr>
          <a:xfrm>
            <a:off x="2243926" y="1347066"/>
            <a:ext cx="284690" cy="284690"/>
            <a:chOff x="0" y="0"/>
            <a:chExt cx="812800" cy="8128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E2E97B43-114C-5C77-BF69-E3F609A46923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CF8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5336B1D1-020F-23DF-EA96-0D151610913A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14" name="AutoShape 14">
            <a:extLst>
              <a:ext uri="{FF2B5EF4-FFF2-40B4-BE49-F238E27FC236}">
                <a16:creationId xmlns:a16="http://schemas.microsoft.com/office/drawing/2014/main" id="{0E4F4092-24E1-5AE2-E0F2-589FC16D7DE6}"/>
              </a:ext>
            </a:extLst>
          </p:cNvPr>
          <p:cNvSpPr/>
          <p:nvPr/>
        </p:nvSpPr>
        <p:spPr>
          <a:xfrm flipV="1">
            <a:off x="1028700" y="426081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AutoShape 15">
            <a:extLst>
              <a:ext uri="{FF2B5EF4-FFF2-40B4-BE49-F238E27FC236}">
                <a16:creationId xmlns:a16="http://schemas.microsoft.com/office/drawing/2014/main" id="{722B4C82-23D2-2097-AD1C-FF56846F4C4B}"/>
              </a:ext>
            </a:extLst>
          </p:cNvPr>
          <p:cNvSpPr/>
          <p:nvPr/>
        </p:nvSpPr>
        <p:spPr>
          <a:xfrm flipV="1">
            <a:off x="1028700" y="2104778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AutoShape 16">
            <a:extLst>
              <a:ext uri="{FF2B5EF4-FFF2-40B4-BE49-F238E27FC236}">
                <a16:creationId xmlns:a16="http://schemas.microsoft.com/office/drawing/2014/main" id="{868BE5EA-09BD-E9DD-7714-1E52A7A7E4E1}"/>
              </a:ext>
            </a:extLst>
          </p:cNvPr>
          <p:cNvSpPr/>
          <p:nvPr/>
        </p:nvSpPr>
        <p:spPr>
          <a:xfrm>
            <a:off x="1028700" y="6836185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17" name="Group 17">
            <a:extLst>
              <a:ext uri="{FF2B5EF4-FFF2-40B4-BE49-F238E27FC236}">
                <a16:creationId xmlns:a16="http://schemas.microsoft.com/office/drawing/2014/main" id="{A1F4A9D4-E981-B31D-9D8F-2C72AF1C99DF}"/>
              </a:ext>
            </a:extLst>
          </p:cNvPr>
          <p:cNvGrpSpPr/>
          <p:nvPr/>
        </p:nvGrpSpPr>
        <p:grpSpPr>
          <a:xfrm>
            <a:off x="2199290" y="7225702"/>
            <a:ext cx="13951622" cy="1609166"/>
            <a:chOff x="0" y="0"/>
            <a:chExt cx="3674501" cy="423813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A810A016-DBE1-58A9-5915-824AFD9C2554}"/>
                </a:ext>
              </a:extLst>
            </p:cNvPr>
            <p:cNvSpPr/>
            <p:nvPr/>
          </p:nvSpPr>
          <p:spPr>
            <a:xfrm>
              <a:off x="0" y="0"/>
              <a:ext cx="3674501" cy="423813"/>
            </a:xfrm>
            <a:custGeom>
              <a:avLst/>
              <a:gdLst/>
              <a:ahLst/>
              <a:cxnLst/>
              <a:rect l="l" t="t" r="r" b="b"/>
              <a:pathLst>
                <a:path w="3674501" h="423813">
                  <a:moveTo>
                    <a:pt x="23306" y="0"/>
                  </a:moveTo>
                  <a:lnTo>
                    <a:pt x="3651195" y="0"/>
                  </a:lnTo>
                  <a:cubicBezTo>
                    <a:pt x="3657376" y="0"/>
                    <a:pt x="3663304" y="2455"/>
                    <a:pt x="3667675" y="6826"/>
                  </a:cubicBezTo>
                  <a:cubicBezTo>
                    <a:pt x="3672046" y="11197"/>
                    <a:pt x="3674501" y="17125"/>
                    <a:pt x="3674501" y="23306"/>
                  </a:cubicBezTo>
                  <a:lnTo>
                    <a:pt x="3674501" y="400507"/>
                  </a:lnTo>
                  <a:cubicBezTo>
                    <a:pt x="3674501" y="406688"/>
                    <a:pt x="3672046" y="412616"/>
                    <a:pt x="3667675" y="416987"/>
                  </a:cubicBezTo>
                  <a:cubicBezTo>
                    <a:pt x="3663304" y="421358"/>
                    <a:pt x="3657376" y="423813"/>
                    <a:pt x="3651195" y="423813"/>
                  </a:cubicBezTo>
                  <a:lnTo>
                    <a:pt x="23306" y="423813"/>
                  </a:lnTo>
                  <a:cubicBezTo>
                    <a:pt x="17125" y="423813"/>
                    <a:pt x="11197" y="421358"/>
                    <a:pt x="6826" y="416987"/>
                  </a:cubicBezTo>
                  <a:cubicBezTo>
                    <a:pt x="2455" y="412616"/>
                    <a:pt x="0" y="406688"/>
                    <a:pt x="0" y="400507"/>
                  </a:cubicBezTo>
                  <a:lnTo>
                    <a:pt x="0" y="23306"/>
                  </a:lnTo>
                  <a:cubicBezTo>
                    <a:pt x="0" y="17125"/>
                    <a:pt x="2455" y="11197"/>
                    <a:pt x="6826" y="6826"/>
                  </a:cubicBezTo>
                  <a:cubicBezTo>
                    <a:pt x="11197" y="2455"/>
                    <a:pt x="17125" y="0"/>
                    <a:pt x="23306" y="0"/>
                  </a:cubicBezTo>
                  <a:close/>
                </a:path>
              </a:pathLst>
            </a:custGeom>
            <a:solidFill>
              <a:srgbClr val="F4F8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F483CAF7-D98F-0581-D50F-EB1EEDAB805C}"/>
                </a:ext>
              </a:extLst>
            </p:cNvPr>
            <p:cNvSpPr txBox="1"/>
            <p:nvPr/>
          </p:nvSpPr>
          <p:spPr>
            <a:xfrm>
              <a:off x="0" y="-38100"/>
              <a:ext cx="3674501" cy="4619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20" name="Group 20">
            <a:extLst>
              <a:ext uri="{FF2B5EF4-FFF2-40B4-BE49-F238E27FC236}">
                <a16:creationId xmlns:a16="http://schemas.microsoft.com/office/drawing/2014/main" id="{F9C213FD-5EE7-F34F-BA13-32162D7B59A3}"/>
              </a:ext>
            </a:extLst>
          </p:cNvPr>
          <p:cNvGrpSpPr/>
          <p:nvPr/>
        </p:nvGrpSpPr>
        <p:grpSpPr>
          <a:xfrm>
            <a:off x="1612789" y="7225702"/>
            <a:ext cx="1609166" cy="1609166"/>
            <a:chOff x="0" y="0"/>
            <a:chExt cx="812800" cy="812800"/>
          </a:xfrm>
        </p:grpSpPr>
        <p:sp>
          <p:nvSpPr>
            <p:cNvPr id="21" name="Freeform 21">
              <a:extLst>
                <a:ext uri="{FF2B5EF4-FFF2-40B4-BE49-F238E27FC236}">
                  <a16:creationId xmlns:a16="http://schemas.microsoft.com/office/drawing/2014/main" id="{916AE81E-2226-9A74-5E41-5281180B36D7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F8FF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2" name="TextBox 22">
              <a:extLst>
                <a:ext uri="{FF2B5EF4-FFF2-40B4-BE49-F238E27FC236}">
                  <a16:creationId xmlns:a16="http://schemas.microsoft.com/office/drawing/2014/main" id="{5B6E5E5A-C272-D348-2D59-33470A1B8818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23" name="Group 23">
            <a:extLst>
              <a:ext uri="{FF2B5EF4-FFF2-40B4-BE49-F238E27FC236}">
                <a16:creationId xmlns:a16="http://schemas.microsoft.com/office/drawing/2014/main" id="{9F27BBF4-97E5-CB20-FFCD-AC67E2BC7F92}"/>
              </a:ext>
            </a:extLst>
          </p:cNvPr>
          <p:cNvGrpSpPr/>
          <p:nvPr/>
        </p:nvGrpSpPr>
        <p:grpSpPr>
          <a:xfrm>
            <a:off x="15066045" y="7208629"/>
            <a:ext cx="1609166" cy="1609166"/>
            <a:chOff x="0" y="0"/>
            <a:chExt cx="812800" cy="812800"/>
          </a:xfrm>
        </p:grpSpPr>
        <p:sp>
          <p:nvSpPr>
            <p:cNvPr id="24" name="Freeform 24">
              <a:extLst>
                <a:ext uri="{FF2B5EF4-FFF2-40B4-BE49-F238E27FC236}">
                  <a16:creationId xmlns:a16="http://schemas.microsoft.com/office/drawing/2014/main" id="{7F5A7935-C52C-3F17-6003-1DD42D3CD420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F8FF"/>
            </a:solidFill>
            <a:ln w="19050" cap="sq">
              <a:solidFill>
                <a:srgbClr val="292626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5" name="TextBox 25">
              <a:extLst>
                <a:ext uri="{FF2B5EF4-FFF2-40B4-BE49-F238E27FC236}">
                  <a16:creationId xmlns:a16="http://schemas.microsoft.com/office/drawing/2014/main" id="{88D3A093-134A-5550-F9C2-11B84AC0CA52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6" name="Freeform 26">
            <a:extLst>
              <a:ext uri="{FF2B5EF4-FFF2-40B4-BE49-F238E27FC236}">
                <a16:creationId xmlns:a16="http://schemas.microsoft.com/office/drawing/2014/main" id="{8B7FA2AD-B686-22AA-B7AF-F8402D95A087}"/>
              </a:ext>
            </a:extLst>
          </p:cNvPr>
          <p:cNvSpPr/>
          <p:nvPr/>
        </p:nvSpPr>
        <p:spPr>
          <a:xfrm>
            <a:off x="1890309" y="7490462"/>
            <a:ext cx="1054126" cy="1079645"/>
          </a:xfrm>
          <a:custGeom>
            <a:avLst/>
            <a:gdLst/>
            <a:ahLst/>
            <a:cxnLst/>
            <a:rect l="l" t="t" r="r" b="b"/>
            <a:pathLst>
              <a:path w="1054126" h="1079645">
                <a:moveTo>
                  <a:pt x="0" y="0"/>
                </a:moveTo>
                <a:lnTo>
                  <a:pt x="1054126" y="0"/>
                </a:lnTo>
                <a:lnTo>
                  <a:pt x="1054126" y="1079645"/>
                </a:lnTo>
                <a:lnTo>
                  <a:pt x="0" y="107964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7" name="Freeform 27">
            <a:extLst>
              <a:ext uri="{FF2B5EF4-FFF2-40B4-BE49-F238E27FC236}">
                <a16:creationId xmlns:a16="http://schemas.microsoft.com/office/drawing/2014/main" id="{FB772407-9BE4-1D88-F1C3-7CA122586059}"/>
              </a:ext>
            </a:extLst>
          </p:cNvPr>
          <p:cNvSpPr/>
          <p:nvPr/>
        </p:nvSpPr>
        <p:spPr>
          <a:xfrm>
            <a:off x="15343565" y="7490462"/>
            <a:ext cx="1054126" cy="1079645"/>
          </a:xfrm>
          <a:custGeom>
            <a:avLst/>
            <a:gdLst/>
            <a:ahLst/>
            <a:cxnLst/>
            <a:rect l="l" t="t" r="r" b="b"/>
            <a:pathLst>
              <a:path w="1054126" h="1079645">
                <a:moveTo>
                  <a:pt x="0" y="0"/>
                </a:moveTo>
                <a:lnTo>
                  <a:pt x="1054126" y="0"/>
                </a:lnTo>
                <a:lnTo>
                  <a:pt x="1054126" y="1079645"/>
                </a:lnTo>
                <a:lnTo>
                  <a:pt x="0" y="107964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28" name="Group 28">
            <a:extLst>
              <a:ext uri="{FF2B5EF4-FFF2-40B4-BE49-F238E27FC236}">
                <a16:creationId xmlns:a16="http://schemas.microsoft.com/office/drawing/2014/main" id="{BA233308-69D8-8850-B460-78968A647F21}"/>
              </a:ext>
            </a:extLst>
          </p:cNvPr>
          <p:cNvGrpSpPr/>
          <p:nvPr/>
        </p:nvGrpSpPr>
        <p:grpSpPr>
          <a:xfrm>
            <a:off x="5927395" y="7341010"/>
            <a:ext cx="1344406" cy="1344406"/>
            <a:chOff x="0" y="0"/>
            <a:chExt cx="812800" cy="812800"/>
          </a:xfrm>
        </p:grpSpPr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8302CD61-D2A7-B763-C563-7ED0DF760FCF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0" name="TextBox 30">
              <a:extLst>
                <a:ext uri="{FF2B5EF4-FFF2-40B4-BE49-F238E27FC236}">
                  <a16:creationId xmlns:a16="http://schemas.microsoft.com/office/drawing/2014/main" id="{ABF542AD-809A-565D-47BD-D9F2EF98262C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31" name="Group 31">
            <a:extLst>
              <a:ext uri="{FF2B5EF4-FFF2-40B4-BE49-F238E27FC236}">
                <a16:creationId xmlns:a16="http://schemas.microsoft.com/office/drawing/2014/main" id="{E5A42B3C-59C6-013C-DA5B-3F2EC538BAE8}"/>
              </a:ext>
            </a:extLst>
          </p:cNvPr>
          <p:cNvGrpSpPr/>
          <p:nvPr/>
        </p:nvGrpSpPr>
        <p:grpSpPr>
          <a:xfrm>
            <a:off x="7624226" y="7341010"/>
            <a:ext cx="1344406" cy="1344406"/>
            <a:chOff x="0" y="0"/>
            <a:chExt cx="812800" cy="812800"/>
          </a:xfrm>
        </p:grpSpPr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31228E09-C69C-F19A-5883-DF534F3666B2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TextBox 33">
              <a:extLst>
                <a:ext uri="{FF2B5EF4-FFF2-40B4-BE49-F238E27FC236}">
                  <a16:creationId xmlns:a16="http://schemas.microsoft.com/office/drawing/2014/main" id="{F205BB41-62CD-C28E-5412-705689BCA24C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34" name="Group 34">
            <a:extLst>
              <a:ext uri="{FF2B5EF4-FFF2-40B4-BE49-F238E27FC236}">
                <a16:creationId xmlns:a16="http://schemas.microsoft.com/office/drawing/2014/main" id="{838D576B-C41D-D7FE-931B-ABEC3DF99554}"/>
              </a:ext>
            </a:extLst>
          </p:cNvPr>
          <p:cNvGrpSpPr/>
          <p:nvPr/>
        </p:nvGrpSpPr>
        <p:grpSpPr>
          <a:xfrm>
            <a:off x="9321057" y="7341010"/>
            <a:ext cx="1344406" cy="1344406"/>
            <a:chOff x="0" y="0"/>
            <a:chExt cx="812800" cy="812800"/>
          </a:xfrm>
        </p:grpSpPr>
        <p:sp>
          <p:nvSpPr>
            <p:cNvPr id="35" name="Freeform 35">
              <a:extLst>
                <a:ext uri="{FF2B5EF4-FFF2-40B4-BE49-F238E27FC236}">
                  <a16:creationId xmlns:a16="http://schemas.microsoft.com/office/drawing/2014/main" id="{4B2BA110-3FEA-C294-C86E-E1BC95313ACB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6" name="TextBox 36">
              <a:extLst>
                <a:ext uri="{FF2B5EF4-FFF2-40B4-BE49-F238E27FC236}">
                  <a16:creationId xmlns:a16="http://schemas.microsoft.com/office/drawing/2014/main" id="{FA3F120D-F2EF-475A-77B7-84D848B0E001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37" name="Group 37">
            <a:extLst>
              <a:ext uri="{FF2B5EF4-FFF2-40B4-BE49-F238E27FC236}">
                <a16:creationId xmlns:a16="http://schemas.microsoft.com/office/drawing/2014/main" id="{3A8087D4-BA59-E447-58DC-E7DD558B363F}"/>
              </a:ext>
            </a:extLst>
          </p:cNvPr>
          <p:cNvGrpSpPr/>
          <p:nvPr/>
        </p:nvGrpSpPr>
        <p:grpSpPr>
          <a:xfrm>
            <a:off x="11017887" y="7341010"/>
            <a:ext cx="1344406" cy="1344406"/>
            <a:chOff x="0" y="0"/>
            <a:chExt cx="812800" cy="812800"/>
          </a:xfrm>
        </p:grpSpPr>
        <p:sp>
          <p:nvSpPr>
            <p:cNvPr id="38" name="Freeform 38">
              <a:extLst>
                <a:ext uri="{FF2B5EF4-FFF2-40B4-BE49-F238E27FC236}">
                  <a16:creationId xmlns:a16="http://schemas.microsoft.com/office/drawing/2014/main" id="{81E20617-8D31-DCEF-7918-93B09A544C23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9" name="TextBox 39">
              <a:extLst>
                <a:ext uri="{FF2B5EF4-FFF2-40B4-BE49-F238E27FC236}">
                  <a16:creationId xmlns:a16="http://schemas.microsoft.com/office/drawing/2014/main" id="{D0FA4135-EB65-C423-E3D9-34BAC21352C5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40" name="Group 40">
            <a:extLst>
              <a:ext uri="{FF2B5EF4-FFF2-40B4-BE49-F238E27FC236}">
                <a16:creationId xmlns:a16="http://schemas.microsoft.com/office/drawing/2014/main" id="{9DA60FA9-2437-CE13-FC8F-800F09267174}"/>
              </a:ext>
            </a:extLst>
          </p:cNvPr>
          <p:cNvGrpSpPr/>
          <p:nvPr/>
        </p:nvGrpSpPr>
        <p:grpSpPr>
          <a:xfrm>
            <a:off x="12714718" y="7341010"/>
            <a:ext cx="1344406" cy="1344406"/>
            <a:chOff x="0" y="0"/>
            <a:chExt cx="812800" cy="812800"/>
          </a:xfrm>
        </p:grpSpPr>
        <p:sp>
          <p:nvSpPr>
            <p:cNvPr id="41" name="Freeform 41">
              <a:extLst>
                <a:ext uri="{FF2B5EF4-FFF2-40B4-BE49-F238E27FC236}">
                  <a16:creationId xmlns:a16="http://schemas.microsoft.com/office/drawing/2014/main" id="{F9265CB0-7D69-1375-B03A-4728A3E1707B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2" name="TextBox 42">
              <a:extLst>
                <a:ext uri="{FF2B5EF4-FFF2-40B4-BE49-F238E27FC236}">
                  <a16:creationId xmlns:a16="http://schemas.microsoft.com/office/drawing/2014/main" id="{31D1938B-0805-2667-B1B8-262740198A07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43" name="Group 43">
            <a:extLst>
              <a:ext uri="{FF2B5EF4-FFF2-40B4-BE49-F238E27FC236}">
                <a16:creationId xmlns:a16="http://schemas.microsoft.com/office/drawing/2014/main" id="{54FA0AFE-857D-2598-3CB0-685E89033AB9}"/>
              </a:ext>
            </a:extLst>
          </p:cNvPr>
          <p:cNvGrpSpPr/>
          <p:nvPr/>
        </p:nvGrpSpPr>
        <p:grpSpPr>
          <a:xfrm>
            <a:off x="4228876" y="7341010"/>
            <a:ext cx="1344406" cy="1344406"/>
            <a:chOff x="0" y="0"/>
            <a:chExt cx="812800" cy="812800"/>
          </a:xfrm>
        </p:grpSpPr>
        <p:sp>
          <p:nvSpPr>
            <p:cNvPr id="44" name="Freeform 44">
              <a:extLst>
                <a:ext uri="{FF2B5EF4-FFF2-40B4-BE49-F238E27FC236}">
                  <a16:creationId xmlns:a16="http://schemas.microsoft.com/office/drawing/2014/main" id="{26AB3E67-4AE7-E40A-95AA-254DEA3AC9D6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5" name="TextBox 45">
              <a:extLst>
                <a:ext uri="{FF2B5EF4-FFF2-40B4-BE49-F238E27FC236}">
                  <a16:creationId xmlns:a16="http://schemas.microsoft.com/office/drawing/2014/main" id="{A5305BCE-1140-4562-3EF6-1368402910A2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46" name="Freeform 46">
            <a:extLst>
              <a:ext uri="{FF2B5EF4-FFF2-40B4-BE49-F238E27FC236}">
                <a16:creationId xmlns:a16="http://schemas.microsoft.com/office/drawing/2014/main" id="{8BB31E3B-D897-8704-C910-B17B607DE9BC}"/>
              </a:ext>
            </a:extLst>
          </p:cNvPr>
          <p:cNvSpPr/>
          <p:nvPr/>
        </p:nvSpPr>
        <p:spPr>
          <a:xfrm>
            <a:off x="4574044" y="7573433"/>
            <a:ext cx="654071" cy="879558"/>
          </a:xfrm>
          <a:custGeom>
            <a:avLst/>
            <a:gdLst/>
            <a:ahLst/>
            <a:cxnLst/>
            <a:rect l="l" t="t" r="r" b="b"/>
            <a:pathLst>
              <a:path w="654071" h="879558">
                <a:moveTo>
                  <a:pt x="0" y="0"/>
                </a:moveTo>
                <a:lnTo>
                  <a:pt x="654071" y="0"/>
                </a:lnTo>
                <a:lnTo>
                  <a:pt x="654071" y="879558"/>
                </a:lnTo>
                <a:lnTo>
                  <a:pt x="0" y="87955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7" name="Freeform 47">
            <a:extLst>
              <a:ext uri="{FF2B5EF4-FFF2-40B4-BE49-F238E27FC236}">
                <a16:creationId xmlns:a16="http://schemas.microsoft.com/office/drawing/2014/main" id="{9D1299E2-65F4-D4B2-DA9F-CA1776A7E36A}"/>
              </a:ext>
            </a:extLst>
          </p:cNvPr>
          <p:cNvSpPr/>
          <p:nvPr/>
        </p:nvSpPr>
        <p:spPr>
          <a:xfrm>
            <a:off x="6224886" y="7660417"/>
            <a:ext cx="747736" cy="705591"/>
          </a:xfrm>
          <a:custGeom>
            <a:avLst/>
            <a:gdLst/>
            <a:ahLst/>
            <a:cxnLst/>
            <a:rect l="l" t="t" r="r" b="b"/>
            <a:pathLst>
              <a:path w="747736" h="705591">
                <a:moveTo>
                  <a:pt x="0" y="0"/>
                </a:moveTo>
                <a:lnTo>
                  <a:pt x="747736" y="0"/>
                </a:lnTo>
                <a:lnTo>
                  <a:pt x="747736" y="705591"/>
                </a:lnTo>
                <a:lnTo>
                  <a:pt x="0" y="70559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8" name="Freeform 48">
            <a:extLst>
              <a:ext uri="{FF2B5EF4-FFF2-40B4-BE49-F238E27FC236}">
                <a16:creationId xmlns:a16="http://schemas.microsoft.com/office/drawing/2014/main" id="{2353C977-1134-3F8E-619A-B2FDECC9090B}"/>
              </a:ext>
            </a:extLst>
          </p:cNvPr>
          <p:cNvSpPr/>
          <p:nvPr/>
        </p:nvSpPr>
        <p:spPr>
          <a:xfrm>
            <a:off x="7899672" y="7490462"/>
            <a:ext cx="793515" cy="942620"/>
          </a:xfrm>
          <a:custGeom>
            <a:avLst/>
            <a:gdLst/>
            <a:ahLst/>
            <a:cxnLst/>
            <a:rect l="l" t="t" r="r" b="b"/>
            <a:pathLst>
              <a:path w="793515" h="942620">
                <a:moveTo>
                  <a:pt x="0" y="0"/>
                </a:moveTo>
                <a:lnTo>
                  <a:pt x="793514" y="0"/>
                </a:lnTo>
                <a:lnTo>
                  <a:pt x="793514" y="942620"/>
                </a:lnTo>
                <a:lnTo>
                  <a:pt x="0" y="94262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9" name="Freeform 49">
            <a:extLst>
              <a:ext uri="{FF2B5EF4-FFF2-40B4-BE49-F238E27FC236}">
                <a16:creationId xmlns:a16="http://schemas.microsoft.com/office/drawing/2014/main" id="{50B9E25D-B0D5-28F1-158F-C71A636924C2}"/>
              </a:ext>
            </a:extLst>
          </p:cNvPr>
          <p:cNvSpPr/>
          <p:nvPr/>
        </p:nvSpPr>
        <p:spPr>
          <a:xfrm>
            <a:off x="9627344" y="7664369"/>
            <a:ext cx="731831" cy="731831"/>
          </a:xfrm>
          <a:custGeom>
            <a:avLst/>
            <a:gdLst/>
            <a:ahLst/>
            <a:cxnLst/>
            <a:rect l="l" t="t" r="r" b="b"/>
            <a:pathLst>
              <a:path w="731831" h="731831">
                <a:moveTo>
                  <a:pt x="0" y="0"/>
                </a:moveTo>
                <a:lnTo>
                  <a:pt x="731831" y="0"/>
                </a:lnTo>
                <a:lnTo>
                  <a:pt x="731831" y="731831"/>
                </a:lnTo>
                <a:lnTo>
                  <a:pt x="0" y="731831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0" name="Freeform 50">
            <a:extLst>
              <a:ext uri="{FF2B5EF4-FFF2-40B4-BE49-F238E27FC236}">
                <a16:creationId xmlns:a16="http://schemas.microsoft.com/office/drawing/2014/main" id="{11F87806-62BE-18C2-5CD1-0517E40B7165}"/>
              </a:ext>
            </a:extLst>
          </p:cNvPr>
          <p:cNvSpPr/>
          <p:nvPr/>
        </p:nvSpPr>
        <p:spPr>
          <a:xfrm>
            <a:off x="11269544" y="7689009"/>
            <a:ext cx="841093" cy="648406"/>
          </a:xfrm>
          <a:custGeom>
            <a:avLst/>
            <a:gdLst/>
            <a:ahLst/>
            <a:cxnLst/>
            <a:rect l="l" t="t" r="r" b="b"/>
            <a:pathLst>
              <a:path w="841093" h="648406">
                <a:moveTo>
                  <a:pt x="0" y="0"/>
                </a:moveTo>
                <a:lnTo>
                  <a:pt x="841093" y="0"/>
                </a:lnTo>
                <a:lnTo>
                  <a:pt x="841093" y="648407"/>
                </a:lnTo>
                <a:lnTo>
                  <a:pt x="0" y="648407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1" name="Freeform 51">
            <a:extLst>
              <a:ext uri="{FF2B5EF4-FFF2-40B4-BE49-F238E27FC236}">
                <a16:creationId xmlns:a16="http://schemas.microsoft.com/office/drawing/2014/main" id="{BCA014EB-E881-15A3-B6AD-590924975B78}"/>
              </a:ext>
            </a:extLst>
          </p:cNvPr>
          <p:cNvSpPr/>
          <p:nvPr/>
        </p:nvSpPr>
        <p:spPr>
          <a:xfrm>
            <a:off x="12962368" y="7602255"/>
            <a:ext cx="827937" cy="821915"/>
          </a:xfrm>
          <a:custGeom>
            <a:avLst/>
            <a:gdLst/>
            <a:ahLst/>
            <a:cxnLst/>
            <a:rect l="l" t="t" r="r" b="b"/>
            <a:pathLst>
              <a:path w="827937" h="821915">
                <a:moveTo>
                  <a:pt x="0" y="0"/>
                </a:moveTo>
                <a:lnTo>
                  <a:pt x="827937" y="0"/>
                </a:lnTo>
                <a:lnTo>
                  <a:pt x="827937" y="821915"/>
                </a:lnTo>
                <a:lnTo>
                  <a:pt x="0" y="821915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2" name="TextBox 52">
            <a:extLst>
              <a:ext uri="{FF2B5EF4-FFF2-40B4-BE49-F238E27FC236}">
                <a16:creationId xmlns:a16="http://schemas.microsoft.com/office/drawing/2014/main" id="{56AE7095-66F7-3A9F-9A1C-4CA692840F75}"/>
              </a:ext>
            </a:extLst>
          </p:cNvPr>
          <p:cNvSpPr txBox="1"/>
          <p:nvPr/>
        </p:nvSpPr>
        <p:spPr>
          <a:xfrm>
            <a:off x="2168189" y="2330151"/>
            <a:ext cx="13951622" cy="13724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ctr">
              <a:lnSpc>
                <a:spcPts val="11257"/>
              </a:lnSpc>
              <a:spcBef>
                <a:spcPct val="0"/>
              </a:spcBef>
            </a:pPr>
            <a:r>
              <a:rPr lang="en-US" sz="8041" b="1" dirty="0">
                <a:solidFill>
                  <a:srgbClr val="000000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Web Filter Profile</a:t>
            </a:r>
          </a:p>
        </p:txBody>
      </p:sp>
      <p:sp>
        <p:nvSpPr>
          <p:cNvPr id="53" name="TextBox 53">
            <a:extLst>
              <a:ext uri="{FF2B5EF4-FFF2-40B4-BE49-F238E27FC236}">
                <a16:creationId xmlns:a16="http://schemas.microsoft.com/office/drawing/2014/main" id="{A130A957-3252-3150-0117-8FAA0CC45C6B}"/>
              </a:ext>
            </a:extLst>
          </p:cNvPr>
          <p:cNvSpPr txBox="1"/>
          <p:nvPr/>
        </p:nvSpPr>
        <p:spPr>
          <a:xfrm>
            <a:off x="5777797" y="4533900"/>
            <a:ext cx="6732407" cy="4607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3919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84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 Light"/>
                <a:ea typeface="Inter Light"/>
                <a:cs typeface="Inter Light"/>
                <a:sym typeface="Inter Light"/>
              </a:rPr>
              <a:t>Main Features</a:t>
            </a:r>
            <a:endParaRPr kumimoji="0" lang="en-US" sz="2799" b="0" i="0" u="none" strike="noStrike" kern="1200" cap="none" spc="148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4" name="TextBox 54">
            <a:extLst>
              <a:ext uri="{FF2B5EF4-FFF2-40B4-BE49-F238E27FC236}">
                <a16:creationId xmlns:a16="http://schemas.microsoft.com/office/drawing/2014/main" id="{CA6F3FEC-3DE1-2A2B-12F7-EF6FBA229061}"/>
              </a:ext>
            </a:extLst>
          </p:cNvPr>
          <p:cNvSpPr txBox="1"/>
          <p:nvPr/>
        </p:nvSpPr>
        <p:spPr>
          <a:xfrm>
            <a:off x="2742788" y="5295900"/>
            <a:ext cx="12802424" cy="12311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84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 Light" panose="020B0604020202020204" charset="0"/>
                <a:ea typeface="Inter Light" panose="020B0604020202020204" charset="0"/>
                <a:cs typeface="Inter Light"/>
                <a:sym typeface="Inter Light"/>
              </a:rPr>
              <a:t>−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Inter Light" panose="020B0604020202020204" charset="0"/>
                <a:ea typeface="Inter Light" panose="020B0604020202020204" charset="0"/>
                <a:cs typeface="+mn-cs"/>
              </a:rPr>
              <a:t>Flow-based or Proxy-based scanning</a:t>
            </a:r>
          </a:p>
          <a:p>
            <a:pPr marL="0" marR="0" lvl="0" indent="0" algn="l" defTabSz="914400" rtl="0" eaLnBrk="1" fontAlgn="auto" latinLnBrk="0" hangingPunct="1"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84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 Light"/>
                <a:ea typeface="Inter Light"/>
                <a:cs typeface="Inter Light"/>
                <a:sym typeface="Inter Light"/>
              </a:rPr>
              <a:t>                                                 − Signature-based detection</a:t>
            </a:r>
          </a:p>
          <a:p>
            <a:pPr marL="0" marR="0" lvl="0" indent="0" algn="l" defTabSz="914400" rtl="0" eaLnBrk="1" fontAlgn="auto" latinLnBrk="0" hangingPunct="1"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84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 Light"/>
                <a:ea typeface="Inter Light"/>
                <a:cs typeface="Inter Light"/>
                <a:sym typeface="Inter Light"/>
              </a:rPr>
              <a:t>                                                 − Heuristics &amp; behavior analysis</a:t>
            </a:r>
          </a:p>
          <a:p>
            <a:pPr marL="0" marR="0" lvl="0" indent="0" algn="l" defTabSz="914400" rtl="0" eaLnBrk="1" fontAlgn="auto" latinLnBrk="0" hangingPunct="1"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84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 Light"/>
                <a:ea typeface="Inter Light"/>
                <a:cs typeface="Inter Light"/>
                <a:sym typeface="Inter Light"/>
              </a:rPr>
              <a:t>                                                 − Cloud sandbox for zero-day</a:t>
            </a:r>
          </a:p>
        </p:txBody>
      </p:sp>
      <p:sp>
        <p:nvSpPr>
          <p:cNvPr id="55" name="Freeform 55">
            <a:extLst>
              <a:ext uri="{FF2B5EF4-FFF2-40B4-BE49-F238E27FC236}">
                <a16:creationId xmlns:a16="http://schemas.microsoft.com/office/drawing/2014/main" id="{F32C5991-9F41-1BF2-BDD9-0C6FEE188F0E}"/>
              </a:ext>
            </a:extLst>
          </p:cNvPr>
          <p:cNvSpPr/>
          <p:nvPr/>
        </p:nvSpPr>
        <p:spPr>
          <a:xfrm>
            <a:off x="9045045" y="4126758"/>
            <a:ext cx="197909" cy="268103"/>
          </a:xfrm>
          <a:custGeom>
            <a:avLst/>
            <a:gdLst/>
            <a:ahLst/>
            <a:cxnLst/>
            <a:rect l="l" t="t" r="r" b="b"/>
            <a:pathLst>
              <a:path w="197909" h="268103">
                <a:moveTo>
                  <a:pt x="0" y="0"/>
                </a:moveTo>
                <a:lnTo>
                  <a:pt x="197910" y="0"/>
                </a:lnTo>
                <a:lnTo>
                  <a:pt x="197910" y="268104"/>
                </a:lnTo>
                <a:lnTo>
                  <a:pt x="0" y="268104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6" name="Freeform 56">
            <a:extLst>
              <a:ext uri="{FF2B5EF4-FFF2-40B4-BE49-F238E27FC236}">
                <a16:creationId xmlns:a16="http://schemas.microsoft.com/office/drawing/2014/main" id="{7CF8AAE7-63B7-342A-1B6D-CB5E23EB9DAF}"/>
              </a:ext>
            </a:extLst>
          </p:cNvPr>
          <p:cNvSpPr/>
          <p:nvPr/>
        </p:nvSpPr>
        <p:spPr>
          <a:xfrm>
            <a:off x="9045045" y="6702835"/>
            <a:ext cx="197909" cy="268103"/>
          </a:xfrm>
          <a:custGeom>
            <a:avLst/>
            <a:gdLst/>
            <a:ahLst/>
            <a:cxnLst/>
            <a:rect l="l" t="t" r="r" b="b"/>
            <a:pathLst>
              <a:path w="197909" h="268103">
                <a:moveTo>
                  <a:pt x="0" y="0"/>
                </a:moveTo>
                <a:lnTo>
                  <a:pt x="197910" y="0"/>
                </a:lnTo>
                <a:lnTo>
                  <a:pt x="197910" y="268103"/>
                </a:lnTo>
                <a:lnTo>
                  <a:pt x="0" y="268103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288203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271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51C7B9-6492-7218-94FF-33B14D047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033A90E9-B0BE-E2D5-C92F-6C29ADEE1BD3}"/>
              </a:ext>
            </a:extLst>
          </p:cNvPr>
          <p:cNvGrpSpPr/>
          <p:nvPr/>
        </p:nvGrpSpPr>
        <p:grpSpPr>
          <a:xfrm>
            <a:off x="1028700" y="1028700"/>
            <a:ext cx="16230600" cy="8229600"/>
            <a:chOff x="0" y="0"/>
            <a:chExt cx="4274726" cy="2167467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20F99A5B-EC78-34F9-625E-0C5FBD427F8C}"/>
                </a:ext>
              </a:extLst>
            </p:cNvPr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>
                  <a:moveTo>
                    <a:pt x="19080" y="0"/>
                  </a:moveTo>
                  <a:lnTo>
                    <a:pt x="4255646" y="0"/>
                  </a:lnTo>
                  <a:cubicBezTo>
                    <a:pt x="4266183" y="0"/>
                    <a:pt x="4274726" y="8542"/>
                    <a:pt x="4274726" y="19080"/>
                  </a:cubicBezTo>
                  <a:lnTo>
                    <a:pt x="4274726" y="2148387"/>
                  </a:lnTo>
                  <a:cubicBezTo>
                    <a:pt x="4274726" y="2158924"/>
                    <a:pt x="4266183" y="2167467"/>
                    <a:pt x="4255646" y="2167467"/>
                  </a:cubicBezTo>
                  <a:lnTo>
                    <a:pt x="19080" y="2167467"/>
                  </a:lnTo>
                  <a:cubicBezTo>
                    <a:pt x="8542" y="2167467"/>
                    <a:pt x="0" y="2158924"/>
                    <a:pt x="0" y="2148387"/>
                  </a:cubicBezTo>
                  <a:lnTo>
                    <a:pt x="0" y="19080"/>
                  </a:lnTo>
                  <a:cubicBezTo>
                    <a:pt x="0" y="8542"/>
                    <a:pt x="8542" y="0"/>
                    <a:pt x="19080" y="0"/>
                  </a:cubicBezTo>
                  <a:close/>
                </a:path>
              </a:pathLst>
            </a:custGeom>
            <a:solidFill>
              <a:srgbClr val="F4F8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FE806456-DAD4-4FCB-6EE8-2F4ECA3E95DE}"/>
                </a:ext>
              </a:extLst>
            </p:cNvPr>
            <p:cNvSpPr txBox="1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B62467A5-0165-F63D-BB66-B78085221E9A}"/>
              </a:ext>
            </a:extLst>
          </p:cNvPr>
          <p:cNvGrpSpPr/>
          <p:nvPr/>
        </p:nvGrpSpPr>
        <p:grpSpPr>
          <a:xfrm>
            <a:off x="1427998" y="1347066"/>
            <a:ext cx="284690" cy="284690"/>
            <a:chOff x="0" y="0"/>
            <a:chExt cx="812800" cy="812800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BFEB3976-DBDB-9DA6-A38D-BDA0DB4B3C51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59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11966E9A-DCF7-EA92-1E26-F1AAA5B1DF3F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BF7DB46D-FD50-205E-4DC2-B8497DED241D}"/>
              </a:ext>
            </a:extLst>
          </p:cNvPr>
          <p:cNvGrpSpPr/>
          <p:nvPr/>
        </p:nvGrpSpPr>
        <p:grpSpPr>
          <a:xfrm>
            <a:off x="1835411" y="1347066"/>
            <a:ext cx="284690" cy="284690"/>
            <a:chOff x="0" y="0"/>
            <a:chExt cx="812800" cy="81280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CF2777F7-39A5-FA69-E62E-16D63C81783C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C9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22887C3F-4C43-D1EB-3FBE-EF0F289C0B9B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89B1C0A5-BDA5-4073-92ED-69D6C85EF07D}"/>
              </a:ext>
            </a:extLst>
          </p:cNvPr>
          <p:cNvGrpSpPr/>
          <p:nvPr/>
        </p:nvGrpSpPr>
        <p:grpSpPr>
          <a:xfrm>
            <a:off x="2243926" y="1347066"/>
            <a:ext cx="284690" cy="284690"/>
            <a:chOff x="0" y="0"/>
            <a:chExt cx="812800" cy="8128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390DD9CF-5DFB-F53E-48E2-85F7DEAE1A9B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CF8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206E613F-6518-9225-E747-6D997FE538B6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14" name="AutoShape 14">
            <a:extLst>
              <a:ext uri="{FF2B5EF4-FFF2-40B4-BE49-F238E27FC236}">
                <a16:creationId xmlns:a16="http://schemas.microsoft.com/office/drawing/2014/main" id="{295F02D6-4A38-F672-D943-204ED4972DC1}"/>
              </a:ext>
            </a:extLst>
          </p:cNvPr>
          <p:cNvSpPr/>
          <p:nvPr/>
        </p:nvSpPr>
        <p:spPr>
          <a:xfrm flipV="1">
            <a:off x="1028700" y="598170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AutoShape 15">
            <a:extLst>
              <a:ext uri="{FF2B5EF4-FFF2-40B4-BE49-F238E27FC236}">
                <a16:creationId xmlns:a16="http://schemas.microsoft.com/office/drawing/2014/main" id="{8E69A823-4BA5-929B-EF77-B9CC6FC63CF5}"/>
              </a:ext>
            </a:extLst>
          </p:cNvPr>
          <p:cNvSpPr/>
          <p:nvPr/>
        </p:nvSpPr>
        <p:spPr>
          <a:xfrm flipV="1">
            <a:off x="1028700" y="2104778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2" name="TextBox 52">
            <a:extLst>
              <a:ext uri="{FF2B5EF4-FFF2-40B4-BE49-F238E27FC236}">
                <a16:creationId xmlns:a16="http://schemas.microsoft.com/office/drawing/2014/main" id="{57502044-2D94-204D-006F-673F5170E9F8}"/>
              </a:ext>
            </a:extLst>
          </p:cNvPr>
          <p:cNvSpPr txBox="1"/>
          <p:nvPr/>
        </p:nvSpPr>
        <p:spPr>
          <a:xfrm>
            <a:off x="2278978" y="2330151"/>
            <a:ext cx="13951622" cy="282154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 algn="ctr">
              <a:lnSpc>
                <a:spcPts val="11257"/>
              </a:lnSpc>
              <a:spcBef>
                <a:spcPct val="0"/>
              </a:spcBef>
            </a:pPr>
            <a:r>
              <a:rPr lang="en-US" sz="8041" b="1" dirty="0">
                <a:solidFill>
                  <a:srgbClr val="000000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Web Filter Profile</a:t>
            </a:r>
          </a:p>
          <a:p>
            <a:pPr lvl="0" algn="ctr">
              <a:lnSpc>
                <a:spcPts val="11257"/>
              </a:lnSpc>
              <a:spcBef>
                <a:spcPct val="0"/>
              </a:spcBef>
            </a:pPr>
            <a:r>
              <a:rPr lang="en-US" sz="8041" b="1" dirty="0">
                <a:solidFill>
                  <a:srgbClr val="000000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Policy/Config</a:t>
            </a:r>
          </a:p>
        </p:txBody>
      </p:sp>
      <p:sp>
        <p:nvSpPr>
          <p:cNvPr id="55" name="Freeform 55">
            <a:extLst>
              <a:ext uri="{FF2B5EF4-FFF2-40B4-BE49-F238E27FC236}">
                <a16:creationId xmlns:a16="http://schemas.microsoft.com/office/drawing/2014/main" id="{B13A7D2A-F0FD-AC91-3B86-D1085CE9DE0B}"/>
              </a:ext>
            </a:extLst>
          </p:cNvPr>
          <p:cNvSpPr/>
          <p:nvPr/>
        </p:nvSpPr>
        <p:spPr>
          <a:xfrm>
            <a:off x="9045045" y="5865997"/>
            <a:ext cx="197909" cy="268103"/>
          </a:xfrm>
          <a:custGeom>
            <a:avLst/>
            <a:gdLst/>
            <a:ahLst/>
            <a:cxnLst/>
            <a:rect l="l" t="t" r="r" b="b"/>
            <a:pathLst>
              <a:path w="197909" h="268103">
                <a:moveTo>
                  <a:pt x="0" y="0"/>
                </a:moveTo>
                <a:lnTo>
                  <a:pt x="197910" y="0"/>
                </a:lnTo>
                <a:lnTo>
                  <a:pt x="197910" y="268104"/>
                </a:lnTo>
                <a:lnTo>
                  <a:pt x="0" y="26810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2D94359B-3CE1-2D75-7E78-C79244D82B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05953" y="1199047"/>
            <a:ext cx="3562847" cy="7906853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882B8301-04B2-36CB-583C-3A8F5161505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200" y="1181100"/>
            <a:ext cx="3991532" cy="7983064"/>
          </a:xfrm>
          <a:prstGeom prst="rect">
            <a:avLst/>
          </a:prstGeom>
        </p:spPr>
      </p:pic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C78B6A36-9B45-646A-0E8F-48B0F164CF17}"/>
              </a:ext>
            </a:extLst>
          </p:cNvPr>
          <p:cNvCxnSpPr/>
          <p:nvPr/>
        </p:nvCxnSpPr>
        <p:spPr>
          <a:xfrm flipH="1">
            <a:off x="6400800" y="5524500"/>
            <a:ext cx="1981200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BA580FBA-AF35-0CDB-91F6-FC3E2C29A648}"/>
              </a:ext>
            </a:extLst>
          </p:cNvPr>
          <p:cNvCxnSpPr>
            <a:cxnSpLocks/>
          </p:cNvCxnSpPr>
          <p:nvPr/>
        </p:nvCxnSpPr>
        <p:spPr>
          <a:xfrm>
            <a:off x="9829800" y="5524500"/>
            <a:ext cx="1905000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55395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271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AA72C7-863D-DB9A-629E-4A12F92BA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E4AD6C49-8AD2-D8D9-2854-25B379E40932}"/>
              </a:ext>
            </a:extLst>
          </p:cNvPr>
          <p:cNvGrpSpPr/>
          <p:nvPr/>
        </p:nvGrpSpPr>
        <p:grpSpPr>
          <a:xfrm>
            <a:off x="1028700" y="1028700"/>
            <a:ext cx="8027948" cy="8229600"/>
            <a:chOff x="0" y="0"/>
            <a:chExt cx="10703931" cy="10972800"/>
          </a:xfrm>
        </p:grpSpPr>
        <p:grpSp>
          <p:nvGrpSpPr>
            <p:cNvPr id="3" name="Group 3">
              <a:extLst>
                <a:ext uri="{FF2B5EF4-FFF2-40B4-BE49-F238E27FC236}">
                  <a16:creationId xmlns:a16="http://schemas.microsoft.com/office/drawing/2014/main" id="{37DE9E08-9230-98B4-47CC-772CCA3294D1}"/>
                </a:ext>
              </a:extLst>
            </p:cNvPr>
            <p:cNvGrpSpPr/>
            <p:nvPr/>
          </p:nvGrpSpPr>
          <p:grpSpPr>
            <a:xfrm>
              <a:off x="0" y="0"/>
              <a:ext cx="10703931" cy="10972800"/>
              <a:chOff x="0" y="0"/>
              <a:chExt cx="2114357" cy="2167467"/>
            </a:xfrm>
          </p:grpSpPr>
          <p:sp>
            <p:nvSpPr>
              <p:cNvPr id="4" name="Freeform 4">
                <a:extLst>
                  <a:ext uri="{FF2B5EF4-FFF2-40B4-BE49-F238E27FC236}">
                    <a16:creationId xmlns:a16="http://schemas.microsoft.com/office/drawing/2014/main" id="{F378471F-3DFA-1C46-3CC4-6773BB85B6F8}"/>
                  </a:ext>
                </a:extLst>
              </p:cNvPr>
              <p:cNvSpPr/>
              <p:nvPr/>
            </p:nvSpPr>
            <p:spPr>
              <a:xfrm>
                <a:off x="0" y="0"/>
                <a:ext cx="2114357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2114357" h="2167467">
                    <a:moveTo>
                      <a:pt x="38575" y="0"/>
                    </a:moveTo>
                    <a:lnTo>
                      <a:pt x="2075782" y="0"/>
                    </a:lnTo>
                    <a:cubicBezTo>
                      <a:pt x="2086013" y="0"/>
                      <a:pt x="2095824" y="4064"/>
                      <a:pt x="2103058" y="11298"/>
                    </a:cubicBezTo>
                    <a:cubicBezTo>
                      <a:pt x="2110293" y="18532"/>
                      <a:pt x="2114357" y="28344"/>
                      <a:pt x="2114357" y="38575"/>
                    </a:cubicBezTo>
                    <a:lnTo>
                      <a:pt x="2114357" y="2128892"/>
                    </a:lnTo>
                    <a:cubicBezTo>
                      <a:pt x="2114357" y="2139123"/>
                      <a:pt x="2110293" y="2148934"/>
                      <a:pt x="2103058" y="2156168"/>
                    </a:cubicBezTo>
                    <a:cubicBezTo>
                      <a:pt x="2095824" y="2163403"/>
                      <a:pt x="2086013" y="2167467"/>
                      <a:pt x="2075782" y="2167467"/>
                    </a:cubicBezTo>
                    <a:lnTo>
                      <a:pt x="38575" y="2167467"/>
                    </a:lnTo>
                    <a:cubicBezTo>
                      <a:pt x="28344" y="2167467"/>
                      <a:pt x="18532" y="2163403"/>
                      <a:pt x="11298" y="2156168"/>
                    </a:cubicBezTo>
                    <a:cubicBezTo>
                      <a:pt x="4064" y="2148934"/>
                      <a:pt x="0" y="2139123"/>
                      <a:pt x="0" y="2128892"/>
                    </a:cubicBezTo>
                    <a:lnTo>
                      <a:pt x="0" y="38575"/>
                    </a:lnTo>
                    <a:cubicBezTo>
                      <a:pt x="0" y="28344"/>
                      <a:pt x="4064" y="18532"/>
                      <a:pt x="11298" y="11298"/>
                    </a:cubicBezTo>
                    <a:cubicBezTo>
                      <a:pt x="18532" y="4064"/>
                      <a:pt x="28344" y="0"/>
                      <a:pt x="38575" y="0"/>
                    </a:cubicBezTo>
                    <a:close/>
                  </a:path>
                </a:pathLst>
              </a:custGeom>
              <a:solidFill>
                <a:srgbClr val="F4F8FF"/>
              </a:solidFill>
              <a:ln w="1905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5" name="TextBox 5">
                <a:extLst>
                  <a:ext uri="{FF2B5EF4-FFF2-40B4-BE49-F238E27FC236}">
                    <a16:creationId xmlns:a16="http://schemas.microsoft.com/office/drawing/2014/main" id="{F52E9281-4182-E891-9A93-423C1326837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2114357" cy="22055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ts val="2659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p:grpSp>
        <p:grpSp>
          <p:nvGrpSpPr>
            <p:cNvPr id="6" name="Group 6">
              <a:extLst>
                <a:ext uri="{FF2B5EF4-FFF2-40B4-BE49-F238E27FC236}">
                  <a16:creationId xmlns:a16="http://schemas.microsoft.com/office/drawing/2014/main" id="{34C852CA-EA24-F4DD-7017-7B633B5B4FD6}"/>
                </a:ext>
              </a:extLst>
            </p:cNvPr>
            <p:cNvGrpSpPr/>
            <p:nvPr/>
          </p:nvGrpSpPr>
          <p:grpSpPr>
            <a:xfrm>
              <a:off x="532397" y="424488"/>
              <a:ext cx="379586" cy="379586"/>
              <a:chOff x="0" y="0"/>
              <a:chExt cx="812800" cy="812800"/>
            </a:xfrm>
          </p:grpSpPr>
          <p:sp>
            <p:nvSpPr>
              <p:cNvPr id="7" name="Freeform 7">
                <a:extLst>
                  <a:ext uri="{FF2B5EF4-FFF2-40B4-BE49-F238E27FC236}">
                    <a16:creationId xmlns:a16="http://schemas.microsoft.com/office/drawing/2014/main" id="{757AEC19-0C78-CA61-78E4-F9493C0C199C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85954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8" name="TextBox 8">
                <a:extLst>
                  <a:ext uri="{FF2B5EF4-FFF2-40B4-BE49-F238E27FC236}">
                    <a16:creationId xmlns:a16="http://schemas.microsoft.com/office/drawing/2014/main" id="{E92176EC-9C29-CDCB-EECF-BC763A9A1AA7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ts val="2659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p:grp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001FB21B-042B-B738-0AC3-22973D2DB8ED}"/>
                </a:ext>
              </a:extLst>
            </p:cNvPr>
            <p:cNvGrpSpPr/>
            <p:nvPr/>
          </p:nvGrpSpPr>
          <p:grpSpPr>
            <a:xfrm>
              <a:off x="1075615" y="424488"/>
              <a:ext cx="379586" cy="379586"/>
              <a:chOff x="0" y="0"/>
              <a:chExt cx="812800" cy="812800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9BF3C541-E98C-E823-A501-9B95026C62EF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8C954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6349213E-A4C7-1ACD-8742-A362E9858834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ts val="2659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p:grp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7630D95B-F78E-5121-355B-DEA3F0912699}"/>
                </a:ext>
              </a:extLst>
            </p:cNvPr>
            <p:cNvGrpSpPr/>
            <p:nvPr/>
          </p:nvGrpSpPr>
          <p:grpSpPr>
            <a:xfrm>
              <a:off x="1620301" y="424488"/>
              <a:ext cx="379586" cy="379586"/>
              <a:chOff x="0" y="0"/>
              <a:chExt cx="812800" cy="812800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9E374C83-463A-A6FF-E555-08EFF603E687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DCF854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DA157075-75D1-6747-8812-2D90CEEB2412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ts val="2659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5" name="Group 15">
            <a:extLst>
              <a:ext uri="{FF2B5EF4-FFF2-40B4-BE49-F238E27FC236}">
                <a16:creationId xmlns:a16="http://schemas.microsoft.com/office/drawing/2014/main" id="{C91A6E8E-3783-9C37-ABB6-F33694031EBF}"/>
              </a:ext>
            </a:extLst>
          </p:cNvPr>
          <p:cNvGrpSpPr/>
          <p:nvPr/>
        </p:nvGrpSpPr>
        <p:grpSpPr>
          <a:xfrm>
            <a:off x="9231352" y="1028700"/>
            <a:ext cx="8027948" cy="8229600"/>
            <a:chOff x="0" y="0"/>
            <a:chExt cx="10703931" cy="10972800"/>
          </a:xfrm>
        </p:grpSpPr>
        <p:grpSp>
          <p:nvGrpSpPr>
            <p:cNvPr id="16" name="Group 16">
              <a:extLst>
                <a:ext uri="{FF2B5EF4-FFF2-40B4-BE49-F238E27FC236}">
                  <a16:creationId xmlns:a16="http://schemas.microsoft.com/office/drawing/2014/main" id="{17DC1B57-1CF3-8A2B-4556-B2A9A584995E}"/>
                </a:ext>
              </a:extLst>
            </p:cNvPr>
            <p:cNvGrpSpPr/>
            <p:nvPr/>
          </p:nvGrpSpPr>
          <p:grpSpPr>
            <a:xfrm>
              <a:off x="0" y="0"/>
              <a:ext cx="10703931" cy="10972800"/>
              <a:chOff x="0" y="0"/>
              <a:chExt cx="2114357" cy="2167467"/>
            </a:xfrm>
          </p:grpSpPr>
          <p:sp>
            <p:nvSpPr>
              <p:cNvPr id="17" name="Freeform 17">
                <a:extLst>
                  <a:ext uri="{FF2B5EF4-FFF2-40B4-BE49-F238E27FC236}">
                    <a16:creationId xmlns:a16="http://schemas.microsoft.com/office/drawing/2014/main" id="{35BE4F9E-ED22-5996-E6A1-0CB43AE3E746}"/>
                  </a:ext>
                </a:extLst>
              </p:cNvPr>
              <p:cNvSpPr/>
              <p:nvPr/>
            </p:nvSpPr>
            <p:spPr>
              <a:xfrm>
                <a:off x="0" y="0"/>
                <a:ext cx="2114357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2114357" h="2167467">
                    <a:moveTo>
                      <a:pt x="38575" y="0"/>
                    </a:moveTo>
                    <a:lnTo>
                      <a:pt x="2075782" y="0"/>
                    </a:lnTo>
                    <a:cubicBezTo>
                      <a:pt x="2086013" y="0"/>
                      <a:pt x="2095824" y="4064"/>
                      <a:pt x="2103058" y="11298"/>
                    </a:cubicBezTo>
                    <a:cubicBezTo>
                      <a:pt x="2110293" y="18532"/>
                      <a:pt x="2114357" y="28344"/>
                      <a:pt x="2114357" y="38575"/>
                    </a:cubicBezTo>
                    <a:lnTo>
                      <a:pt x="2114357" y="2128892"/>
                    </a:lnTo>
                    <a:cubicBezTo>
                      <a:pt x="2114357" y="2139123"/>
                      <a:pt x="2110293" y="2148934"/>
                      <a:pt x="2103058" y="2156168"/>
                    </a:cubicBezTo>
                    <a:cubicBezTo>
                      <a:pt x="2095824" y="2163403"/>
                      <a:pt x="2086013" y="2167467"/>
                      <a:pt x="2075782" y="2167467"/>
                    </a:cubicBezTo>
                    <a:lnTo>
                      <a:pt x="38575" y="2167467"/>
                    </a:lnTo>
                    <a:cubicBezTo>
                      <a:pt x="28344" y="2167467"/>
                      <a:pt x="18532" y="2163403"/>
                      <a:pt x="11298" y="2156168"/>
                    </a:cubicBezTo>
                    <a:cubicBezTo>
                      <a:pt x="4064" y="2148934"/>
                      <a:pt x="0" y="2139123"/>
                      <a:pt x="0" y="2128892"/>
                    </a:cubicBezTo>
                    <a:lnTo>
                      <a:pt x="0" y="38575"/>
                    </a:lnTo>
                    <a:cubicBezTo>
                      <a:pt x="0" y="28344"/>
                      <a:pt x="4064" y="18532"/>
                      <a:pt x="11298" y="11298"/>
                    </a:cubicBezTo>
                    <a:cubicBezTo>
                      <a:pt x="18532" y="4064"/>
                      <a:pt x="28344" y="0"/>
                      <a:pt x="38575" y="0"/>
                    </a:cubicBezTo>
                    <a:close/>
                  </a:path>
                </a:pathLst>
              </a:custGeom>
              <a:solidFill>
                <a:srgbClr val="F4F8FF"/>
              </a:solidFill>
              <a:ln w="1905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18" name="TextBox 18">
                <a:extLst>
                  <a:ext uri="{FF2B5EF4-FFF2-40B4-BE49-F238E27FC236}">
                    <a16:creationId xmlns:a16="http://schemas.microsoft.com/office/drawing/2014/main" id="{6E459485-2006-69B9-CA76-E5D9EC42EC4E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2114357" cy="22055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ts val="2659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p:grpSp>
        <p:sp>
          <p:nvSpPr>
            <p:cNvPr id="21" name="TextBox 21">
              <a:extLst>
                <a:ext uri="{FF2B5EF4-FFF2-40B4-BE49-F238E27FC236}">
                  <a16:creationId xmlns:a16="http://schemas.microsoft.com/office/drawing/2014/main" id="{A27BABB9-3EF7-E458-EC20-9362117305CA}"/>
                </a:ext>
              </a:extLst>
            </p:cNvPr>
            <p:cNvSpPr txBox="1"/>
            <p:nvPr/>
          </p:nvSpPr>
          <p:spPr>
            <a:xfrm>
              <a:off x="567984" y="442281"/>
              <a:ext cx="308413" cy="3262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4" name="TextBox 24">
              <a:extLst>
                <a:ext uri="{FF2B5EF4-FFF2-40B4-BE49-F238E27FC236}">
                  <a16:creationId xmlns:a16="http://schemas.microsoft.com/office/drawing/2014/main" id="{7A894C7F-A420-AD1E-01D7-978CB93B7B2C}"/>
                </a:ext>
              </a:extLst>
            </p:cNvPr>
            <p:cNvSpPr txBox="1"/>
            <p:nvPr/>
          </p:nvSpPr>
          <p:spPr>
            <a:xfrm>
              <a:off x="1111201" y="442281"/>
              <a:ext cx="308413" cy="3262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93DC90C9-252D-958D-D0B2-D7D7301AE997}"/>
                </a:ext>
              </a:extLst>
            </p:cNvPr>
            <p:cNvSpPr txBox="1"/>
            <p:nvPr/>
          </p:nvSpPr>
          <p:spPr>
            <a:xfrm>
              <a:off x="1655888" y="442281"/>
              <a:ext cx="308413" cy="3262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19" name="TextBox 30">
            <a:extLst>
              <a:ext uri="{FF2B5EF4-FFF2-40B4-BE49-F238E27FC236}">
                <a16:creationId xmlns:a16="http://schemas.microsoft.com/office/drawing/2014/main" id="{DD641E4B-C3B6-899B-CF2A-84B830C7DBDD}"/>
              </a:ext>
            </a:extLst>
          </p:cNvPr>
          <p:cNvSpPr txBox="1"/>
          <p:nvPr/>
        </p:nvSpPr>
        <p:spPr>
          <a:xfrm>
            <a:off x="1999526" y="2098858"/>
            <a:ext cx="6382474" cy="64633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 algn="just">
              <a:lnSpc>
                <a:spcPts val="2376"/>
              </a:lnSpc>
            </a:pPr>
            <a:r>
              <a:rPr kumimoji="0" lang="en-US" sz="2000" b="1" i="0" u="none" strike="noStrike" kern="1200" cap="none" spc="84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2000" b="1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FortiGuard Category </a:t>
            </a: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− has pre-defined</a:t>
            </a:r>
          </a:p>
          <a:p>
            <a:pPr lvl="0"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Categories (default) &amp; pre-defined actions</a:t>
            </a:r>
          </a:p>
          <a:p>
            <a:pPr lvl="0"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Like block, monitor, allow, warning, </a:t>
            </a:r>
          </a:p>
          <a:p>
            <a:pPr lvl="0"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Authenticate (username + password before</a:t>
            </a:r>
          </a:p>
          <a:p>
            <a:pPr lvl="0"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Access warned website).</a:t>
            </a:r>
            <a:endParaRPr kumimoji="0" lang="en-US" sz="2000" i="0" u="none" strike="noStrike" kern="1200" cap="none" spc="84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 Light"/>
              <a:ea typeface="Inter Light"/>
              <a:cs typeface="Inter Light"/>
              <a:sym typeface="Inter Light"/>
            </a:endParaRPr>
          </a:p>
          <a:p>
            <a:pPr marL="0" marR="0" lvl="0" indent="0" algn="just" defTabSz="914400" rtl="0" eaLnBrk="1" fontAlgn="auto" latinLnBrk="0" hangingPunct="1"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84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 Light"/>
              <a:ea typeface="Inter Light"/>
              <a:cs typeface="Inter Light"/>
              <a:sym typeface="Inter Light"/>
            </a:endParaRPr>
          </a:p>
          <a:p>
            <a:pPr marL="0" marR="0" lvl="0" indent="0" algn="just" defTabSz="914400" rtl="0" eaLnBrk="1" fontAlgn="auto" latinLnBrk="0" hangingPunct="1"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84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kumimoji="0" lang="en-US" sz="2000" b="1" i="0" u="none" strike="noStrike" kern="1200" cap="none" spc="84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 Light"/>
                <a:ea typeface="Inter Light"/>
                <a:cs typeface="Inter Light"/>
                <a:sym typeface="Inter Light"/>
              </a:rPr>
              <a:t>Static URL Filter </a:t>
            </a:r>
            <a:r>
              <a:rPr kumimoji="0" lang="en-US" sz="2000" i="0" u="none" strike="noStrike" kern="1200" cap="none" spc="84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 Light"/>
                <a:ea typeface="Inter Light"/>
                <a:cs typeface="Inter Light"/>
                <a:sym typeface="Inter Light"/>
              </a:rPr>
              <a:t>– Highest Priority to filter</a:t>
            </a:r>
          </a:p>
          <a:p>
            <a:pPr marL="0" marR="0" lvl="0" indent="0" algn="just" defTabSz="914400" rtl="0" eaLnBrk="1" fontAlgn="auto" latinLnBrk="0" hangingPunct="1"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i="0" u="none" strike="noStrike" kern="1200" cap="none" spc="84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 Light"/>
                <a:ea typeface="Inter Light"/>
                <a:cs typeface="Inter Light"/>
                <a:sym typeface="Inter Light"/>
              </a:rPr>
              <a:t> Can added URL to take actions on specially,</a:t>
            </a:r>
          </a:p>
          <a:p>
            <a:pPr marL="0" marR="0" lvl="0" indent="0" algn="just" defTabSz="914400" rtl="0" eaLnBrk="1" fontAlgn="auto" latinLnBrk="0" hangingPunct="1"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i="0" u="none" strike="noStrike" kern="1200" cap="none" spc="84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 Light"/>
                <a:ea typeface="Inter Light"/>
                <a:cs typeface="Inter Light"/>
                <a:sym typeface="Inter Light"/>
              </a:rPr>
              <a:t> Type – Simple for (Domain Action Only)</a:t>
            </a:r>
          </a:p>
          <a:p>
            <a:pPr marL="0" marR="0" lvl="0" indent="0" algn="just" defTabSz="914400" rtl="0" eaLnBrk="1" fontAlgn="auto" latinLnBrk="0" hangingPunct="1"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i="0" u="none" strike="noStrike" kern="1200" cap="none" spc="84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 Light"/>
                <a:ea typeface="Inter Light"/>
                <a:cs typeface="Inter Light"/>
                <a:sym typeface="Inter Light"/>
              </a:rPr>
              <a:t> – Regular Expression (</a:t>
            </a:r>
            <a:r>
              <a:rPr kumimoji="0" lang="en-US" sz="2000" i="0" u="none" strike="noStrike" kern="1200" cap="none" spc="84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 Light"/>
                <a:ea typeface="Inter Light"/>
                <a:cs typeface="Inter Light"/>
                <a:sym typeface="Inter Light"/>
              </a:rPr>
              <a:t>RegEx</a:t>
            </a:r>
            <a:r>
              <a:rPr kumimoji="0" lang="en-US" sz="2000" i="0" u="none" strike="noStrike" kern="1200" cap="none" spc="84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 Light"/>
                <a:ea typeface="Inter Light"/>
                <a:cs typeface="Inter Light"/>
                <a:sym typeface="Inter Light"/>
              </a:rPr>
              <a:t>)</a:t>
            </a:r>
          </a:p>
          <a:p>
            <a:pPr lvl="0"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(e.g. ^https?:\/\/(www\.)?</a:t>
            </a:r>
            <a:r>
              <a:rPr lang="en-US" sz="2000" spc="84" dirty="0" err="1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youtube</a:t>
            </a: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\.com\/</a:t>
            </a:r>
            <a:r>
              <a:rPr lang="en-US" sz="2000" spc="84" dirty="0" err="1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edu</a:t>
            </a: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.*)</a:t>
            </a:r>
          </a:p>
          <a:p>
            <a:pPr marL="0" marR="0" lvl="0" indent="0" algn="just" defTabSz="914400" rtl="0" eaLnBrk="1" fontAlgn="auto" latinLnBrk="0" hangingPunct="1"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i="0" u="none" strike="noStrike" kern="1200" cap="none" spc="84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 Light"/>
                <a:ea typeface="Inter Light"/>
                <a:cs typeface="Inter Light"/>
                <a:sym typeface="Inter Light"/>
              </a:rPr>
              <a:t> </a:t>
            </a:r>
          </a:p>
          <a:p>
            <a:pPr lvl="0"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–Action took on Bing.com of type </a:t>
            </a:r>
            <a:r>
              <a:rPr lang="en-US" sz="2000" u="sng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simple</a:t>
            </a: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as</a:t>
            </a:r>
          </a:p>
          <a:p>
            <a:pPr lvl="0"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this URL only but if something is in subdomain</a:t>
            </a:r>
          </a:p>
          <a:p>
            <a:pPr lvl="0"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or </a:t>
            </a:r>
            <a:r>
              <a:rPr lang="en-US" sz="2000" u="sng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another</a:t>
            </a: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2000" u="sng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URL</a:t>
            </a: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leads to </a:t>
            </a:r>
            <a:r>
              <a:rPr lang="en-US" sz="2000" u="sng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same</a:t>
            </a: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2000" u="sng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webpage</a:t>
            </a: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it</a:t>
            </a:r>
          </a:p>
          <a:p>
            <a:pPr lvl="0"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can </a:t>
            </a:r>
            <a:r>
              <a:rPr lang="en-US" sz="2000" u="sng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access</a:t>
            </a: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)</a:t>
            </a:r>
          </a:p>
          <a:p>
            <a:pPr lvl="0" algn="just">
              <a:lnSpc>
                <a:spcPts val="2376"/>
              </a:lnSpc>
            </a:pPr>
            <a:endParaRPr lang="en-US" sz="2000" spc="84" dirty="0">
              <a:solidFill>
                <a:srgbClr val="000000"/>
              </a:solidFill>
              <a:latin typeface="Inter Light"/>
              <a:ea typeface="Inter Light"/>
              <a:cs typeface="Inter Light"/>
              <a:sym typeface="Inter Light"/>
            </a:endParaRPr>
          </a:p>
          <a:p>
            <a:pPr lvl="0"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– Another Type and better is </a:t>
            </a:r>
            <a:r>
              <a:rPr lang="en-US" sz="2000" u="sng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Wildcard</a:t>
            </a: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as the</a:t>
            </a:r>
            <a:b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</a:b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URL itself </a:t>
            </a:r>
            <a:r>
              <a:rPr lang="en-US" sz="2000" u="sng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plus</a:t>
            </a: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any subdomain for this domain</a:t>
            </a:r>
          </a:p>
          <a:p>
            <a:pPr lvl="0"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can be blocked so more secured than simple</a:t>
            </a:r>
          </a:p>
          <a:p>
            <a:pPr lvl="0" algn="just">
              <a:lnSpc>
                <a:spcPts val="2376"/>
              </a:lnSpc>
            </a:pPr>
            <a:endParaRPr lang="en-US" sz="2000" spc="84" dirty="0">
              <a:solidFill>
                <a:srgbClr val="000000"/>
              </a:solidFill>
              <a:latin typeface="Inter Light"/>
              <a:ea typeface="Inter Light"/>
              <a:cs typeface="Inter Light"/>
              <a:sym typeface="Inter Light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4B9C8742-8EBF-D80D-C273-E514F17541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1944" y="1291535"/>
            <a:ext cx="6362545" cy="7635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0255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271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EE2AE6-F47C-FF22-E135-A22B1BACC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401090E-750C-A581-ACEC-F3B69602F9F7}"/>
              </a:ext>
            </a:extLst>
          </p:cNvPr>
          <p:cNvGrpSpPr/>
          <p:nvPr/>
        </p:nvGrpSpPr>
        <p:grpSpPr>
          <a:xfrm>
            <a:off x="1028700" y="1028700"/>
            <a:ext cx="8027948" cy="8229600"/>
            <a:chOff x="0" y="0"/>
            <a:chExt cx="10703931" cy="10972800"/>
          </a:xfrm>
        </p:grpSpPr>
        <p:grpSp>
          <p:nvGrpSpPr>
            <p:cNvPr id="3" name="Group 3">
              <a:extLst>
                <a:ext uri="{FF2B5EF4-FFF2-40B4-BE49-F238E27FC236}">
                  <a16:creationId xmlns:a16="http://schemas.microsoft.com/office/drawing/2014/main" id="{F24E67EB-C19C-445E-586A-EC3E9B09A04D}"/>
                </a:ext>
              </a:extLst>
            </p:cNvPr>
            <p:cNvGrpSpPr/>
            <p:nvPr/>
          </p:nvGrpSpPr>
          <p:grpSpPr>
            <a:xfrm>
              <a:off x="0" y="0"/>
              <a:ext cx="10703931" cy="10972800"/>
              <a:chOff x="0" y="0"/>
              <a:chExt cx="2114357" cy="2167467"/>
            </a:xfrm>
          </p:grpSpPr>
          <p:sp>
            <p:nvSpPr>
              <p:cNvPr id="4" name="Freeform 4">
                <a:extLst>
                  <a:ext uri="{FF2B5EF4-FFF2-40B4-BE49-F238E27FC236}">
                    <a16:creationId xmlns:a16="http://schemas.microsoft.com/office/drawing/2014/main" id="{3096E044-1E4E-A6F5-185B-FA790A638BD6}"/>
                  </a:ext>
                </a:extLst>
              </p:cNvPr>
              <p:cNvSpPr/>
              <p:nvPr/>
            </p:nvSpPr>
            <p:spPr>
              <a:xfrm>
                <a:off x="0" y="0"/>
                <a:ext cx="2114357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2114357" h="2167467">
                    <a:moveTo>
                      <a:pt x="38575" y="0"/>
                    </a:moveTo>
                    <a:lnTo>
                      <a:pt x="2075782" y="0"/>
                    </a:lnTo>
                    <a:cubicBezTo>
                      <a:pt x="2086013" y="0"/>
                      <a:pt x="2095824" y="4064"/>
                      <a:pt x="2103058" y="11298"/>
                    </a:cubicBezTo>
                    <a:cubicBezTo>
                      <a:pt x="2110293" y="18532"/>
                      <a:pt x="2114357" y="28344"/>
                      <a:pt x="2114357" y="38575"/>
                    </a:cubicBezTo>
                    <a:lnTo>
                      <a:pt x="2114357" y="2128892"/>
                    </a:lnTo>
                    <a:cubicBezTo>
                      <a:pt x="2114357" y="2139123"/>
                      <a:pt x="2110293" y="2148934"/>
                      <a:pt x="2103058" y="2156168"/>
                    </a:cubicBezTo>
                    <a:cubicBezTo>
                      <a:pt x="2095824" y="2163403"/>
                      <a:pt x="2086013" y="2167467"/>
                      <a:pt x="2075782" y="2167467"/>
                    </a:cubicBezTo>
                    <a:lnTo>
                      <a:pt x="38575" y="2167467"/>
                    </a:lnTo>
                    <a:cubicBezTo>
                      <a:pt x="28344" y="2167467"/>
                      <a:pt x="18532" y="2163403"/>
                      <a:pt x="11298" y="2156168"/>
                    </a:cubicBezTo>
                    <a:cubicBezTo>
                      <a:pt x="4064" y="2148934"/>
                      <a:pt x="0" y="2139123"/>
                      <a:pt x="0" y="2128892"/>
                    </a:cubicBezTo>
                    <a:lnTo>
                      <a:pt x="0" y="38575"/>
                    </a:lnTo>
                    <a:cubicBezTo>
                      <a:pt x="0" y="28344"/>
                      <a:pt x="4064" y="18532"/>
                      <a:pt x="11298" y="11298"/>
                    </a:cubicBezTo>
                    <a:cubicBezTo>
                      <a:pt x="18532" y="4064"/>
                      <a:pt x="28344" y="0"/>
                      <a:pt x="38575" y="0"/>
                    </a:cubicBezTo>
                    <a:close/>
                  </a:path>
                </a:pathLst>
              </a:custGeom>
              <a:solidFill>
                <a:srgbClr val="F4F8FF"/>
              </a:solidFill>
              <a:ln w="1905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5" name="TextBox 5">
                <a:extLst>
                  <a:ext uri="{FF2B5EF4-FFF2-40B4-BE49-F238E27FC236}">
                    <a16:creationId xmlns:a16="http://schemas.microsoft.com/office/drawing/2014/main" id="{D298DD0E-7104-D82D-7F15-FE51B552D5F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2114357" cy="22055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ts val="2659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p:grpSp>
        <p:grpSp>
          <p:nvGrpSpPr>
            <p:cNvPr id="6" name="Group 6">
              <a:extLst>
                <a:ext uri="{FF2B5EF4-FFF2-40B4-BE49-F238E27FC236}">
                  <a16:creationId xmlns:a16="http://schemas.microsoft.com/office/drawing/2014/main" id="{5DE162AC-773E-C101-FBB9-276BBE329C6C}"/>
                </a:ext>
              </a:extLst>
            </p:cNvPr>
            <p:cNvGrpSpPr/>
            <p:nvPr/>
          </p:nvGrpSpPr>
          <p:grpSpPr>
            <a:xfrm>
              <a:off x="532397" y="424488"/>
              <a:ext cx="379586" cy="379586"/>
              <a:chOff x="0" y="0"/>
              <a:chExt cx="812800" cy="812800"/>
            </a:xfrm>
          </p:grpSpPr>
          <p:sp>
            <p:nvSpPr>
              <p:cNvPr id="7" name="Freeform 7">
                <a:extLst>
                  <a:ext uri="{FF2B5EF4-FFF2-40B4-BE49-F238E27FC236}">
                    <a16:creationId xmlns:a16="http://schemas.microsoft.com/office/drawing/2014/main" id="{E277F8EA-0FCA-75C3-570F-DAED816D44FB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85954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8" name="TextBox 8">
                <a:extLst>
                  <a:ext uri="{FF2B5EF4-FFF2-40B4-BE49-F238E27FC236}">
                    <a16:creationId xmlns:a16="http://schemas.microsoft.com/office/drawing/2014/main" id="{D001BBE2-B003-2287-3532-2CFACB335351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ts val="2659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p:grp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09019502-B94C-529B-4305-C64E1556FC5C}"/>
                </a:ext>
              </a:extLst>
            </p:cNvPr>
            <p:cNvGrpSpPr/>
            <p:nvPr/>
          </p:nvGrpSpPr>
          <p:grpSpPr>
            <a:xfrm>
              <a:off x="1075615" y="424488"/>
              <a:ext cx="379586" cy="379586"/>
              <a:chOff x="0" y="0"/>
              <a:chExt cx="812800" cy="812800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E51C125F-58E0-8C2D-775C-9FAD1C6C6E5E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8C954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01972B56-CC9C-0687-BEA9-6044DACEEB2E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ts val="2659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p:grp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739D862A-7C7A-C555-D6B9-D98D54798449}"/>
                </a:ext>
              </a:extLst>
            </p:cNvPr>
            <p:cNvGrpSpPr/>
            <p:nvPr/>
          </p:nvGrpSpPr>
          <p:grpSpPr>
            <a:xfrm>
              <a:off x="1620301" y="424488"/>
              <a:ext cx="379586" cy="379586"/>
              <a:chOff x="0" y="0"/>
              <a:chExt cx="812800" cy="812800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24B132F6-D1E8-B1E2-7897-8176E49CEFF9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DCF854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97D2E568-7F51-721D-D220-5ECDA253050F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ts val="2659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5" name="Group 15">
            <a:extLst>
              <a:ext uri="{FF2B5EF4-FFF2-40B4-BE49-F238E27FC236}">
                <a16:creationId xmlns:a16="http://schemas.microsoft.com/office/drawing/2014/main" id="{0019FDC2-2075-4D7A-9A0A-5C38BD0AB8AC}"/>
              </a:ext>
            </a:extLst>
          </p:cNvPr>
          <p:cNvGrpSpPr/>
          <p:nvPr/>
        </p:nvGrpSpPr>
        <p:grpSpPr>
          <a:xfrm>
            <a:off x="9231352" y="1028700"/>
            <a:ext cx="8027948" cy="8229600"/>
            <a:chOff x="0" y="0"/>
            <a:chExt cx="10703931" cy="10972800"/>
          </a:xfrm>
        </p:grpSpPr>
        <p:grpSp>
          <p:nvGrpSpPr>
            <p:cNvPr id="16" name="Group 16">
              <a:extLst>
                <a:ext uri="{FF2B5EF4-FFF2-40B4-BE49-F238E27FC236}">
                  <a16:creationId xmlns:a16="http://schemas.microsoft.com/office/drawing/2014/main" id="{38B3FF0A-4450-0DFE-681A-7C0B42F35475}"/>
                </a:ext>
              </a:extLst>
            </p:cNvPr>
            <p:cNvGrpSpPr/>
            <p:nvPr/>
          </p:nvGrpSpPr>
          <p:grpSpPr>
            <a:xfrm>
              <a:off x="0" y="0"/>
              <a:ext cx="10703931" cy="10972800"/>
              <a:chOff x="0" y="0"/>
              <a:chExt cx="2114357" cy="2167467"/>
            </a:xfrm>
          </p:grpSpPr>
          <p:sp>
            <p:nvSpPr>
              <p:cNvPr id="17" name="Freeform 17">
                <a:extLst>
                  <a:ext uri="{FF2B5EF4-FFF2-40B4-BE49-F238E27FC236}">
                    <a16:creationId xmlns:a16="http://schemas.microsoft.com/office/drawing/2014/main" id="{5D9BBBA4-5F4C-B0E9-F2E8-E6C1B564C03D}"/>
                  </a:ext>
                </a:extLst>
              </p:cNvPr>
              <p:cNvSpPr/>
              <p:nvPr/>
            </p:nvSpPr>
            <p:spPr>
              <a:xfrm>
                <a:off x="0" y="0"/>
                <a:ext cx="2114357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2114357" h="2167467">
                    <a:moveTo>
                      <a:pt x="38575" y="0"/>
                    </a:moveTo>
                    <a:lnTo>
                      <a:pt x="2075782" y="0"/>
                    </a:lnTo>
                    <a:cubicBezTo>
                      <a:pt x="2086013" y="0"/>
                      <a:pt x="2095824" y="4064"/>
                      <a:pt x="2103058" y="11298"/>
                    </a:cubicBezTo>
                    <a:cubicBezTo>
                      <a:pt x="2110293" y="18532"/>
                      <a:pt x="2114357" y="28344"/>
                      <a:pt x="2114357" y="38575"/>
                    </a:cubicBezTo>
                    <a:lnTo>
                      <a:pt x="2114357" y="2128892"/>
                    </a:lnTo>
                    <a:cubicBezTo>
                      <a:pt x="2114357" y="2139123"/>
                      <a:pt x="2110293" y="2148934"/>
                      <a:pt x="2103058" y="2156168"/>
                    </a:cubicBezTo>
                    <a:cubicBezTo>
                      <a:pt x="2095824" y="2163403"/>
                      <a:pt x="2086013" y="2167467"/>
                      <a:pt x="2075782" y="2167467"/>
                    </a:cubicBezTo>
                    <a:lnTo>
                      <a:pt x="38575" y="2167467"/>
                    </a:lnTo>
                    <a:cubicBezTo>
                      <a:pt x="28344" y="2167467"/>
                      <a:pt x="18532" y="2163403"/>
                      <a:pt x="11298" y="2156168"/>
                    </a:cubicBezTo>
                    <a:cubicBezTo>
                      <a:pt x="4064" y="2148934"/>
                      <a:pt x="0" y="2139123"/>
                      <a:pt x="0" y="2128892"/>
                    </a:cubicBezTo>
                    <a:lnTo>
                      <a:pt x="0" y="38575"/>
                    </a:lnTo>
                    <a:cubicBezTo>
                      <a:pt x="0" y="28344"/>
                      <a:pt x="4064" y="18532"/>
                      <a:pt x="11298" y="11298"/>
                    </a:cubicBezTo>
                    <a:cubicBezTo>
                      <a:pt x="18532" y="4064"/>
                      <a:pt x="28344" y="0"/>
                      <a:pt x="38575" y="0"/>
                    </a:cubicBezTo>
                    <a:close/>
                  </a:path>
                </a:pathLst>
              </a:custGeom>
              <a:solidFill>
                <a:srgbClr val="F4F8FF"/>
              </a:solidFill>
              <a:ln w="1905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18" name="TextBox 18">
                <a:extLst>
                  <a:ext uri="{FF2B5EF4-FFF2-40B4-BE49-F238E27FC236}">
                    <a16:creationId xmlns:a16="http://schemas.microsoft.com/office/drawing/2014/main" id="{7D812125-C8D7-26C7-087A-B429EEC4795A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2114357" cy="22055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ts val="2659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p:grpSp>
        <p:sp>
          <p:nvSpPr>
            <p:cNvPr id="21" name="TextBox 21">
              <a:extLst>
                <a:ext uri="{FF2B5EF4-FFF2-40B4-BE49-F238E27FC236}">
                  <a16:creationId xmlns:a16="http://schemas.microsoft.com/office/drawing/2014/main" id="{50AD1367-760A-79EE-87E1-EA729205C4DB}"/>
                </a:ext>
              </a:extLst>
            </p:cNvPr>
            <p:cNvSpPr txBox="1"/>
            <p:nvPr/>
          </p:nvSpPr>
          <p:spPr>
            <a:xfrm>
              <a:off x="567984" y="442281"/>
              <a:ext cx="308413" cy="3262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4" name="TextBox 24">
              <a:extLst>
                <a:ext uri="{FF2B5EF4-FFF2-40B4-BE49-F238E27FC236}">
                  <a16:creationId xmlns:a16="http://schemas.microsoft.com/office/drawing/2014/main" id="{E33B83FE-8DC1-E1FB-7EA0-F3630F61649F}"/>
                </a:ext>
              </a:extLst>
            </p:cNvPr>
            <p:cNvSpPr txBox="1"/>
            <p:nvPr/>
          </p:nvSpPr>
          <p:spPr>
            <a:xfrm>
              <a:off x="1111201" y="442281"/>
              <a:ext cx="308413" cy="3262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99B8B241-0BD2-D37C-0D4F-A55C8F74864E}"/>
                </a:ext>
              </a:extLst>
            </p:cNvPr>
            <p:cNvSpPr txBox="1"/>
            <p:nvPr/>
          </p:nvSpPr>
          <p:spPr>
            <a:xfrm>
              <a:off x="1655888" y="442281"/>
              <a:ext cx="308413" cy="3262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34" name="TextBox 30">
            <a:extLst>
              <a:ext uri="{FF2B5EF4-FFF2-40B4-BE49-F238E27FC236}">
                <a16:creationId xmlns:a16="http://schemas.microsoft.com/office/drawing/2014/main" id="{735D1021-B3E1-2062-BBFB-7BF41850D930}"/>
              </a:ext>
            </a:extLst>
          </p:cNvPr>
          <p:cNvSpPr txBox="1"/>
          <p:nvPr/>
        </p:nvSpPr>
        <p:spPr>
          <a:xfrm>
            <a:off x="1999526" y="2098858"/>
            <a:ext cx="6382474" cy="64633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2000" b="1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Actions</a:t>
            </a: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can be done are: </a:t>
            </a:r>
          </a:p>
          <a:p>
            <a:pPr lvl="0" algn="just">
              <a:lnSpc>
                <a:spcPts val="2376"/>
              </a:lnSpc>
            </a:pPr>
            <a:endParaRPr lang="en-US" sz="2000" spc="84" dirty="0">
              <a:solidFill>
                <a:srgbClr val="000000"/>
              </a:solidFill>
              <a:latin typeface="Inter Light"/>
              <a:ea typeface="Inter Light"/>
              <a:cs typeface="Inter Light"/>
              <a:sym typeface="Inter Light"/>
            </a:endParaRPr>
          </a:p>
          <a:p>
            <a:pPr lvl="0"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– Exempt (Allow + Log ✓) </a:t>
            </a:r>
            <a:r>
              <a:rPr lang="en-US" sz="2000" u="sng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can pass anything</a:t>
            </a:r>
          </a:p>
          <a:p>
            <a:pPr lvl="0"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– Block (Block the URL + log ✓)</a:t>
            </a:r>
          </a:p>
          <a:p>
            <a:pPr lvl="0"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– Allow (Allow the URL + no log)</a:t>
            </a:r>
          </a:p>
          <a:p>
            <a:pPr lvl="0"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– Monitor (Allow the URL+ log ✓)</a:t>
            </a:r>
          </a:p>
          <a:p>
            <a:pPr lvl="0" algn="just">
              <a:lnSpc>
                <a:spcPts val="2376"/>
              </a:lnSpc>
            </a:pPr>
            <a:endParaRPr lang="en-US" sz="2000" spc="84" dirty="0">
              <a:solidFill>
                <a:srgbClr val="000000"/>
              </a:solidFill>
              <a:latin typeface="Inter Light"/>
              <a:ea typeface="Inter Light"/>
              <a:cs typeface="Inter Light"/>
              <a:sym typeface="Inter Light"/>
            </a:endParaRPr>
          </a:p>
          <a:p>
            <a:pPr lvl="0"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-here we used </a:t>
            </a:r>
            <a:r>
              <a:rPr lang="en-US" sz="2000" u="sng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Wildcard</a:t>
            </a: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type plus any   </a:t>
            </a:r>
          </a:p>
          <a:p>
            <a:pPr lvl="0"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subdomain of </a:t>
            </a:r>
            <a:r>
              <a:rPr lang="en-US" sz="2000" u="sng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canva.com</a:t>
            </a: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or </a:t>
            </a:r>
            <a:r>
              <a:rPr lang="en-US" sz="2000" u="sng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facebook.com</a:t>
            </a: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will</a:t>
            </a:r>
          </a:p>
          <a:p>
            <a:pPr lvl="0"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be blocked</a:t>
            </a:r>
          </a:p>
          <a:p>
            <a:pPr lvl="0"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</a:p>
          <a:p>
            <a:pPr lvl="0"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- Block malicious URLs discovered </a:t>
            </a:r>
          </a:p>
          <a:p>
            <a:pPr lvl="0"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 by Forti Sandbox if we use it auto block this</a:t>
            </a:r>
          </a:p>
          <a:p>
            <a:pPr lvl="0"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 URLs Discovered</a:t>
            </a:r>
          </a:p>
          <a:p>
            <a:pPr lvl="0" algn="just">
              <a:lnSpc>
                <a:spcPts val="2376"/>
              </a:lnSpc>
            </a:pPr>
            <a:endParaRPr lang="en-US" sz="2000" spc="84" dirty="0">
              <a:solidFill>
                <a:srgbClr val="000000"/>
              </a:solidFill>
              <a:latin typeface="Inter Light"/>
              <a:ea typeface="Inter Light"/>
              <a:cs typeface="Inter Light"/>
              <a:sym typeface="Inter Light"/>
            </a:endParaRPr>
          </a:p>
          <a:p>
            <a:pPr lvl="0"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2000" b="1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Content Filter </a:t>
            </a: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– to block the webpage or site by</a:t>
            </a:r>
          </a:p>
          <a:p>
            <a:pPr lvl="0"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finding the pattern, you insert to search for</a:t>
            </a:r>
          </a:p>
          <a:p>
            <a:pPr lvl="0"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If we add like </a:t>
            </a:r>
            <a:r>
              <a:rPr lang="en-US" sz="2000" spc="84" dirty="0" err="1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albionOnline</a:t>
            </a: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(game website for</a:t>
            </a:r>
          </a:p>
          <a:p>
            <a:pPr lvl="0"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testing) so, </a:t>
            </a:r>
            <a:r>
              <a:rPr lang="en-US" sz="2000" spc="84" dirty="0" err="1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itwill</a:t>
            </a: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find “</a:t>
            </a:r>
            <a:r>
              <a:rPr lang="en-US" sz="2000" spc="84" dirty="0" err="1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albion</a:t>
            </a: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” + whatever it</a:t>
            </a:r>
          </a:p>
          <a:p>
            <a:pPr lvl="0"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comes after due to “*” it will block.</a:t>
            </a:r>
          </a:p>
          <a:p>
            <a:pPr lvl="0" algn="just">
              <a:lnSpc>
                <a:spcPts val="2376"/>
              </a:lnSpc>
            </a:pPr>
            <a:endParaRPr lang="en-US" sz="2000" spc="84" dirty="0">
              <a:solidFill>
                <a:srgbClr val="000000"/>
              </a:solidFill>
              <a:latin typeface="Inter Light"/>
              <a:ea typeface="Inter Light"/>
              <a:cs typeface="Inter Light"/>
              <a:sym typeface="Inter Light"/>
            </a:endParaRP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2CFED564-F788-3920-5C64-6C40C6BB29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31472" y="1360411"/>
            <a:ext cx="5031331" cy="3986639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77EB98A-A395-3837-26DB-C21026E7ED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31473" y="5071169"/>
            <a:ext cx="5031330" cy="4168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3712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271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9D98BD-9FC8-8058-5CA7-3F501B29C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B2C86AB2-E38B-05A0-B21B-62D6C3D18842}"/>
              </a:ext>
            </a:extLst>
          </p:cNvPr>
          <p:cNvGrpSpPr/>
          <p:nvPr/>
        </p:nvGrpSpPr>
        <p:grpSpPr>
          <a:xfrm>
            <a:off x="1028700" y="1028700"/>
            <a:ext cx="8027948" cy="8229600"/>
            <a:chOff x="0" y="0"/>
            <a:chExt cx="10703931" cy="10972800"/>
          </a:xfrm>
        </p:grpSpPr>
        <p:grpSp>
          <p:nvGrpSpPr>
            <p:cNvPr id="3" name="Group 3">
              <a:extLst>
                <a:ext uri="{FF2B5EF4-FFF2-40B4-BE49-F238E27FC236}">
                  <a16:creationId xmlns:a16="http://schemas.microsoft.com/office/drawing/2014/main" id="{EC3A4FD3-F596-E103-F381-D430923B9697}"/>
                </a:ext>
              </a:extLst>
            </p:cNvPr>
            <p:cNvGrpSpPr/>
            <p:nvPr/>
          </p:nvGrpSpPr>
          <p:grpSpPr>
            <a:xfrm>
              <a:off x="0" y="0"/>
              <a:ext cx="10703931" cy="10972800"/>
              <a:chOff x="0" y="0"/>
              <a:chExt cx="2114357" cy="2167467"/>
            </a:xfrm>
          </p:grpSpPr>
          <p:sp>
            <p:nvSpPr>
              <p:cNvPr id="4" name="Freeform 4">
                <a:extLst>
                  <a:ext uri="{FF2B5EF4-FFF2-40B4-BE49-F238E27FC236}">
                    <a16:creationId xmlns:a16="http://schemas.microsoft.com/office/drawing/2014/main" id="{F5636A4A-B75B-C70A-E116-D71C9CB63716}"/>
                  </a:ext>
                </a:extLst>
              </p:cNvPr>
              <p:cNvSpPr/>
              <p:nvPr/>
            </p:nvSpPr>
            <p:spPr>
              <a:xfrm>
                <a:off x="0" y="0"/>
                <a:ext cx="2114357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2114357" h="2167467">
                    <a:moveTo>
                      <a:pt x="38575" y="0"/>
                    </a:moveTo>
                    <a:lnTo>
                      <a:pt x="2075782" y="0"/>
                    </a:lnTo>
                    <a:cubicBezTo>
                      <a:pt x="2086013" y="0"/>
                      <a:pt x="2095824" y="4064"/>
                      <a:pt x="2103058" y="11298"/>
                    </a:cubicBezTo>
                    <a:cubicBezTo>
                      <a:pt x="2110293" y="18532"/>
                      <a:pt x="2114357" y="28344"/>
                      <a:pt x="2114357" y="38575"/>
                    </a:cubicBezTo>
                    <a:lnTo>
                      <a:pt x="2114357" y="2128892"/>
                    </a:lnTo>
                    <a:cubicBezTo>
                      <a:pt x="2114357" y="2139123"/>
                      <a:pt x="2110293" y="2148934"/>
                      <a:pt x="2103058" y="2156168"/>
                    </a:cubicBezTo>
                    <a:cubicBezTo>
                      <a:pt x="2095824" y="2163403"/>
                      <a:pt x="2086013" y="2167467"/>
                      <a:pt x="2075782" y="2167467"/>
                    </a:cubicBezTo>
                    <a:lnTo>
                      <a:pt x="38575" y="2167467"/>
                    </a:lnTo>
                    <a:cubicBezTo>
                      <a:pt x="28344" y="2167467"/>
                      <a:pt x="18532" y="2163403"/>
                      <a:pt x="11298" y="2156168"/>
                    </a:cubicBezTo>
                    <a:cubicBezTo>
                      <a:pt x="4064" y="2148934"/>
                      <a:pt x="0" y="2139123"/>
                      <a:pt x="0" y="2128892"/>
                    </a:cubicBezTo>
                    <a:lnTo>
                      <a:pt x="0" y="38575"/>
                    </a:lnTo>
                    <a:cubicBezTo>
                      <a:pt x="0" y="28344"/>
                      <a:pt x="4064" y="18532"/>
                      <a:pt x="11298" y="11298"/>
                    </a:cubicBezTo>
                    <a:cubicBezTo>
                      <a:pt x="18532" y="4064"/>
                      <a:pt x="28344" y="0"/>
                      <a:pt x="38575" y="0"/>
                    </a:cubicBezTo>
                    <a:close/>
                  </a:path>
                </a:pathLst>
              </a:custGeom>
              <a:solidFill>
                <a:srgbClr val="F4F8FF"/>
              </a:solidFill>
              <a:ln w="1905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5" name="TextBox 5">
                <a:extLst>
                  <a:ext uri="{FF2B5EF4-FFF2-40B4-BE49-F238E27FC236}">
                    <a16:creationId xmlns:a16="http://schemas.microsoft.com/office/drawing/2014/main" id="{E7665350-71FC-2A8E-4925-B0223E194BC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2114357" cy="22055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ts val="2659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p:grpSp>
        <p:grpSp>
          <p:nvGrpSpPr>
            <p:cNvPr id="6" name="Group 6">
              <a:extLst>
                <a:ext uri="{FF2B5EF4-FFF2-40B4-BE49-F238E27FC236}">
                  <a16:creationId xmlns:a16="http://schemas.microsoft.com/office/drawing/2014/main" id="{BE37D146-B4EE-BEB6-ED27-0F93E723FBEB}"/>
                </a:ext>
              </a:extLst>
            </p:cNvPr>
            <p:cNvGrpSpPr/>
            <p:nvPr/>
          </p:nvGrpSpPr>
          <p:grpSpPr>
            <a:xfrm>
              <a:off x="532397" y="424488"/>
              <a:ext cx="379586" cy="379586"/>
              <a:chOff x="0" y="0"/>
              <a:chExt cx="812800" cy="812800"/>
            </a:xfrm>
          </p:grpSpPr>
          <p:sp>
            <p:nvSpPr>
              <p:cNvPr id="7" name="Freeform 7">
                <a:extLst>
                  <a:ext uri="{FF2B5EF4-FFF2-40B4-BE49-F238E27FC236}">
                    <a16:creationId xmlns:a16="http://schemas.microsoft.com/office/drawing/2014/main" id="{2168AFB0-DFD3-C3EA-7185-A3E734A8FCB4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85954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8" name="TextBox 8">
                <a:extLst>
                  <a:ext uri="{FF2B5EF4-FFF2-40B4-BE49-F238E27FC236}">
                    <a16:creationId xmlns:a16="http://schemas.microsoft.com/office/drawing/2014/main" id="{E127F3CE-F400-0A9B-B90A-A1EE4ECDFAA9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ts val="2659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p:grp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91B75E54-C7C6-C026-1F16-673A4558A269}"/>
                </a:ext>
              </a:extLst>
            </p:cNvPr>
            <p:cNvGrpSpPr/>
            <p:nvPr/>
          </p:nvGrpSpPr>
          <p:grpSpPr>
            <a:xfrm>
              <a:off x="1075615" y="424488"/>
              <a:ext cx="379586" cy="379586"/>
              <a:chOff x="0" y="0"/>
              <a:chExt cx="812800" cy="812800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B5D82CB8-493E-30EE-C706-31AB899A93B3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8C954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11AE57E6-CBB6-06D6-2CA9-C3D443E343A9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ts val="2659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p:grp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3CCB7064-5C41-14A4-38C1-2F1B15388E89}"/>
                </a:ext>
              </a:extLst>
            </p:cNvPr>
            <p:cNvGrpSpPr/>
            <p:nvPr/>
          </p:nvGrpSpPr>
          <p:grpSpPr>
            <a:xfrm>
              <a:off x="1620301" y="424488"/>
              <a:ext cx="379586" cy="379586"/>
              <a:chOff x="0" y="0"/>
              <a:chExt cx="812800" cy="812800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D6AE3F35-EE06-DAD7-BF9E-9230FE75E227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DCF854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AE36F87E-00AA-94BA-50BE-46EC131B237E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ts val="2659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5" name="Group 15">
            <a:extLst>
              <a:ext uri="{FF2B5EF4-FFF2-40B4-BE49-F238E27FC236}">
                <a16:creationId xmlns:a16="http://schemas.microsoft.com/office/drawing/2014/main" id="{297BAE5A-B25E-9E4A-DA60-9CEE0A965D46}"/>
              </a:ext>
            </a:extLst>
          </p:cNvPr>
          <p:cNvGrpSpPr/>
          <p:nvPr/>
        </p:nvGrpSpPr>
        <p:grpSpPr>
          <a:xfrm>
            <a:off x="9231352" y="1028700"/>
            <a:ext cx="8027948" cy="8229600"/>
            <a:chOff x="0" y="0"/>
            <a:chExt cx="10703931" cy="10972800"/>
          </a:xfrm>
        </p:grpSpPr>
        <p:grpSp>
          <p:nvGrpSpPr>
            <p:cNvPr id="16" name="Group 16">
              <a:extLst>
                <a:ext uri="{FF2B5EF4-FFF2-40B4-BE49-F238E27FC236}">
                  <a16:creationId xmlns:a16="http://schemas.microsoft.com/office/drawing/2014/main" id="{94328FE1-6082-19B1-CE9D-FA8D86197B00}"/>
                </a:ext>
              </a:extLst>
            </p:cNvPr>
            <p:cNvGrpSpPr/>
            <p:nvPr/>
          </p:nvGrpSpPr>
          <p:grpSpPr>
            <a:xfrm>
              <a:off x="0" y="0"/>
              <a:ext cx="10703931" cy="10972800"/>
              <a:chOff x="0" y="0"/>
              <a:chExt cx="2114357" cy="2167467"/>
            </a:xfrm>
          </p:grpSpPr>
          <p:sp>
            <p:nvSpPr>
              <p:cNvPr id="17" name="Freeform 17">
                <a:extLst>
                  <a:ext uri="{FF2B5EF4-FFF2-40B4-BE49-F238E27FC236}">
                    <a16:creationId xmlns:a16="http://schemas.microsoft.com/office/drawing/2014/main" id="{3345DD1E-E615-BD0B-CE9B-64F661FF619C}"/>
                  </a:ext>
                </a:extLst>
              </p:cNvPr>
              <p:cNvSpPr/>
              <p:nvPr/>
            </p:nvSpPr>
            <p:spPr>
              <a:xfrm>
                <a:off x="0" y="0"/>
                <a:ext cx="2114357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2114357" h="2167467">
                    <a:moveTo>
                      <a:pt x="38575" y="0"/>
                    </a:moveTo>
                    <a:lnTo>
                      <a:pt x="2075782" y="0"/>
                    </a:lnTo>
                    <a:cubicBezTo>
                      <a:pt x="2086013" y="0"/>
                      <a:pt x="2095824" y="4064"/>
                      <a:pt x="2103058" y="11298"/>
                    </a:cubicBezTo>
                    <a:cubicBezTo>
                      <a:pt x="2110293" y="18532"/>
                      <a:pt x="2114357" y="28344"/>
                      <a:pt x="2114357" y="38575"/>
                    </a:cubicBezTo>
                    <a:lnTo>
                      <a:pt x="2114357" y="2128892"/>
                    </a:lnTo>
                    <a:cubicBezTo>
                      <a:pt x="2114357" y="2139123"/>
                      <a:pt x="2110293" y="2148934"/>
                      <a:pt x="2103058" y="2156168"/>
                    </a:cubicBezTo>
                    <a:cubicBezTo>
                      <a:pt x="2095824" y="2163403"/>
                      <a:pt x="2086013" y="2167467"/>
                      <a:pt x="2075782" y="2167467"/>
                    </a:cubicBezTo>
                    <a:lnTo>
                      <a:pt x="38575" y="2167467"/>
                    </a:lnTo>
                    <a:cubicBezTo>
                      <a:pt x="28344" y="2167467"/>
                      <a:pt x="18532" y="2163403"/>
                      <a:pt x="11298" y="2156168"/>
                    </a:cubicBezTo>
                    <a:cubicBezTo>
                      <a:pt x="4064" y="2148934"/>
                      <a:pt x="0" y="2139123"/>
                      <a:pt x="0" y="2128892"/>
                    </a:cubicBezTo>
                    <a:lnTo>
                      <a:pt x="0" y="38575"/>
                    </a:lnTo>
                    <a:cubicBezTo>
                      <a:pt x="0" y="28344"/>
                      <a:pt x="4064" y="18532"/>
                      <a:pt x="11298" y="11298"/>
                    </a:cubicBezTo>
                    <a:cubicBezTo>
                      <a:pt x="18532" y="4064"/>
                      <a:pt x="28344" y="0"/>
                      <a:pt x="38575" y="0"/>
                    </a:cubicBezTo>
                    <a:close/>
                  </a:path>
                </a:pathLst>
              </a:custGeom>
              <a:solidFill>
                <a:srgbClr val="F4F8FF"/>
              </a:solidFill>
              <a:ln w="1905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18" name="TextBox 18">
                <a:extLst>
                  <a:ext uri="{FF2B5EF4-FFF2-40B4-BE49-F238E27FC236}">
                    <a16:creationId xmlns:a16="http://schemas.microsoft.com/office/drawing/2014/main" id="{F9A423A6-ABEA-C4D7-9E9A-0E26136BC31D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2114357" cy="22055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ts val="2659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p:grpSp>
        <p:sp>
          <p:nvSpPr>
            <p:cNvPr id="21" name="TextBox 21">
              <a:extLst>
                <a:ext uri="{FF2B5EF4-FFF2-40B4-BE49-F238E27FC236}">
                  <a16:creationId xmlns:a16="http://schemas.microsoft.com/office/drawing/2014/main" id="{BBB55B65-C6A7-A9BF-39E8-ED3F0462967E}"/>
                </a:ext>
              </a:extLst>
            </p:cNvPr>
            <p:cNvSpPr txBox="1"/>
            <p:nvPr/>
          </p:nvSpPr>
          <p:spPr>
            <a:xfrm>
              <a:off x="567984" y="442281"/>
              <a:ext cx="308413" cy="3262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8F7ED4C8-2125-DB1E-153D-E685631AF5CB}"/>
                </a:ext>
              </a:extLst>
            </p:cNvPr>
            <p:cNvSpPr txBox="1"/>
            <p:nvPr/>
          </p:nvSpPr>
          <p:spPr>
            <a:xfrm>
              <a:off x="1655888" y="442281"/>
              <a:ext cx="308413" cy="3262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30" name="TextBox 30">
            <a:extLst>
              <a:ext uri="{FF2B5EF4-FFF2-40B4-BE49-F238E27FC236}">
                <a16:creationId xmlns:a16="http://schemas.microsoft.com/office/drawing/2014/main" id="{5BF3CFEB-4D38-1510-74F9-036EEB29DF45}"/>
              </a:ext>
            </a:extLst>
          </p:cNvPr>
          <p:cNvSpPr txBox="1"/>
          <p:nvPr/>
        </p:nvSpPr>
        <p:spPr>
          <a:xfrm>
            <a:off x="1999526" y="2098858"/>
            <a:ext cx="6382474" cy="677108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 algn="just">
              <a:lnSpc>
                <a:spcPts val="2376"/>
              </a:lnSpc>
            </a:pPr>
            <a:r>
              <a:rPr lang="en-US" sz="4000" b="1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Keep in Mind!</a:t>
            </a:r>
          </a:p>
          <a:p>
            <a:pPr lvl="0" algn="just">
              <a:lnSpc>
                <a:spcPts val="2376"/>
              </a:lnSpc>
            </a:pPr>
            <a:endParaRPr lang="en-US" sz="2000" b="1" spc="84" dirty="0">
              <a:solidFill>
                <a:srgbClr val="000000"/>
              </a:solidFill>
              <a:latin typeface="Inter Light"/>
              <a:ea typeface="Inter Light"/>
              <a:cs typeface="Inter Light"/>
              <a:sym typeface="Inter Light"/>
            </a:endParaRPr>
          </a:p>
          <a:p>
            <a:pPr lvl="0" algn="just">
              <a:lnSpc>
                <a:spcPts val="2376"/>
              </a:lnSpc>
            </a:pPr>
            <a:r>
              <a:rPr lang="en-US" sz="2000" b="1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Certificate Inspection – </a:t>
            </a:r>
            <a:r>
              <a:rPr lang="en-US" sz="2000" spc="84" dirty="0">
                <a:solidFill>
                  <a:srgbClr val="000000"/>
                </a:solidFill>
                <a:latin typeface="Inter Light" panose="020B0604020202020204" charset="0"/>
                <a:ea typeface="Inter Light" panose="020B0604020202020204" charset="0"/>
                <a:cs typeface="Inter Light"/>
                <a:sym typeface="Inter Light"/>
              </a:rPr>
              <a:t>doesn’t decrypt the</a:t>
            </a:r>
          </a:p>
          <a:p>
            <a:pPr lvl="0"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 panose="020B0604020202020204" charset="0"/>
                <a:ea typeface="Inter Light" panose="020B0604020202020204" charset="0"/>
                <a:cs typeface="Inter Light"/>
                <a:sym typeface="Inter Light"/>
              </a:rPr>
              <a:t>  HTTPS traffic instead, </a:t>
            </a:r>
            <a:r>
              <a:rPr lang="en-US" sz="2000" dirty="0">
                <a:latin typeface="Inter Light" panose="020B0604020202020204" charset="0"/>
                <a:ea typeface="Inter Light" panose="020B0604020202020204" charset="0"/>
              </a:rPr>
              <a:t>it only checks the</a:t>
            </a:r>
          </a:p>
          <a:p>
            <a:pPr lvl="0" algn="just">
              <a:lnSpc>
                <a:spcPts val="2376"/>
              </a:lnSpc>
            </a:pPr>
            <a:r>
              <a:rPr lang="en-US" sz="2000" dirty="0">
                <a:latin typeface="Inter Light" panose="020B0604020202020204" charset="0"/>
                <a:ea typeface="Inter Light" panose="020B0604020202020204" charset="0"/>
              </a:rPr>
              <a:t>  certificate information of the HTTPS site:</a:t>
            </a:r>
          </a:p>
          <a:p>
            <a:pPr lvl="0" algn="just">
              <a:lnSpc>
                <a:spcPts val="2376"/>
              </a:lnSpc>
            </a:pPr>
            <a:endParaRPr lang="en-US" sz="2000" dirty="0">
              <a:latin typeface="Inter Light" panose="020B0604020202020204" charset="0"/>
              <a:ea typeface="Inter Light" panose="020B0604020202020204" charset="0"/>
            </a:endParaRPr>
          </a:p>
          <a:p>
            <a:pPr lvl="0" algn="just">
              <a:lnSpc>
                <a:spcPts val="2376"/>
              </a:lnSpc>
            </a:pPr>
            <a:r>
              <a:rPr lang="en-US" sz="2000" dirty="0">
                <a:latin typeface="Inter Light" panose="020B0604020202020204" charset="0"/>
                <a:ea typeface="Inter Light" panose="020B0604020202020204" charset="0"/>
              </a:rPr>
              <a:t> - Domain name (CN/SAN)</a:t>
            </a:r>
          </a:p>
          <a:p>
            <a:pPr lvl="0" algn="just">
              <a:lnSpc>
                <a:spcPts val="2376"/>
              </a:lnSpc>
            </a:pPr>
            <a:r>
              <a:rPr lang="en-US" sz="2000" dirty="0">
                <a:latin typeface="Inter Light" panose="020B0604020202020204" charset="0"/>
                <a:ea typeface="Inter Light" panose="020B0604020202020204" charset="0"/>
              </a:rPr>
              <a:t> - Issuer (CA used)</a:t>
            </a:r>
          </a:p>
          <a:p>
            <a:pPr lvl="0" algn="just">
              <a:lnSpc>
                <a:spcPts val="2376"/>
              </a:lnSpc>
            </a:pPr>
            <a:r>
              <a:rPr lang="en-US" sz="2000" dirty="0">
                <a:latin typeface="Inter Light" panose="020B0604020202020204" charset="0"/>
                <a:ea typeface="Inter Light" panose="020B0604020202020204" charset="0"/>
              </a:rPr>
              <a:t> - Certificate expiration and category using</a:t>
            </a:r>
          </a:p>
          <a:p>
            <a:pPr lvl="0" algn="just">
              <a:lnSpc>
                <a:spcPts val="2376"/>
              </a:lnSpc>
            </a:pPr>
            <a:r>
              <a:rPr lang="en-US" sz="2000" dirty="0">
                <a:latin typeface="Inter Light" panose="020B0604020202020204" charset="0"/>
                <a:ea typeface="Inter Light" panose="020B0604020202020204" charset="0"/>
              </a:rPr>
              <a:t>    SNI (Server Name Indication)</a:t>
            </a:r>
            <a:endParaRPr lang="en-US" sz="2000" spc="84" dirty="0">
              <a:solidFill>
                <a:srgbClr val="000000"/>
              </a:solidFill>
              <a:latin typeface="Inter Light" panose="020B0604020202020204" charset="0"/>
              <a:ea typeface="Inter Light" panose="020B0604020202020204" charset="0"/>
              <a:cs typeface="Inter Light"/>
              <a:sym typeface="Inter Light"/>
            </a:endParaRPr>
          </a:p>
          <a:p>
            <a:pPr lvl="0" algn="just">
              <a:lnSpc>
                <a:spcPts val="2376"/>
              </a:lnSpc>
            </a:pPr>
            <a:endParaRPr lang="en-US" sz="2000" spc="84" dirty="0">
              <a:solidFill>
                <a:srgbClr val="000000"/>
              </a:solidFill>
              <a:latin typeface="Inter Light"/>
              <a:ea typeface="Inter Light"/>
              <a:cs typeface="Inter Light"/>
              <a:sym typeface="Inter Light"/>
            </a:endParaRPr>
          </a:p>
          <a:p>
            <a:pPr lvl="0" algn="just">
              <a:lnSpc>
                <a:spcPts val="2376"/>
              </a:lnSpc>
            </a:pPr>
            <a:r>
              <a:rPr lang="en-US" sz="2000" b="1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Deep Inspection – </a:t>
            </a:r>
            <a:r>
              <a:rPr lang="en-US" sz="2000" dirty="0">
                <a:latin typeface="Inter" panose="020B0604020202020204" charset="0"/>
                <a:ea typeface="Inter" panose="020B0604020202020204" charset="0"/>
              </a:rPr>
              <a:t>decrypts HTTPS traffic, inspects</a:t>
            </a:r>
          </a:p>
          <a:p>
            <a:pPr lvl="0" algn="just">
              <a:lnSpc>
                <a:spcPts val="2376"/>
              </a:lnSpc>
            </a:pPr>
            <a:r>
              <a:rPr lang="en-US" sz="2000" dirty="0">
                <a:latin typeface="Inter" panose="020B0604020202020204" charset="0"/>
                <a:ea typeface="Inter" panose="020B0604020202020204" charset="0"/>
              </a:rPr>
              <a:t>  it, then re-encrypts it. </a:t>
            </a:r>
          </a:p>
          <a:p>
            <a:pPr lvl="0" algn="just">
              <a:lnSpc>
                <a:spcPts val="2376"/>
              </a:lnSpc>
            </a:pPr>
            <a:r>
              <a:rPr lang="en-US" sz="2000" dirty="0">
                <a:latin typeface="Inter" panose="020B0604020202020204" charset="0"/>
                <a:ea typeface="Inter" panose="020B0604020202020204" charset="0"/>
              </a:rPr>
              <a:t>  acts like a “man-in-the-middle” proxy.</a:t>
            </a:r>
          </a:p>
          <a:p>
            <a:pPr lvl="0"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 Light"/>
                <a:sym typeface="Inter Light"/>
              </a:rPr>
              <a:t> </a:t>
            </a:r>
          </a:p>
          <a:p>
            <a:pPr lvl="0"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 Light"/>
                <a:sym typeface="Inter Light"/>
              </a:rPr>
              <a:t> - Full URL path (not only domain)</a:t>
            </a:r>
          </a:p>
          <a:p>
            <a:pPr lvl="0"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 Light"/>
                <a:sym typeface="Inter Light"/>
              </a:rPr>
              <a:t> - File downloads (PDF, EXE, ZIP, ..)</a:t>
            </a:r>
          </a:p>
          <a:p>
            <a:pPr lvl="0" algn="just">
              <a:lnSpc>
                <a:spcPts val="2376"/>
              </a:lnSpc>
            </a:pPr>
            <a:r>
              <a:rPr kumimoji="0" lang="en-US" sz="2000" i="0" u="none" strike="noStrike" kern="1200" cap="none" spc="84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B0604020202020204" charset="0"/>
                <a:ea typeface="Inter" panose="020B0604020202020204" charset="0"/>
                <a:cs typeface="Inter Light"/>
                <a:sym typeface="Inter Light"/>
              </a:rPr>
              <a:t> - Malware (via Antivirus)</a:t>
            </a:r>
          </a:p>
          <a:p>
            <a:pPr lvl="0" algn="just">
              <a:lnSpc>
                <a:spcPts val="2376"/>
              </a:lnSpc>
            </a:pPr>
            <a:r>
              <a:rPr kumimoji="0" lang="en-US" sz="2000" i="0" u="none" strike="noStrike" kern="1200" cap="none" spc="84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B0604020202020204" charset="0"/>
                <a:ea typeface="Inter" panose="020B0604020202020204" charset="0"/>
                <a:cs typeface="Inter Light"/>
                <a:sym typeface="Inter Light"/>
              </a:rPr>
              <a:t> - Web content (keywords or patterns)</a:t>
            </a:r>
          </a:p>
          <a:p>
            <a:pPr lvl="0"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 Light"/>
                <a:sym typeface="Inter Light"/>
              </a:rPr>
              <a:t> - App control inside HTTPS</a:t>
            </a:r>
          </a:p>
          <a:p>
            <a:pPr lvl="0"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 Light"/>
                <a:sym typeface="Inter Light"/>
              </a:rPr>
              <a:t> - Intrusion Prevention signatures (IPS)</a:t>
            </a:r>
          </a:p>
          <a:p>
            <a:pPr lvl="0"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 Light"/>
                <a:sym typeface="Inter Light"/>
              </a:rPr>
              <a:t> - 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88060092-F025-5300-03E5-0201F59F2F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2826" y="1235409"/>
            <a:ext cx="3765937" cy="419506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1A972502-6F2C-D57D-DDDE-F29B3D1CA7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85222" y="1252790"/>
            <a:ext cx="3707378" cy="411931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96299D3F-2BD6-38ED-903B-425BEAA712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8800" y="5403641"/>
            <a:ext cx="3479213" cy="3778459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A15907AF-09C4-5467-4A1C-E473A03F6F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335000" y="5430470"/>
            <a:ext cx="3636109" cy="3695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17284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271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68E9F6-3FB1-0F90-2C8E-E431E647A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6DD91945-EC58-65AA-0214-F92E12D247BC}"/>
              </a:ext>
            </a:extLst>
          </p:cNvPr>
          <p:cNvGrpSpPr/>
          <p:nvPr/>
        </p:nvGrpSpPr>
        <p:grpSpPr>
          <a:xfrm>
            <a:off x="1028700" y="1028700"/>
            <a:ext cx="8027948" cy="8229600"/>
            <a:chOff x="0" y="0"/>
            <a:chExt cx="10703931" cy="10972800"/>
          </a:xfrm>
        </p:grpSpPr>
        <p:grpSp>
          <p:nvGrpSpPr>
            <p:cNvPr id="3" name="Group 3">
              <a:extLst>
                <a:ext uri="{FF2B5EF4-FFF2-40B4-BE49-F238E27FC236}">
                  <a16:creationId xmlns:a16="http://schemas.microsoft.com/office/drawing/2014/main" id="{1689090D-D13E-3B94-F98A-B301B4D5BA4A}"/>
                </a:ext>
              </a:extLst>
            </p:cNvPr>
            <p:cNvGrpSpPr/>
            <p:nvPr/>
          </p:nvGrpSpPr>
          <p:grpSpPr>
            <a:xfrm>
              <a:off x="0" y="0"/>
              <a:ext cx="10703931" cy="10972800"/>
              <a:chOff x="0" y="0"/>
              <a:chExt cx="2114357" cy="2167467"/>
            </a:xfrm>
          </p:grpSpPr>
          <p:sp>
            <p:nvSpPr>
              <p:cNvPr id="4" name="Freeform 4">
                <a:extLst>
                  <a:ext uri="{FF2B5EF4-FFF2-40B4-BE49-F238E27FC236}">
                    <a16:creationId xmlns:a16="http://schemas.microsoft.com/office/drawing/2014/main" id="{03ADC1BC-05A9-FCFF-4C57-77C684826318}"/>
                  </a:ext>
                </a:extLst>
              </p:cNvPr>
              <p:cNvSpPr/>
              <p:nvPr/>
            </p:nvSpPr>
            <p:spPr>
              <a:xfrm>
                <a:off x="0" y="0"/>
                <a:ext cx="2114357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2114357" h="2167467">
                    <a:moveTo>
                      <a:pt x="38575" y="0"/>
                    </a:moveTo>
                    <a:lnTo>
                      <a:pt x="2075782" y="0"/>
                    </a:lnTo>
                    <a:cubicBezTo>
                      <a:pt x="2086013" y="0"/>
                      <a:pt x="2095824" y="4064"/>
                      <a:pt x="2103058" y="11298"/>
                    </a:cubicBezTo>
                    <a:cubicBezTo>
                      <a:pt x="2110293" y="18532"/>
                      <a:pt x="2114357" y="28344"/>
                      <a:pt x="2114357" y="38575"/>
                    </a:cubicBezTo>
                    <a:lnTo>
                      <a:pt x="2114357" y="2128892"/>
                    </a:lnTo>
                    <a:cubicBezTo>
                      <a:pt x="2114357" y="2139123"/>
                      <a:pt x="2110293" y="2148934"/>
                      <a:pt x="2103058" y="2156168"/>
                    </a:cubicBezTo>
                    <a:cubicBezTo>
                      <a:pt x="2095824" y="2163403"/>
                      <a:pt x="2086013" y="2167467"/>
                      <a:pt x="2075782" y="2167467"/>
                    </a:cubicBezTo>
                    <a:lnTo>
                      <a:pt x="38575" y="2167467"/>
                    </a:lnTo>
                    <a:cubicBezTo>
                      <a:pt x="28344" y="2167467"/>
                      <a:pt x="18532" y="2163403"/>
                      <a:pt x="11298" y="2156168"/>
                    </a:cubicBezTo>
                    <a:cubicBezTo>
                      <a:pt x="4064" y="2148934"/>
                      <a:pt x="0" y="2139123"/>
                      <a:pt x="0" y="2128892"/>
                    </a:cubicBezTo>
                    <a:lnTo>
                      <a:pt x="0" y="38575"/>
                    </a:lnTo>
                    <a:cubicBezTo>
                      <a:pt x="0" y="28344"/>
                      <a:pt x="4064" y="18532"/>
                      <a:pt x="11298" y="11298"/>
                    </a:cubicBezTo>
                    <a:cubicBezTo>
                      <a:pt x="18532" y="4064"/>
                      <a:pt x="28344" y="0"/>
                      <a:pt x="38575" y="0"/>
                    </a:cubicBezTo>
                    <a:close/>
                  </a:path>
                </a:pathLst>
              </a:custGeom>
              <a:solidFill>
                <a:srgbClr val="F4F8FF"/>
              </a:solidFill>
              <a:ln w="1905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5" name="TextBox 5">
                <a:extLst>
                  <a:ext uri="{FF2B5EF4-FFF2-40B4-BE49-F238E27FC236}">
                    <a16:creationId xmlns:a16="http://schemas.microsoft.com/office/drawing/2014/main" id="{1BC112FA-376A-CAF7-E018-4440829901FB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2114357" cy="22055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ts val="2659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p:grpSp>
        <p:grpSp>
          <p:nvGrpSpPr>
            <p:cNvPr id="6" name="Group 6">
              <a:extLst>
                <a:ext uri="{FF2B5EF4-FFF2-40B4-BE49-F238E27FC236}">
                  <a16:creationId xmlns:a16="http://schemas.microsoft.com/office/drawing/2014/main" id="{5AAC1967-4B80-35FF-570F-0AE438BD490B}"/>
                </a:ext>
              </a:extLst>
            </p:cNvPr>
            <p:cNvGrpSpPr/>
            <p:nvPr/>
          </p:nvGrpSpPr>
          <p:grpSpPr>
            <a:xfrm>
              <a:off x="532397" y="424488"/>
              <a:ext cx="379586" cy="379586"/>
              <a:chOff x="0" y="0"/>
              <a:chExt cx="812800" cy="812800"/>
            </a:xfrm>
          </p:grpSpPr>
          <p:sp>
            <p:nvSpPr>
              <p:cNvPr id="7" name="Freeform 7">
                <a:extLst>
                  <a:ext uri="{FF2B5EF4-FFF2-40B4-BE49-F238E27FC236}">
                    <a16:creationId xmlns:a16="http://schemas.microsoft.com/office/drawing/2014/main" id="{1434DA46-3965-8305-E5C4-931A60ACCCBC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85954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8" name="TextBox 8">
                <a:extLst>
                  <a:ext uri="{FF2B5EF4-FFF2-40B4-BE49-F238E27FC236}">
                    <a16:creationId xmlns:a16="http://schemas.microsoft.com/office/drawing/2014/main" id="{D6A0B3F9-B9F5-6CE7-A5A8-36CD709FCE6D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ts val="2659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p:grp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3FE62A29-2653-611E-F83A-C66029D5A5F2}"/>
                </a:ext>
              </a:extLst>
            </p:cNvPr>
            <p:cNvGrpSpPr/>
            <p:nvPr/>
          </p:nvGrpSpPr>
          <p:grpSpPr>
            <a:xfrm>
              <a:off x="1075615" y="424488"/>
              <a:ext cx="379586" cy="379586"/>
              <a:chOff x="0" y="0"/>
              <a:chExt cx="812800" cy="812800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B35F431F-2FAC-5392-D001-20726FFAA7B8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8C954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031972A3-D8D9-F7BD-E04D-305ACD0A4C99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ts val="2659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p:grp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64C5670D-C616-BA66-CDB1-343272594D1B}"/>
                </a:ext>
              </a:extLst>
            </p:cNvPr>
            <p:cNvGrpSpPr/>
            <p:nvPr/>
          </p:nvGrpSpPr>
          <p:grpSpPr>
            <a:xfrm>
              <a:off x="1620301" y="424488"/>
              <a:ext cx="379586" cy="379586"/>
              <a:chOff x="0" y="0"/>
              <a:chExt cx="812800" cy="812800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A834F89F-F361-2641-FD8B-DF286AE0D96B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DCF854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CE9A2A24-A136-1BC0-9737-58DA5F1E8408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ts val="2659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5" name="Group 15">
            <a:extLst>
              <a:ext uri="{FF2B5EF4-FFF2-40B4-BE49-F238E27FC236}">
                <a16:creationId xmlns:a16="http://schemas.microsoft.com/office/drawing/2014/main" id="{621EE455-7D18-24C8-EF1A-7CFC72D659EE}"/>
              </a:ext>
            </a:extLst>
          </p:cNvPr>
          <p:cNvGrpSpPr/>
          <p:nvPr/>
        </p:nvGrpSpPr>
        <p:grpSpPr>
          <a:xfrm>
            <a:off x="9231352" y="1028700"/>
            <a:ext cx="8027948" cy="8229600"/>
            <a:chOff x="0" y="0"/>
            <a:chExt cx="10703931" cy="10972800"/>
          </a:xfrm>
        </p:grpSpPr>
        <p:grpSp>
          <p:nvGrpSpPr>
            <p:cNvPr id="16" name="Group 16">
              <a:extLst>
                <a:ext uri="{FF2B5EF4-FFF2-40B4-BE49-F238E27FC236}">
                  <a16:creationId xmlns:a16="http://schemas.microsoft.com/office/drawing/2014/main" id="{86AC0DAD-704E-4ADF-CB46-D83232F993B9}"/>
                </a:ext>
              </a:extLst>
            </p:cNvPr>
            <p:cNvGrpSpPr/>
            <p:nvPr/>
          </p:nvGrpSpPr>
          <p:grpSpPr>
            <a:xfrm>
              <a:off x="0" y="0"/>
              <a:ext cx="10703931" cy="10972800"/>
              <a:chOff x="0" y="0"/>
              <a:chExt cx="2114357" cy="2167467"/>
            </a:xfrm>
          </p:grpSpPr>
          <p:sp>
            <p:nvSpPr>
              <p:cNvPr id="17" name="Freeform 17">
                <a:extLst>
                  <a:ext uri="{FF2B5EF4-FFF2-40B4-BE49-F238E27FC236}">
                    <a16:creationId xmlns:a16="http://schemas.microsoft.com/office/drawing/2014/main" id="{02E7EBB3-8AD9-DB09-9156-25341B105090}"/>
                  </a:ext>
                </a:extLst>
              </p:cNvPr>
              <p:cNvSpPr/>
              <p:nvPr/>
            </p:nvSpPr>
            <p:spPr>
              <a:xfrm>
                <a:off x="0" y="0"/>
                <a:ext cx="2114357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2114357" h="2167467">
                    <a:moveTo>
                      <a:pt x="38575" y="0"/>
                    </a:moveTo>
                    <a:lnTo>
                      <a:pt x="2075782" y="0"/>
                    </a:lnTo>
                    <a:cubicBezTo>
                      <a:pt x="2086013" y="0"/>
                      <a:pt x="2095824" y="4064"/>
                      <a:pt x="2103058" y="11298"/>
                    </a:cubicBezTo>
                    <a:cubicBezTo>
                      <a:pt x="2110293" y="18532"/>
                      <a:pt x="2114357" y="28344"/>
                      <a:pt x="2114357" y="38575"/>
                    </a:cubicBezTo>
                    <a:lnTo>
                      <a:pt x="2114357" y="2128892"/>
                    </a:lnTo>
                    <a:cubicBezTo>
                      <a:pt x="2114357" y="2139123"/>
                      <a:pt x="2110293" y="2148934"/>
                      <a:pt x="2103058" y="2156168"/>
                    </a:cubicBezTo>
                    <a:cubicBezTo>
                      <a:pt x="2095824" y="2163403"/>
                      <a:pt x="2086013" y="2167467"/>
                      <a:pt x="2075782" y="2167467"/>
                    </a:cubicBezTo>
                    <a:lnTo>
                      <a:pt x="38575" y="2167467"/>
                    </a:lnTo>
                    <a:cubicBezTo>
                      <a:pt x="28344" y="2167467"/>
                      <a:pt x="18532" y="2163403"/>
                      <a:pt x="11298" y="2156168"/>
                    </a:cubicBezTo>
                    <a:cubicBezTo>
                      <a:pt x="4064" y="2148934"/>
                      <a:pt x="0" y="2139123"/>
                      <a:pt x="0" y="2128892"/>
                    </a:cubicBezTo>
                    <a:lnTo>
                      <a:pt x="0" y="38575"/>
                    </a:lnTo>
                    <a:cubicBezTo>
                      <a:pt x="0" y="28344"/>
                      <a:pt x="4064" y="18532"/>
                      <a:pt x="11298" y="11298"/>
                    </a:cubicBezTo>
                    <a:cubicBezTo>
                      <a:pt x="18532" y="4064"/>
                      <a:pt x="28344" y="0"/>
                      <a:pt x="38575" y="0"/>
                    </a:cubicBezTo>
                    <a:close/>
                  </a:path>
                </a:pathLst>
              </a:custGeom>
              <a:solidFill>
                <a:srgbClr val="F4F8FF"/>
              </a:solidFill>
              <a:ln w="1905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18" name="TextBox 18">
                <a:extLst>
                  <a:ext uri="{FF2B5EF4-FFF2-40B4-BE49-F238E27FC236}">
                    <a16:creationId xmlns:a16="http://schemas.microsoft.com/office/drawing/2014/main" id="{6D148650-7B2A-5D69-91AC-8BF0BCCDC045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2114357" cy="22055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ts val="2659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p:grpSp>
        <p:sp>
          <p:nvSpPr>
            <p:cNvPr id="21" name="TextBox 21">
              <a:extLst>
                <a:ext uri="{FF2B5EF4-FFF2-40B4-BE49-F238E27FC236}">
                  <a16:creationId xmlns:a16="http://schemas.microsoft.com/office/drawing/2014/main" id="{DB50A56B-3B29-C212-207D-51F05E0963AD}"/>
                </a:ext>
              </a:extLst>
            </p:cNvPr>
            <p:cNvSpPr txBox="1"/>
            <p:nvPr/>
          </p:nvSpPr>
          <p:spPr>
            <a:xfrm>
              <a:off x="567984" y="442281"/>
              <a:ext cx="308413" cy="3262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87C5FBD6-8F24-89CB-2066-5F3BDFF6E79A}"/>
                </a:ext>
              </a:extLst>
            </p:cNvPr>
            <p:cNvSpPr txBox="1"/>
            <p:nvPr/>
          </p:nvSpPr>
          <p:spPr>
            <a:xfrm>
              <a:off x="1655888" y="442281"/>
              <a:ext cx="308413" cy="3262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30" name="TextBox 30">
            <a:extLst>
              <a:ext uri="{FF2B5EF4-FFF2-40B4-BE49-F238E27FC236}">
                <a16:creationId xmlns:a16="http://schemas.microsoft.com/office/drawing/2014/main" id="{C6C725F5-7671-80AA-480E-D128AD8E5F90}"/>
              </a:ext>
            </a:extLst>
          </p:cNvPr>
          <p:cNvSpPr txBox="1"/>
          <p:nvPr/>
        </p:nvSpPr>
        <p:spPr>
          <a:xfrm>
            <a:off x="1999526" y="2098858"/>
            <a:ext cx="6382474" cy="73866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 algn="just">
              <a:lnSpc>
                <a:spcPts val="2376"/>
              </a:lnSpc>
            </a:pPr>
            <a:r>
              <a:rPr lang="en-US" sz="2000" b="1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Proxy- Based – </a:t>
            </a:r>
            <a:r>
              <a:rPr lang="en-US" sz="2000" spc="84" dirty="0">
                <a:solidFill>
                  <a:srgbClr val="000000"/>
                </a:solidFill>
                <a:latin typeface="Inter Light" panose="020B0604020202020204" charset="0"/>
                <a:ea typeface="Inter Light" panose="020B0604020202020204" charset="0"/>
                <a:cs typeface="Inter Light"/>
                <a:sym typeface="Inter Light"/>
              </a:rPr>
              <a:t>doesn’t decrypt the</a:t>
            </a:r>
          </a:p>
          <a:p>
            <a:pPr lvl="0"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 panose="020B0604020202020204" charset="0"/>
                <a:ea typeface="Inter Light" panose="020B0604020202020204" charset="0"/>
                <a:cs typeface="Inter Light"/>
                <a:sym typeface="Inter Light"/>
              </a:rPr>
              <a:t>  HTTPS traffic instead, </a:t>
            </a:r>
            <a:r>
              <a:rPr lang="en-US" sz="2000" dirty="0">
                <a:latin typeface="Inter Light" panose="020B0604020202020204" charset="0"/>
                <a:ea typeface="Inter Light" panose="020B0604020202020204" charset="0"/>
              </a:rPr>
              <a:t>it only checks the</a:t>
            </a:r>
          </a:p>
          <a:p>
            <a:pPr lvl="0" algn="just">
              <a:lnSpc>
                <a:spcPts val="2376"/>
              </a:lnSpc>
            </a:pPr>
            <a:endParaRPr lang="en-US" sz="2000" dirty="0">
              <a:latin typeface="Inter Light" panose="020B0604020202020204" charset="0"/>
              <a:ea typeface="Inter Light" panose="020B0604020202020204" charset="0"/>
            </a:endParaRPr>
          </a:p>
          <a:p>
            <a:pPr lvl="0" algn="just">
              <a:lnSpc>
                <a:spcPts val="2376"/>
              </a:lnSpc>
            </a:pPr>
            <a:r>
              <a:rPr lang="en-US" sz="2000" dirty="0">
                <a:latin typeface="Inter Light" panose="020B0604020202020204" charset="0"/>
                <a:ea typeface="Inter Light" panose="020B0604020202020204" charset="0"/>
              </a:rPr>
              <a:t> - Restrict access to some sites in YouTube</a:t>
            </a:r>
          </a:p>
          <a:p>
            <a:pPr lvl="0" algn="just">
              <a:lnSpc>
                <a:spcPts val="2376"/>
              </a:lnSpc>
            </a:pPr>
            <a:r>
              <a:rPr lang="en-US" sz="2000" dirty="0">
                <a:latin typeface="Inter Light" panose="020B0604020202020204" charset="0"/>
                <a:ea typeface="Inter Light" panose="020B0604020202020204" charset="0"/>
              </a:rPr>
              <a:t> - Log all keywords you searched with</a:t>
            </a:r>
          </a:p>
          <a:p>
            <a:pPr lvl="0" algn="just">
              <a:lnSpc>
                <a:spcPts val="2376"/>
              </a:lnSpc>
            </a:pPr>
            <a:r>
              <a:rPr lang="en-US" sz="2000" dirty="0">
                <a:latin typeface="Inter Light" panose="020B0604020202020204" charset="0"/>
                <a:ea typeface="Inter Light" panose="020B0604020202020204" charset="0"/>
              </a:rPr>
              <a:t>    just by typing…</a:t>
            </a:r>
          </a:p>
          <a:p>
            <a:pPr lvl="0" algn="just">
              <a:lnSpc>
                <a:spcPts val="2376"/>
              </a:lnSpc>
            </a:pPr>
            <a:r>
              <a:rPr lang="en-US" sz="2000" dirty="0">
                <a:latin typeface="Inter Light" panose="020B0604020202020204" charset="0"/>
                <a:ea typeface="Inter Light" panose="020B0604020202020204" charset="0"/>
              </a:rPr>
              <a:t> - Restrict some harmful or sexual and </a:t>
            </a:r>
          </a:p>
          <a:p>
            <a:pPr lvl="0" algn="just">
              <a:lnSpc>
                <a:spcPts val="2376"/>
              </a:lnSpc>
            </a:pPr>
            <a:r>
              <a:rPr lang="en-US" sz="2000" dirty="0">
                <a:latin typeface="Inter Light" panose="020B0604020202020204" charset="0"/>
                <a:ea typeface="Inter Light" panose="020B0604020202020204" charset="0"/>
              </a:rPr>
              <a:t>    so, on sites in google, yahoo, Bing.</a:t>
            </a:r>
          </a:p>
          <a:p>
            <a:pPr lvl="0" algn="just">
              <a:lnSpc>
                <a:spcPts val="2376"/>
              </a:lnSpc>
            </a:pPr>
            <a:endParaRPr lang="en-US" sz="2000" dirty="0">
              <a:latin typeface="Inter Light" panose="020B0604020202020204" charset="0"/>
              <a:ea typeface="Inter Light" panose="020B0604020202020204" charset="0"/>
            </a:endParaRPr>
          </a:p>
          <a:p>
            <a:pPr lvl="0" algn="just">
              <a:lnSpc>
                <a:spcPts val="2376"/>
              </a:lnSpc>
            </a:pPr>
            <a:r>
              <a:rPr lang="en-US" sz="2000" dirty="0">
                <a:latin typeface="Inter Light" panose="020B0604020202020204" charset="0"/>
                <a:ea typeface="Inter Light" panose="020B0604020202020204" charset="0"/>
              </a:rPr>
              <a:t> </a:t>
            </a:r>
            <a:r>
              <a:rPr lang="en-US" sz="2000" b="1" dirty="0">
                <a:latin typeface="Inter Light" panose="020B0604020202020204" charset="0"/>
                <a:ea typeface="Inter Light" panose="020B0604020202020204" charset="0"/>
              </a:rPr>
              <a:t>Advanced</a:t>
            </a:r>
            <a:r>
              <a:rPr lang="en-US" sz="2000" dirty="0">
                <a:latin typeface="Inter Light" panose="020B0604020202020204" charset="0"/>
                <a:ea typeface="Inter Light" panose="020B0604020202020204" charset="0"/>
              </a:rPr>
              <a:t> </a:t>
            </a:r>
            <a:r>
              <a:rPr lang="en-US" sz="2000" b="1" dirty="0">
                <a:latin typeface="Inter Light" panose="020B0604020202020204" charset="0"/>
                <a:ea typeface="Inter Light" panose="020B0604020202020204" charset="0"/>
              </a:rPr>
              <a:t>Options</a:t>
            </a:r>
            <a:r>
              <a:rPr lang="en-US" sz="2000" dirty="0">
                <a:latin typeface="Inter Light" panose="020B0604020202020204" charset="0"/>
                <a:ea typeface="Inter Light" panose="020B0604020202020204" charset="0"/>
              </a:rPr>
              <a:t> – </a:t>
            </a:r>
            <a:r>
              <a:rPr lang="en-US" sz="2000" b="1" dirty="0">
                <a:latin typeface="Inter Light" panose="020B0604020202020204" charset="0"/>
                <a:ea typeface="Inter Light" panose="020B0604020202020204" charset="0"/>
              </a:rPr>
              <a:t>Web</a:t>
            </a:r>
            <a:r>
              <a:rPr lang="en-US" sz="2000" dirty="0">
                <a:latin typeface="Inter Light" panose="020B0604020202020204" charset="0"/>
                <a:ea typeface="Inter Light" panose="020B0604020202020204" charset="0"/>
              </a:rPr>
              <a:t> </a:t>
            </a:r>
            <a:r>
              <a:rPr lang="en-US" sz="2000" b="1" dirty="0">
                <a:latin typeface="Inter Light" panose="020B0604020202020204" charset="0"/>
                <a:ea typeface="Inter Light" panose="020B0604020202020204" charset="0"/>
              </a:rPr>
              <a:t>rating</a:t>
            </a:r>
          </a:p>
          <a:p>
            <a:pPr lvl="0" algn="just">
              <a:lnSpc>
                <a:spcPts val="2376"/>
              </a:lnSpc>
            </a:pPr>
            <a:r>
              <a:rPr lang="en-US" sz="2000" dirty="0">
                <a:latin typeface="Inter Light" panose="020B0604020202020204" charset="0"/>
                <a:ea typeface="Inter Light" panose="020B0604020202020204" charset="0"/>
              </a:rPr>
              <a:t> </a:t>
            </a:r>
            <a:r>
              <a:rPr lang="en-US" sz="2000" b="1" dirty="0">
                <a:latin typeface="Inter Light" panose="020B0604020202020204" charset="0"/>
                <a:ea typeface="Inter Light" panose="020B0604020202020204" charset="0"/>
              </a:rPr>
              <a:t>Overrides</a:t>
            </a:r>
            <a:r>
              <a:rPr lang="en-US" sz="2000" dirty="0">
                <a:latin typeface="Inter Light" panose="020B0604020202020204" charset="0"/>
                <a:ea typeface="Inter Light" panose="020B0604020202020204" charset="0"/>
              </a:rPr>
              <a:t>: Customize website categories manually.</a:t>
            </a:r>
          </a:p>
          <a:p>
            <a:pPr lvl="0" algn="just">
              <a:lnSpc>
                <a:spcPts val="2376"/>
              </a:lnSpc>
            </a:pPr>
            <a:r>
              <a:rPr lang="en-US" sz="2000" dirty="0">
                <a:latin typeface="Inter Light" panose="020B0604020202020204" charset="0"/>
                <a:ea typeface="Inter Light" panose="020B0604020202020204" charset="0"/>
              </a:rPr>
              <a:t> </a:t>
            </a:r>
          </a:p>
          <a:p>
            <a:pPr lvl="0" algn="just">
              <a:lnSpc>
                <a:spcPts val="2376"/>
              </a:lnSpc>
            </a:pPr>
            <a:r>
              <a:rPr lang="en-US" sz="2000" dirty="0">
                <a:latin typeface="Inter Light" panose="020B0604020202020204" charset="0"/>
                <a:ea typeface="Inter Light" panose="020B0604020202020204" charset="0"/>
              </a:rPr>
              <a:t> </a:t>
            </a:r>
            <a:r>
              <a:rPr lang="en-US" sz="2000" b="1" dirty="0">
                <a:latin typeface="Inter Light" panose="020B0604020202020204" charset="0"/>
                <a:ea typeface="Inter Light" panose="020B0604020202020204" charset="0"/>
              </a:rPr>
              <a:t>Example</a:t>
            </a:r>
            <a:r>
              <a:rPr lang="en-US" sz="2000" dirty="0">
                <a:latin typeface="Inter Light" panose="020B0604020202020204" charset="0"/>
                <a:ea typeface="Inter Light" panose="020B0604020202020204" charset="0"/>
              </a:rPr>
              <a:t>: Mark facebook.com as “Blocked”</a:t>
            </a:r>
          </a:p>
          <a:p>
            <a:pPr lvl="0" algn="just">
              <a:lnSpc>
                <a:spcPts val="2376"/>
              </a:lnSpc>
            </a:pPr>
            <a:r>
              <a:rPr lang="en-US" sz="2000" dirty="0">
                <a:latin typeface="Inter Light" panose="020B0604020202020204" charset="0"/>
                <a:ea typeface="Inter Light" panose="020B0604020202020204" charset="0"/>
              </a:rPr>
              <a:t> or “Allowed” Gives full control beyond </a:t>
            </a:r>
          </a:p>
          <a:p>
            <a:pPr lvl="0" algn="just">
              <a:lnSpc>
                <a:spcPts val="2376"/>
              </a:lnSpc>
            </a:pPr>
            <a:r>
              <a:rPr lang="en-US" sz="2000" dirty="0">
                <a:latin typeface="Inter Light" panose="020B0604020202020204" charset="0"/>
                <a:ea typeface="Inter Light" panose="020B0604020202020204" charset="0"/>
              </a:rPr>
              <a:t> FortiGuard Database.</a:t>
            </a:r>
          </a:p>
          <a:p>
            <a:pPr lvl="0" algn="just">
              <a:lnSpc>
                <a:spcPts val="2376"/>
              </a:lnSpc>
            </a:pPr>
            <a:endParaRPr lang="en-US" sz="2000" dirty="0">
              <a:latin typeface="Inter Light" panose="020B0604020202020204" charset="0"/>
              <a:ea typeface="Inter Light" panose="020B0604020202020204" charset="0"/>
            </a:endParaRPr>
          </a:p>
          <a:p>
            <a:pPr lvl="0" algn="just">
              <a:lnSpc>
                <a:spcPts val="2376"/>
              </a:lnSpc>
            </a:pPr>
            <a:r>
              <a:rPr lang="en-US" sz="2000" dirty="0">
                <a:latin typeface="Inter Light" panose="020B0604020202020204" charset="0"/>
                <a:ea typeface="Inter Light" panose="020B0604020202020204" charset="0"/>
              </a:rPr>
              <a:t> – </a:t>
            </a:r>
            <a:r>
              <a:rPr lang="en-US" sz="2000" b="1" dirty="0">
                <a:latin typeface="Inter Light" panose="020B0604020202020204" charset="0"/>
                <a:ea typeface="Inter Light" panose="020B0604020202020204" charset="0"/>
              </a:rPr>
              <a:t>Web</a:t>
            </a:r>
            <a:r>
              <a:rPr lang="en-US" sz="2000" dirty="0">
                <a:latin typeface="Inter Light" panose="020B0604020202020204" charset="0"/>
                <a:ea typeface="Inter Light" panose="020B0604020202020204" charset="0"/>
              </a:rPr>
              <a:t> </a:t>
            </a:r>
            <a:r>
              <a:rPr lang="en-US" sz="2000" b="1" dirty="0">
                <a:latin typeface="Inter Light" panose="020B0604020202020204" charset="0"/>
                <a:ea typeface="Inter Light" panose="020B0604020202020204" charset="0"/>
              </a:rPr>
              <a:t>Profile</a:t>
            </a:r>
            <a:r>
              <a:rPr lang="en-US" sz="2000" dirty="0">
                <a:latin typeface="Inter Light" panose="020B0604020202020204" charset="0"/>
                <a:ea typeface="Inter Light" panose="020B0604020202020204" charset="0"/>
              </a:rPr>
              <a:t> </a:t>
            </a:r>
            <a:r>
              <a:rPr lang="en-US" sz="2000" b="1" dirty="0">
                <a:latin typeface="Inter Light" panose="020B0604020202020204" charset="0"/>
                <a:ea typeface="Inter Light" panose="020B0604020202020204" charset="0"/>
              </a:rPr>
              <a:t>Overrides</a:t>
            </a:r>
            <a:r>
              <a:rPr lang="en-US" sz="2000" dirty="0">
                <a:latin typeface="Inter Light" panose="020B0604020202020204" charset="0"/>
                <a:ea typeface="Inter Light" panose="020B0604020202020204" charset="0"/>
              </a:rPr>
              <a:t>: Temporary or </a:t>
            </a:r>
          </a:p>
          <a:p>
            <a:pPr lvl="0" algn="just">
              <a:lnSpc>
                <a:spcPts val="2376"/>
              </a:lnSpc>
            </a:pPr>
            <a:r>
              <a:rPr lang="en-US" sz="2000" dirty="0">
                <a:latin typeface="Inter Light" panose="020B0604020202020204" charset="0"/>
                <a:ea typeface="Inter Light" panose="020B0604020202020204" charset="0"/>
              </a:rPr>
              <a:t> user-specific changes to web filtering.</a:t>
            </a:r>
          </a:p>
          <a:p>
            <a:pPr lvl="0" algn="just">
              <a:lnSpc>
                <a:spcPts val="2376"/>
              </a:lnSpc>
            </a:pPr>
            <a:r>
              <a:rPr lang="en-US" sz="2000" dirty="0">
                <a:latin typeface="Inter Light" panose="020B0604020202020204" charset="0"/>
                <a:ea typeface="Inter Light" panose="020B0604020202020204" charset="0"/>
              </a:rPr>
              <a:t> Example: Allow a user to access a block</a:t>
            </a:r>
          </a:p>
          <a:p>
            <a:pPr lvl="0" algn="just">
              <a:lnSpc>
                <a:spcPts val="2376"/>
              </a:lnSpc>
            </a:pPr>
            <a:r>
              <a:rPr lang="en-US" sz="2000" dirty="0">
                <a:latin typeface="Inter Light" panose="020B0604020202020204" charset="0"/>
                <a:ea typeface="Inter Light" panose="020B0604020202020204" charset="0"/>
              </a:rPr>
              <a:t> site for 1 hour. Adds flexibility without </a:t>
            </a:r>
          </a:p>
          <a:p>
            <a:pPr lvl="0" algn="just">
              <a:lnSpc>
                <a:spcPts val="2376"/>
              </a:lnSpc>
            </a:pPr>
            <a:r>
              <a:rPr lang="en-US" sz="2000" dirty="0">
                <a:latin typeface="Inter Light" panose="020B0604020202020204" charset="0"/>
                <a:ea typeface="Inter Light" panose="020B0604020202020204" charset="0"/>
              </a:rPr>
              <a:t> changing the main policy</a:t>
            </a:r>
          </a:p>
          <a:p>
            <a:pPr lvl="0" algn="just">
              <a:lnSpc>
                <a:spcPts val="2376"/>
              </a:lnSpc>
            </a:pPr>
            <a:endParaRPr lang="en-US" sz="2000" dirty="0">
              <a:latin typeface="Inter Light" panose="020B0604020202020204" charset="0"/>
              <a:ea typeface="Inter Light" panose="020B0604020202020204" charset="0"/>
            </a:endParaRPr>
          </a:p>
          <a:p>
            <a:pPr lvl="0" algn="just">
              <a:lnSpc>
                <a:spcPts val="2376"/>
              </a:lnSpc>
            </a:pPr>
            <a:endParaRPr lang="en-US" sz="2000" dirty="0">
              <a:latin typeface="Inter Light" panose="020B0604020202020204" charset="0"/>
              <a:ea typeface="Inter Light" panose="020B0604020202020204" charset="0"/>
            </a:endParaRPr>
          </a:p>
          <a:p>
            <a:pPr lvl="0" algn="just">
              <a:lnSpc>
                <a:spcPts val="2376"/>
              </a:lnSpc>
            </a:pPr>
            <a:r>
              <a:rPr lang="en-US" sz="2000" dirty="0">
                <a:latin typeface="Inter Light" panose="020B0604020202020204" charset="0"/>
                <a:ea typeface="Inter Light" panose="020B0604020202020204" charset="0"/>
              </a:rPr>
              <a:t>  </a:t>
            </a:r>
            <a:endParaRPr lang="en-US" sz="2000" spc="84" dirty="0">
              <a:solidFill>
                <a:srgbClr val="000000"/>
              </a:solidFill>
              <a:latin typeface="Inter Light"/>
              <a:ea typeface="Inter Light"/>
              <a:cs typeface="Inter Light"/>
              <a:sym typeface="Inter Light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6EA63E60-BDC2-C160-436D-78162FD6B4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4638" y="1347066"/>
            <a:ext cx="5107420" cy="7590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9372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271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9267CE-311F-229B-7226-B9FABD57F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43426271-D3B6-ED9F-A135-665B63121A1D}"/>
              </a:ext>
            </a:extLst>
          </p:cNvPr>
          <p:cNvGrpSpPr/>
          <p:nvPr/>
        </p:nvGrpSpPr>
        <p:grpSpPr>
          <a:xfrm>
            <a:off x="1028700" y="1028700"/>
            <a:ext cx="15887700" cy="7696200"/>
            <a:chOff x="0" y="0"/>
            <a:chExt cx="10703931" cy="10972800"/>
          </a:xfrm>
        </p:grpSpPr>
        <p:grpSp>
          <p:nvGrpSpPr>
            <p:cNvPr id="3" name="Group 3">
              <a:extLst>
                <a:ext uri="{FF2B5EF4-FFF2-40B4-BE49-F238E27FC236}">
                  <a16:creationId xmlns:a16="http://schemas.microsoft.com/office/drawing/2014/main" id="{CC31B63E-6B23-74EB-0E3E-2A6632CE149E}"/>
                </a:ext>
              </a:extLst>
            </p:cNvPr>
            <p:cNvGrpSpPr/>
            <p:nvPr/>
          </p:nvGrpSpPr>
          <p:grpSpPr>
            <a:xfrm>
              <a:off x="0" y="0"/>
              <a:ext cx="10703931" cy="10972800"/>
              <a:chOff x="0" y="0"/>
              <a:chExt cx="2114357" cy="2167467"/>
            </a:xfrm>
          </p:grpSpPr>
          <p:sp>
            <p:nvSpPr>
              <p:cNvPr id="4" name="Freeform 4">
                <a:extLst>
                  <a:ext uri="{FF2B5EF4-FFF2-40B4-BE49-F238E27FC236}">
                    <a16:creationId xmlns:a16="http://schemas.microsoft.com/office/drawing/2014/main" id="{F02378E4-04E6-41D2-A99D-830D20CACE1B}"/>
                  </a:ext>
                </a:extLst>
              </p:cNvPr>
              <p:cNvSpPr/>
              <p:nvPr/>
            </p:nvSpPr>
            <p:spPr>
              <a:xfrm>
                <a:off x="0" y="0"/>
                <a:ext cx="2114357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2114357" h="2167467">
                    <a:moveTo>
                      <a:pt x="38575" y="0"/>
                    </a:moveTo>
                    <a:lnTo>
                      <a:pt x="2075782" y="0"/>
                    </a:lnTo>
                    <a:cubicBezTo>
                      <a:pt x="2086013" y="0"/>
                      <a:pt x="2095824" y="4064"/>
                      <a:pt x="2103058" y="11298"/>
                    </a:cubicBezTo>
                    <a:cubicBezTo>
                      <a:pt x="2110293" y="18532"/>
                      <a:pt x="2114357" y="28344"/>
                      <a:pt x="2114357" y="38575"/>
                    </a:cubicBezTo>
                    <a:lnTo>
                      <a:pt x="2114357" y="2128892"/>
                    </a:lnTo>
                    <a:cubicBezTo>
                      <a:pt x="2114357" y="2139123"/>
                      <a:pt x="2110293" y="2148934"/>
                      <a:pt x="2103058" y="2156168"/>
                    </a:cubicBezTo>
                    <a:cubicBezTo>
                      <a:pt x="2095824" y="2163403"/>
                      <a:pt x="2086013" y="2167467"/>
                      <a:pt x="2075782" y="2167467"/>
                    </a:cubicBezTo>
                    <a:lnTo>
                      <a:pt x="38575" y="2167467"/>
                    </a:lnTo>
                    <a:cubicBezTo>
                      <a:pt x="28344" y="2167467"/>
                      <a:pt x="18532" y="2163403"/>
                      <a:pt x="11298" y="2156168"/>
                    </a:cubicBezTo>
                    <a:cubicBezTo>
                      <a:pt x="4064" y="2148934"/>
                      <a:pt x="0" y="2139123"/>
                      <a:pt x="0" y="2128892"/>
                    </a:cubicBezTo>
                    <a:lnTo>
                      <a:pt x="0" y="38575"/>
                    </a:lnTo>
                    <a:cubicBezTo>
                      <a:pt x="0" y="28344"/>
                      <a:pt x="4064" y="18532"/>
                      <a:pt x="11298" y="11298"/>
                    </a:cubicBezTo>
                    <a:cubicBezTo>
                      <a:pt x="18532" y="4064"/>
                      <a:pt x="28344" y="0"/>
                      <a:pt x="38575" y="0"/>
                    </a:cubicBezTo>
                    <a:close/>
                  </a:path>
                </a:pathLst>
              </a:custGeom>
              <a:solidFill>
                <a:srgbClr val="F4F8FF"/>
              </a:solidFill>
              <a:ln w="1905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5" name="TextBox 5">
                <a:extLst>
                  <a:ext uri="{FF2B5EF4-FFF2-40B4-BE49-F238E27FC236}">
                    <a16:creationId xmlns:a16="http://schemas.microsoft.com/office/drawing/2014/main" id="{F994CA0B-3A81-B916-4FF6-72B04B5BB73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2114357" cy="22055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ts val="2659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p:grp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0A2AED8E-6EF5-314E-7E75-8232005E5A24}"/>
                </a:ext>
              </a:extLst>
            </p:cNvPr>
            <p:cNvSpPr txBox="1"/>
            <p:nvPr/>
          </p:nvSpPr>
          <p:spPr>
            <a:xfrm>
              <a:off x="567983" y="442281"/>
              <a:ext cx="308414" cy="3262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4FB487D2-E3AC-216A-45EA-DF3C0CF93081}"/>
                </a:ext>
              </a:extLst>
            </p:cNvPr>
            <p:cNvSpPr txBox="1"/>
            <p:nvPr/>
          </p:nvSpPr>
          <p:spPr>
            <a:xfrm>
              <a:off x="1111201" y="442281"/>
              <a:ext cx="308414" cy="3262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CAD93A0B-C043-B69F-7255-EB2DD01634EC}"/>
                </a:ext>
              </a:extLst>
            </p:cNvPr>
            <p:cNvSpPr txBox="1"/>
            <p:nvPr/>
          </p:nvSpPr>
          <p:spPr>
            <a:xfrm>
              <a:off x="1655887" y="442281"/>
              <a:ext cx="308414" cy="3262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15" name="Group 15">
            <a:extLst>
              <a:ext uri="{FF2B5EF4-FFF2-40B4-BE49-F238E27FC236}">
                <a16:creationId xmlns:a16="http://schemas.microsoft.com/office/drawing/2014/main" id="{0F7D673F-BC0F-0A0F-EA49-A639A46D61F7}"/>
              </a:ext>
            </a:extLst>
          </p:cNvPr>
          <p:cNvGrpSpPr/>
          <p:nvPr/>
        </p:nvGrpSpPr>
        <p:grpSpPr>
          <a:xfrm>
            <a:off x="9231352" y="884039"/>
            <a:ext cx="8027948" cy="8374261"/>
            <a:chOff x="0" y="-192881"/>
            <a:chExt cx="10703931" cy="11165681"/>
          </a:xfrm>
        </p:grpSpPr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DAF86D87-71AB-B78D-2C7E-65735DC91160}"/>
                </a:ext>
              </a:extLst>
            </p:cNvPr>
            <p:cNvSpPr txBox="1"/>
            <p:nvPr/>
          </p:nvSpPr>
          <p:spPr>
            <a:xfrm>
              <a:off x="0" y="-192881"/>
              <a:ext cx="10703931" cy="1116568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1" name="TextBox 21">
              <a:extLst>
                <a:ext uri="{FF2B5EF4-FFF2-40B4-BE49-F238E27FC236}">
                  <a16:creationId xmlns:a16="http://schemas.microsoft.com/office/drawing/2014/main" id="{54E37E26-2F34-AF4A-D70B-93D88EC8B203}"/>
                </a:ext>
              </a:extLst>
            </p:cNvPr>
            <p:cNvSpPr txBox="1"/>
            <p:nvPr/>
          </p:nvSpPr>
          <p:spPr>
            <a:xfrm>
              <a:off x="567984" y="442281"/>
              <a:ext cx="308413" cy="3262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D3BEF85B-323A-19CC-2EA0-9C8CE6913BFC}"/>
                </a:ext>
              </a:extLst>
            </p:cNvPr>
            <p:cNvSpPr txBox="1"/>
            <p:nvPr/>
          </p:nvSpPr>
          <p:spPr>
            <a:xfrm>
              <a:off x="1655888" y="442281"/>
              <a:ext cx="308413" cy="3262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30" name="TextBox 30">
            <a:extLst>
              <a:ext uri="{FF2B5EF4-FFF2-40B4-BE49-F238E27FC236}">
                <a16:creationId xmlns:a16="http://schemas.microsoft.com/office/drawing/2014/main" id="{9301C688-B71A-1277-28D9-F8A6129BD667}"/>
              </a:ext>
            </a:extLst>
          </p:cNvPr>
          <p:cNvSpPr txBox="1"/>
          <p:nvPr/>
        </p:nvSpPr>
        <p:spPr>
          <a:xfrm>
            <a:off x="2111868" y="2145523"/>
            <a:ext cx="1590120" cy="3536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 algn="just">
              <a:lnSpc>
                <a:spcPts val="2376"/>
              </a:lnSpc>
            </a:pPr>
            <a:r>
              <a:rPr lang="en-US" sz="4000" b="1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LOGS!</a:t>
            </a:r>
            <a:r>
              <a:rPr lang="en-US" sz="2000" spc="84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 Light"/>
                <a:sym typeface="Inter Light"/>
              </a:rPr>
              <a:t> </a:t>
            </a:r>
          </a:p>
        </p:txBody>
      </p:sp>
      <p:sp>
        <p:nvSpPr>
          <p:cNvPr id="26" name="Freeform 7">
            <a:extLst>
              <a:ext uri="{FF2B5EF4-FFF2-40B4-BE49-F238E27FC236}">
                <a16:creationId xmlns:a16="http://schemas.microsoft.com/office/drawing/2014/main" id="{60A90AC8-6AB9-8BAA-A08F-B7FCA208C75F}"/>
              </a:ext>
            </a:extLst>
          </p:cNvPr>
          <p:cNvSpPr/>
          <p:nvPr/>
        </p:nvSpPr>
        <p:spPr>
          <a:xfrm>
            <a:off x="1427998" y="1347066"/>
            <a:ext cx="284689" cy="284690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85954"/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9" name="Freeform 10">
            <a:extLst>
              <a:ext uri="{FF2B5EF4-FFF2-40B4-BE49-F238E27FC236}">
                <a16:creationId xmlns:a16="http://schemas.microsoft.com/office/drawing/2014/main" id="{4F287F0E-B3B0-11E8-1C77-4246FFD44E8C}"/>
              </a:ext>
            </a:extLst>
          </p:cNvPr>
          <p:cNvSpPr/>
          <p:nvPr/>
        </p:nvSpPr>
        <p:spPr>
          <a:xfrm>
            <a:off x="1835411" y="1347066"/>
            <a:ext cx="284689" cy="284690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8C954"/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2" name="Freeform 13">
            <a:extLst>
              <a:ext uri="{FF2B5EF4-FFF2-40B4-BE49-F238E27FC236}">
                <a16:creationId xmlns:a16="http://schemas.microsoft.com/office/drawing/2014/main" id="{066DBC7E-FEAA-7FB0-F06E-5B83D87F4E6B}"/>
              </a:ext>
            </a:extLst>
          </p:cNvPr>
          <p:cNvSpPr/>
          <p:nvPr/>
        </p:nvSpPr>
        <p:spPr>
          <a:xfrm>
            <a:off x="2243926" y="1347066"/>
            <a:ext cx="284689" cy="284690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DCF854"/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3934860-0251-0560-B6B8-C082736476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6270" y="3472298"/>
            <a:ext cx="13441651" cy="239110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FC50040-B00A-8629-BD3B-8FB3FD9F5F8D}"/>
              </a:ext>
            </a:extLst>
          </p:cNvPr>
          <p:cNvSpPr txBox="1"/>
          <p:nvPr/>
        </p:nvSpPr>
        <p:spPr>
          <a:xfrm>
            <a:off x="13563600" y="2309666"/>
            <a:ext cx="16031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Security Events</a:t>
            </a:r>
          </a:p>
        </p:txBody>
      </p:sp>
    </p:spTree>
    <p:extLst>
      <p:ext uri="{BB962C8B-B14F-4D97-AF65-F5344CB8AC3E}">
        <p14:creationId xmlns:p14="http://schemas.microsoft.com/office/powerpoint/2010/main" val="22931882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271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BE08EB-39CD-6416-EC40-9B43C58AC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D6DA7033-7662-3E2D-0783-D8CAFEF203D8}"/>
              </a:ext>
            </a:extLst>
          </p:cNvPr>
          <p:cNvGrpSpPr/>
          <p:nvPr/>
        </p:nvGrpSpPr>
        <p:grpSpPr>
          <a:xfrm>
            <a:off x="1028700" y="1028700"/>
            <a:ext cx="15887700" cy="7696200"/>
            <a:chOff x="0" y="0"/>
            <a:chExt cx="10703931" cy="10972800"/>
          </a:xfrm>
        </p:grpSpPr>
        <p:grpSp>
          <p:nvGrpSpPr>
            <p:cNvPr id="3" name="Group 3">
              <a:extLst>
                <a:ext uri="{FF2B5EF4-FFF2-40B4-BE49-F238E27FC236}">
                  <a16:creationId xmlns:a16="http://schemas.microsoft.com/office/drawing/2014/main" id="{0B000E86-D5D7-ABBF-89F5-32E37B1DBDE2}"/>
                </a:ext>
              </a:extLst>
            </p:cNvPr>
            <p:cNvGrpSpPr/>
            <p:nvPr/>
          </p:nvGrpSpPr>
          <p:grpSpPr>
            <a:xfrm>
              <a:off x="0" y="0"/>
              <a:ext cx="10703931" cy="10972800"/>
              <a:chOff x="0" y="0"/>
              <a:chExt cx="2114357" cy="2167467"/>
            </a:xfrm>
          </p:grpSpPr>
          <p:sp>
            <p:nvSpPr>
              <p:cNvPr id="4" name="Freeform 4">
                <a:extLst>
                  <a:ext uri="{FF2B5EF4-FFF2-40B4-BE49-F238E27FC236}">
                    <a16:creationId xmlns:a16="http://schemas.microsoft.com/office/drawing/2014/main" id="{24B21640-3C0D-5C6C-66D0-ECBBA403FBB4}"/>
                  </a:ext>
                </a:extLst>
              </p:cNvPr>
              <p:cNvSpPr/>
              <p:nvPr/>
            </p:nvSpPr>
            <p:spPr>
              <a:xfrm>
                <a:off x="0" y="0"/>
                <a:ext cx="2114357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2114357" h="2167467">
                    <a:moveTo>
                      <a:pt x="38575" y="0"/>
                    </a:moveTo>
                    <a:lnTo>
                      <a:pt x="2075782" y="0"/>
                    </a:lnTo>
                    <a:cubicBezTo>
                      <a:pt x="2086013" y="0"/>
                      <a:pt x="2095824" y="4064"/>
                      <a:pt x="2103058" y="11298"/>
                    </a:cubicBezTo>
                    <a:cubicBezTo>
                      <a:pt x="2110293" y="18532"/>
                      <a:pt x="2114357" y="28344"/>
                      <a:pt x="2114357" y="38575"/>
                    </a:cubicBezTo>
                    <a:lnTo>
                      <a:pt x="2114357" y="2128892"/>
                    </a:lnTo>
                    <a:cubicBezTo>
                      <a:pt x="2114357" y="2139123"/>
                      <a:pt x="2110293" y="2148934"/>
                      <a:pt x="2103058" y="2156168"/>
                    </a:cubicBezTo>
                    <a:cubicBezTo>
                      <a:pt x="2095824" y="2163403"/>
                      <a:pt x="2086013" y="2167467"/>
                      <a:pt x="2075782" y="2167467"/>
                    </a:cubicBezTo>
                    <a:lnTo>
                      <a:pt x="38575" y="2167467"/>
                    </a:lnTo>
                    <a:cubicBezTo>
                      <a:pt x="28344" y="2167467"/>
                      <a:pt x="18532" y="2163403"/>
                      <a:pt x="11298" y="2156168"/>
                    </a:cubicBezTo>
                    <a:cubicBezTo>
                      <a:pt x="4064" y="2148934"/>
                      <a:pt x="0" y="2139123"/>
                      <a:pt x="0" y="2128892"/>
                    </a:cubicBezTo>
                    <a:lnTo>
                      <a:pt x="0" y="38575"/>
                    </a:lnTo>
                    <a:cubicBezTo>
                      <a:pt x="0" y="28344"/>
                      <a:pt x="4064" y="18532"/>
                      <a:pt x="11298" y="11298"/>
                    </a:cubicBezTo>
                    <a:cubicBezTo>
                      <a:pt x="18532" y="4064"/>
                      <a:pt x="28344" y="0"/>
                      <a:pt x="38575" y="0"/>
                    </a:cubicBezTo>
                    <a:close/>
                  </a:path>
                </a:pathLst>
              </a:custGeom>
              <a:solidFill>
                <a:srgbClr val="F4F8FF"/>
              </a:solidFill>
              <a:ln w="1905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5" name="TextBox 5">
                <a:extLst>
                  <a:ext uri="{FF2B5EF4-FFF2-40B4-BE49-F238E27FC236}">
                    <a16:creationId xmlns:a16="http://schemas.microsoft.com/office/drawing/2014/main" id="{FEE2514B-8DE0-C634-498B-45D05BED1A0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2114357" cy="22055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ts val="2659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p:grp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80F5C3AE-0B91-1240-B88A-59900A699FA5}"/>
                </a:ext>
              </a:extLst>
            </p:cNvPr>
            <p:cNvSpPr txBox="1"/>
            <p:nvPr/>
          </p:nvSpPr>
          <p:spPr>
            <a:xfrm>
              <a:off x="567983" y="442281"/>
              <a:ext cx="308414" cy="3262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47C696AC-D22A-BB67-6F6B-87FCE6F6B967}"/>
                </a:ext>
              </a:extLst>
            </p:cNvPr>
            <p:cNvSpPr txBox="1"/>
            <p:nvPr/>
          </p:nvSpPr>
          <p:spPr>
            <a:xfrm>
              <a:off x="1111201" y="442281"/>
              <a:ext cx="308414" cy="3262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719F8D1A-C2F8-A9C5-B179-208F7A224A5C}"/>
                </a:ext>
              </a:extLst>
            </p:cNvPr>
            <p:cNvSpPr txBox="1"/>
            <p:nvPr/>
          </p:nvSpPr>
          <p:spPr>
            <a:xfrm>
              <a:off x="1655887" y="442281"/>
              <a:ext cx="308414" cy="3262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15" name="Group 15">
            <a:extLst>
              <a:ext uri="{FF2B5EF4-FFF2-40B4-BE49-F238E27FC236}">
                <a16:creationId xmlns:a16="http://schemas.microsoft.com/office/drawing/2014/main" id="{CCE0B6E3-76D3-7935-7802-8FB4557C5C58}"/>
              </a:ext>
            </a:extLst>
          </p:cNvPr>
          <p:cNvGrpSpPr/>
          <p:nvPr/>
        </p:nvGrpSpPr>
        <p:grpSpPr>
          <a:xfrm>
            <a:off x="9231352" y="884039"/>
            <a:ext cx="8027948" cy="8374261"/>
            <a:chOff x="0" y="-192881"/>
            <a:chExt cx="10703931" cy="11165681"/>
          </a:xfrm>
        </p:grpSpPr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B9961D8D-D76B-5FD0-704B-72A873948956}"/>
                </a:ext>
              </a:extLst>
            </p:cNvPr>
            <p:cNvSpPr txBox="1"/>
            <p:nvPr/>
          </p:nvSpPr>
          <p:spPr>
            <a:xfrm>
              <a:off x="0" y="-192881"/>
              <a:ext cx="10703931" cy="1116568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1" name="TextBox 21">
              <a:extLst>
                <a:ext uri="{FF2B5EF4-FFF2-40B4-BE49-F238E27FC236}">
                  <a16:creationId xmlns:a16="http://schemas.microsoft.com/office/drawing/2014/main" id="{92671803-C084-A92A-6726-196B31BA4875}"/>
                </a:ext>
              </a:extLst>
            </p:cNvPr>
            <p:cNvSpPr txBox="1"/>
            <p:nvPr/>
          </p:nvSpPr>
          <p:spPr>
            <a:xfrm>
              <a:off x="567984" y="442281"/>
              <a:ext cx="308413" cy="3262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15D51D37-D4BE-2002-26D5-6A4176AC4043}"/>
                </a:ext>
              </a:extLst>
            </p:cNvPr>
            <p:cNvSpPr txBox="1"/>
            <p:nvPr/>
          </p:nvSpPr>
          <p:spPr>
            <a:xfrm>
              <a:off x="1655888" y="442281"/>
              <a:ext cx="308413" cy="3262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30" name="TextBox 30">
            <a:extLst>
              <a:ext uri="{FF2B5EF4-FFF2-40B4-BE49-F238E27FC236}">
                <a16:creationId xmlns:a16="http://schemas.microsoft.com/office/drawing/2014/main" id="{D3D484BB-B8A6-D7B9-7FF4-A5770F704A3F}"/>
              </a:ext>
            </a:extLst>
          </p:cNvPr>
          <p:cNvSpPr txBox="1"/>
          <p:nvPr/>
        </p:nvSpPr>
        <p:spPr>
          <a:xfrm>
            <a:off x="2111868" y="2145523"/>
            <a:ext cx="1590120" cy="3536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 algn="just">
              <a:lnSpc>
                <a:spcPts val="2376"/>
              </a:lnSpc>
            </a:pPr>
            <a:r>
              <a:rPr lang="en-US" sz="4000" b="1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LOGS!</a:t>
            </a:r>
            <a:r>
              <a:rPr lang="en-US" sz="2000" spc="84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 Light"/>
                <a:sym typeface="Inter Light"/>
              </a:rPr>
              <a:t> </a:t>
            </a:r>
          </a:p>
        </p:txBody>
      </p:sp>
      <p:sp>
        <p:nvSpPr>
          <p:cNvPr id="26" name="Freeform 7">
            <a:extLst>
              <a:ext uri="{FF2B5EF4-FFF2-40B4-BE49-F238E27FC236}">
                <a16:creationId xmlns:a16="http://schemas.microsoft.com/office/drawing/2014/main" id="{F97DC55E-F960-4EBC-5D4F-89CF06623EEA}"/>
              </a:ext>
            </a:extLst>
          </p:cNvPr>
          <p:cNvSpPr/>
          <p:nvPr/>
        </p:nvSpPr>
        <p:spPr>
          <a:xfrm>
            <a:off x="1427998" y="1347066"/>
            <a:ext cx="284689" cy="284690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85954"/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9" name="Freeform 10">
            <a:extLst>
              <a:ext uri="{FF2B5EF4-FFF2-40B4-BE49-F238E27FC236}">
                <a16:creationId xmlns:a16="http://schemas.microsoft.com/office/drawing/2014/main" id="{C51FC32A-EE28-549F-6782-1458C97D0FF5}"/>
              </a:ext>
            </a:extLst>
          </p:cNvPr>
          <p:cNvSpPr/>
          <p:nvPr/>
        </p:nvSpPr>
        <p:spPr>
          <a:xfrm>
            <a:off x="1835411" y="1347066"/>
            <a:ext cx="284689" cy="284690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8C954"/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2" name="Freeform 13">
            <a:extLst>
              <a:ext uri="{FF2B5EF4-FFF2-40B4-BE49-F238E27FC236}">
                <a16:creationId xmlns:a16="http://schemas.microsoft.com/office/drawing/2014/main" id="{A0B8AB01-DE3E-10EC-3F10-701C4E92DF68}"/>
              </a:ext>
            </a:extLst>
          </p:cNvPr>
          <p:cNvSpPr/>
          <p:nvPr/>
        </p:nvSpPr>
        <p:spPr>
          <a:xfrm>
            <a:off x="2243926" y="1347066"/>
            <a:ext cx="284689" cy="284690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DCF854"/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BEA97DE-FD94-2DB2-0948-9A9BB255CC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6270" y="3165331"/>
            <a:ext cx="13507571" cy="196696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3CD2BF2-A75B-B692-ECCA-01443A42B8B6}"/>
              </a:ext>
            </a:extLst>
          </p:cNvPr>
          <p:cNvSpPr txBox="1"/>
          <p:nvPr/>
        </p:nvSpPr>
        <p:spPr>
          <a:xfrm>
            <a:off x="9989594" y="2298814"/>
            <a:ext cx="6310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Forward Traffic shows </a:t>
            </a:r>
            <a:r>
              <a:rPr lang="en-US" dirty="0">
                <a:solidFill>
                  <a:srgbClr val="FF0000"/>
                </a:solidFill>
              </a:rPr>
              <a:t>Working Day (Web Filter) </a:t>
            </a:r>
            <a:r>
              <a:rPr lang="en-US" dirty="0">
                <a:sym typeface="Wingdings" panose="05000000000000000000" pitchFamily="2" charset="2"/>
              </a:rPr>
              <a:t> </a:t>
            </a:r>
            <a:r>
              <a:rPr lang="en-US" dirty="0"/>
              <a:t>Firewall Policy</a:t>
            </a:r>
          </a:p>
        </p:txBody>
      </p:sp>
    </p:spTree>
    <p:extLst>
      <p:ext uri="{BB962C8B-B14F-4D97-AF65-F5344CB8AC3E}">
        <p14:creationId xmlns:p14="http://schemas.microsoft.com/office/powerpoint/2010/main" val="28661788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271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1944B7-7319-39D5-B3D9-3A641D522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10928E04-216D-9FE6-5A58-D6FC48069168}"/>
              </a:ext>
            </a:extLst>
          </p:cNvPr>
          <p:cNvGrpSpPr/>
          <p:nvPr/>
        </p:nvGrpSpPr>
        <p:grpSpPr>
          <a:xfrm>
            <a:off x="1028700" y="1028700"/>
            <a:ext cx="16230600" cy="8229600"/>
            <a:chOff x="0" y="0"/>
            <a:chExt cx="4274726" cy="2167467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22B40ACC-2A46-8736-B942-5232648D6171}"/>
                </a:ext>
              </a:extLst>
            </p:cNvPr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>
                  <a:moveTo>
                    <a:pt x="19080" y="0"/>
                  </a:moveTo>
                  <a:lnTo>
                    <a:pt x="4255646" y="0"/>
                  </a:lnTo>
                  <a:cubicBezTo>
                    <a:pt x="4266183" y="0"/>
                    <a:pt x="4274726" y="8542"/>
                    <a:pt x="4274726" y="19080"/>
                  </a:cubicBezTo>
                  <a:lnTo>
                    <a:pt x="4274726" y="2148387"/>
                  </a:lnTo>
                  <a:cubicBezTo>
                    <a:pt x="4274726" y="2158924"/>
                    <a:pt x="4266183" y="2167467"/>
                    <a:pt x="4255646" y="2167467"/>
                  </a:cubicBezTo>
                  <a:lnTo>
                    <a:pt x="19080" y="2167467"/>
                  </a:lnTo>
                  <a:cubicBezTo>
                    <a:pt x="8542" y="2167467"/>
                    <a:pt x="0" y="2158924"/>
                    <a:pt x="0" y="2148387"/>
                  </a:cubicBezTo>
                  <a:lnTo>
                    <a:pt x="0" y="19080"/>
                  </a:lnTo>
                  <a:cubicBezTo>
                    <a:pt x="0" y="8542"/>
                    <a:pt x="8542" y="0"/>
                    <a:pt x="19080" y="0"/>
                  </a:cubicBezTo>
                  <a:close/>
                </a:path>
              </a:pathLst>
            </a:custGeom>
            <a:solidFill>
              <a:srgbClr val="F4F8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1C04DC1E-850B-DEB2-3936-8AD978F4FDC3}"/>
                </a:ext>
              </a:extLst>
            </p:cNvPr>
            <p:cNvSpPr txBox="1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1AC636C8-0D09-194A-9680-C8B376D9ADD6}"/>
              </a:ext>
            </a:extLst>
          </p:cNvPr>
          <p:cNvGrpSpPr/>
          <p:nvPr/>
        </p:nvGrpSpPr>
        <p:grpSpPr>
          <a:xfrm>
            <a:off x="1427998" y="1347066"/>
            <a:ext cx="284690" cy="284690"/>
            <a:chOff x="0" y="0"/>
            <a:chExt cx="812800" cy="812800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90EA2115-22C9-A934-6C19-CC8E091BAE84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59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6C6160F7-2085-D0C5-82C8-72E32C75600B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58280951-306F-F32E-BAE6-C3EDC126FD99}"/>
              </a:ext>
            </a:extLst>
          </p:cNvPr>
          <p:cNvGrpSpPr/>
          <p:nvPr/>
        </p:nvGrpSpPr>
        <p:grpSpPr>
          <a:xfrm>
            <a:off x="1835411" y="1347066"/>
            <a:ext cx="284690" cy="284690"/>
            <a:chOff x="0" y="0"/>
            <a:chExt cx="812800" cy="81280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3C1306BD-C883-517A-0A31-C51711B9FB2E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C9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23309C1C-E3C7-E51C-90CC-78AC76A7CFFC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2BABBA50-D835-97A6-7267-B6067E36B902}"/>
              </a:ext>
            </a:extLst>
          </p:cNvPr>
          <p:cNvGrpSpPr/>
          <p:nvPr/>
        </p:nvGrpSpPr>
        <p:grpSpPr>
          <a:xfrm>
            <a:off x="2243926" y="1347066"/>
            <a:ext cx="284690" cy="284690"/>
            <a:chOff x="0" y="0"/>
            <a:chExt cx="812800" cy="8128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AEC07201-00ED-A2F1-45AA-84A23C263617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CF8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27104FFA-CA91-CC2C-2E88-3DD1ED12E199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1" name="Freeform 21">
            <a:extLst>
              <a:ext uri="{FF2B5EF4-FFF2-40B4-BE49-F238E27FC236}">
                <a16:creationId xmlns:a16="http://schemas.microsoft.com/office/drawing/2014/main" id="{C8DE2BF4-AF2A-8224-7936-77F379BAD67B}"/>
              </a:ext>
            </a:extLst>
          </p:cNvPr>
          <p:cNvSpPr/>
          <p:nvPr/>
        </p:nvSpPr>
        <p:spPr>
          <a:xfrm>
            <a:off x="8446822" y="4271612"/>
            <a:ext cx="1394355" cy="1743775"/>
          </a:xfrm>
          <a:custGeom>
            <a:avLst/>
            <a:gdLst/>
            <a:ahLst/>
            <a:cxnLst/>
            <a:rect l="l" t="t" r="r" b="b"/>
            <a:pathLst>
              <a:path w="197909" h="268103">
                <a:moveTo>
                  <a:pt x="0" y="0"/>
                </a:moveTo>
                <a:lnTo>
                  <a:pt x="197910" y="0"/>
                </a:lnTo>
                <a:lnTo>
                  <a:pt x="197910" y="268104"/>
                </a:lnTo>
                <a:lnTo>
                  <a:pt x="0" y="26810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F84FEA1-A3AC-8CAF-D0CA-BD35B4F96291}"/>
              </a:ext>
            </a:extLst>
          </p:cNvPr>
          <p:cNvSpPr txBox="1"/>
          <p:nvPr/>
        </p:nvSpPr>
        <p:spPr>
          <a:xfrm>
            <a:off x="1862100" y="2485595"/>
            <a:ext cx="14216099" cy="123739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 algn="ctr">
              <a:spcBef>
                <a:spcPct val="0"/>
              </a:spcBef>
            </a:pPr>
            <a:r>
              <a:rPr lang="en-US" sz="8041" b="1" dirty="0">
                <a:solidFill>
                  <a:srgbClr val="000000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Application Control Profile</a:t>
            </a:r>
          </a:p>
        </p:txBody>
      </p:sp>
    </p:spTree>
    <p:extLst>
      <p:ext uri="{BB962C8B-B14F-4D97-AF65-F5344CB8AC3E}">
        <p14:creationId xmlns:p14="http://schemas.microsoft.com/office/powerpoint/2010/main" val="27012462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271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F367AB-6EEE-B2A4-BEE6-C6A68F50E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1D825167-2481-0BD8-A80D-78C5AAF71109}"/>
              </a:ext>
            </a:extLst>
          </p:cNvPr>
          <p:cNvGrpSpPr/>
          <p:nvPr/>
        </p:nvGrpSpPr>
        <p:grpSpPr>
          <a:xfrm>
            <a:off x="1028700" y="1028700"/>
            <a:ext cx="16230600" cy="8229600"/>
            <a:chOff x="0" y="0"/>
            <a:chExt cx="4274726" cy="2167467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24F5D72-4409-E04A-B557-F022E26995D7}"/>
                </a:ext>
              </a:extLst>
            </p:cNvPr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>
                  <a:moveTo>
                    <a:pt x="19080" y="0"/>
                  </a:moveTo>
                  <a:lnTo>
                    <a:pt x="4255646" y="0"/>
                  </a:lnTo>
                  <a:cubicBezTo>
                    <a:pt x="4266183" y="0"/>
                    <a:pt x="4274726" y="8542"/>
                    <a:pt x="4274726" y="19080"/>
                  </a:cubicBezTo>
                  <a:lnTo>
                    <a:pt x="4274726" y="2148387"/>
                  </a:lnTo>
                  <a:cubicBezTo>
                    <a:pt x="4274726" y="2158924"/>
                    <a:pt x="4266183" y="2167467"/>
                    <a:pt x="4255646" y="2167467"/>
                  </a:cubicBezTo>
                  <a:lnTo>
                    <a:pt x="19080" y="2167467"/>
                  </a:lnTo>
                  <a:cubicBezTo>
                    <a:pt x="8542" y="2167467"/>
                    <a:pt x="0" y="2158924"/>
                    <a:pt x="0" y="2148387"/>
                  </a:cubicBezTo>
                  <a:lnTo>
                    <a:pt x="0" y="19080"/>
                  </a:lnTo>
                  <a:cubicBezTo>
                    <a:pt x="0" y="8542"/>
                    <a:pt x="8542" y="0"/>
                    <a:pt x="19080" y="0"/>
                  </a:cubicBezTo>
                  <a:close/>
                </a:path>
              </a:pathLst>
            </a:custGeom>
            <a:solidFill>
              <a:srgbClr val="F4F8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1FE715B3-F1F4-E607-84DD-7EE61581AD57}"/>
                </a:ext>
              </a:extLst>
            </p:cNvPr>
            <p:cNvSpPr txBox="1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3FF61FDD-5E25-9D70-2761-C1E95D38F2B1}"/>
              </a:ext>
            </a:extLst>
          </p:cNvPr>
          <p:cNvGrpSpPr/>
          <p:nvPr/>
        </p:nvGrpSpPr>
        <p:grpSpPr>
          <a:xfrm>
            <a:off x="1427998" y="1347066"/>
            <a:ext cx="284690" cy="284690"/>
            <a:chOff x="0" y="0"/>
            <a:chExt cx="812800" cy="812800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55BF2C12-1E80-E2A9-8B88-1E81E6CF38AA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59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E7A8A8F6-92D9-46D6-B6B5-51E652017D4C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2576F63E-A9F9-EC16-6ECF-73C33711E6F6}"/>
              </a:ext>
            </a:extLst>
          </p:cNvPr>
          <p:cNvGrpSpPr/>
          <p:nvPr/>
        </p:nvGrpSpPr>
        <p:grpSpPr>
          <a:xfrm>
            <a:off x="1835411" y="1347066"/>
            <a:ext cx="284690" cy="284690"/>
            <a:chOff x="0" y="0"/>
            <a:chExt cx="812800" cy="81280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155DADE1-074E-F6CB-F025-0DD93F07E6AB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C9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416BAF2C-A065-78CB-5F58-3115B1FE94BB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6F7AD155-EE4E-798C-EF69-EE8FFAE18B1A}"/>
              </a:ext>
            </a:extLst>
          </p:cNvPr>
          <p:cNvGrpSpPr/>
          <p:nvPr/>
        </p:nvGrpSpPr>
        <p:grpSpPr>
          <a:xfrm>
            <a:off x="2243926" y="1347066"/>
            <a:ext cx="284690" cy="284690"/>
            <a:chOff x="0" y="0"/>
            <a:chExt cx="812800" cy="8128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802FA116-2731-DFF6-46D1-4AA2EB652B76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CF8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772555C1-C8DF-B906-9FFD-B4664B594D80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493CDB61-1BB7-E8CD-4310-022BA9DAF049}"/>
              </a:ext>
            </a:extLst>
          </p:cNvPr>
          <p:cNvGrpSpPr/>
          <p:nvPr/>
        </p:nvGrpSpPr>
        <p:grpSpPr>
          <a:xfrm>
            <a:off x="1335296" y="1956679"/>
            <a:ext cx="15419497" cy="6925551"/>
            <a:chOff x="0" y="0"/>
            <a:chExt cx="4061102" cy="1824013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54157145-38A9-7E5F-A10F-6FD696482B66}"/>
                </a:ext>
              </a:extLst>
            </p:cNvPr>
            <p:cNvSpPr/>
            <p:nvPr/>
          </p:nvSpPr>
          <p:spPr>
            <a:xfrm>
              <a:off x="0" y="0"/>
              <a:ext cx="4061102" cy="1824013"/>
            </a:xfrm>
            <a:custGeom>
              <a:avLst/>
              <a:gdLst/>
              <a:ahLst/>
              <a:cxnLst/>
              <a:rect l="l" t="t" r="r" b="b"/>
              <a:pathLst>
                <a:path w="4061102" h="1824013">
                  <a:moveTo>
                    <a:pt x="20083" y="0"/>
                  </a:moveTo>
                  <a:lnTo>
                    <a:pt x="4041019" y="0"/>
                  </a:lnTo>
                  <a:cubicBezTo>
                    <a:pt x="4052110" y="0"/>
                    <a:pt x="4061102" y="8992"/>
                    <a:pt x="4061102" y="20083"/>
                  </a:cubicBezTo>
                  <a:lnTo>
                    <a:pt x="4061102" y="1803930"/>
                  </a:lnTo>
                  <a:cubicBezTo>
                    <a:pt x="4061102" y="1815022"/>
                    <a:pt x="4052110" y="1824013"/>
                    <a:pt x="4041019" y="1824013"/>
                  </a:cubicBezTo>
                  <a:lnTo>
                    <a:pt x="20083" y="1824013"/>
                  </a:lnTo>
                  <a:cubicBezTo>
                    <a:pt x="8992" y="1824013"/>
                    <a:pt x="0" y="1815022"/>
                    <a:pt x="0" y="1803930"/>
                  </a:cubicBezTo>
                  <a:lnTo>
                    <a:pt x="0" y="20083"/>
                  </a:lnTo>
                  <a:cubicBezTo>
                    <a:pt x="0" y="8992"/>
                    <a:pt x="8992" y="0"/>
                    <a:pt x="20083" y="0"/>
                  </a:cubicBezTo>
                  <a:close/>
                </a:path>
              </a:pathLst>
            </a:custGeom>
            <a:solidFill>
              <a:srgbClr val="F4F8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2B6DCF36-71D3-49BD-DC55-63CF7627995F}"/>
                </a:ext>
              </a:extLst>
            </p:cNvPr>
            <p:cNvSpPr txBox="1"/>
            <p:nvPr/>
          </p:nvSpPr>
          <p:spPr>
            <a:xfrm>
              <a:off x="0" y="-38100"/>
              <a:ext cx="4061102" cy="18621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A4E94AE3-8A54-4F38-FEBF-E2BFD704E10C}"/>
              </a:ext>
            </a:extLst>
          </p:cNvPr>
          <p:cNvSpPr txBox="1"/>
          <p:nvPr/>
        </p:nvSpPr>
        <p:spPr>
          <a:xfrm>
            <a:off x="1862100" y="2485595"/>
            <a:ext cx="14216099" cy="123739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 algn="ctr">
              <a:spcBef>
                <a:spcPct val="0"/>
              </a:spcBef>
            </a:pPr>
            <a:r>
              <a:rPr lang="en-US" sz="8041" b="1" dirty="0">
                <a:solidFill>
                  <a:srgbClr val="000000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Application Control Profile</a:t>
            </a:r>
          </a:p>
        </p:txBody>
      </p:sp>
      <p:sp>
        <p:nvSpPr>
          <p:cNvPr id="17" name="Freeform 60">
            <a:extLst>
              <a:ext uri="{FF2B5EF4-FFF2-40B4-BE49-F238E27FC236}">
                <a16:creationId xmlns:a16="http://schemas.microsoft.com/office/drawing/2014/main" id="{B1DEAE45-EE55-EF6A-F9F2-B642DE9F0E77}"/>
              </a:ext>
            </a:extLst>
          </p:cNvPr>
          <p:cNvSpPr/>
          <p:nvPr/>
        </p:nvSpPr>
        <p:spPr>
          <a:xfrm>
            <a:off x="7704290" y="4288883"/>
            <a:ext cx="2125510" cy="1709234"/>
          </a:xfrm>
          <a:custGeom>
            <a:avLst/>
            <a:gdLst/>
            <a:ahLst/>
            <a:cxnLst/>
            <a:rect l="l" t="t" r="r" b="b"/>
            <a:pathLst>
              <a:path w="1821917" h="1599975">
                <a:moveTo>
                  <a:pt x="0" y="0"/>
                </a:moveTo>
                <a:lnTo>
                  <a:pt x="1821917" y="0"/>
                </a:lnTo>
                <a:lnTo>
                  <a:pt x="1821917" y="1599975"/>
                </a:lnTo>
                <a:lnTo>
                  <a:pt x="0" y="159997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563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271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085F4B6-FA59-4442-C56A-E2B0E94D0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FFAFACB1-B342-8B9E-1FD2-6905F2064AB6}"/>
              </a:ext>
            </a:extLst>
          </p:cNvPr>
          <p:cNvGrpSpPr/>
          <p:nvPr/>
        </p:nvGrpSpPr>
        <p:grpSpPr>
          <a:xfrm>
            <a:off x="1028700" y="1028700"/>
            <a:ext cx="16230600" cy="8229600"/>
            <a:chOff x="0" y="0"/>
            <a:chExt cx="4274726" cy="2167467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122FFB9B-ED1A-0251-241F-9A6188302D01}"/>
                </a:ext>
              </a:extLst>
            </p:cNvPr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>
                  <a:moveTo>
                    <a:pt x="19080" y="0"/>
                  </a:moveTo>
                  <a:lnTo>
                    <a:pt x="4255646" y="0"/>
                  </a:lnTo>
                  <a:cubicBezTo>
                    <a:pt x="4266183" y="0"/>
                    <a:pt x="4274726" y="8542"/>
                    <a:pt x="4274726" y="19080"/>
                  </a:cubicBezTo>
                  <a:lnTo>
                    <a:pt x="4274726" y="2148387"/>
                  </a:lnTo>
                  <a:cubicBezTo>
                    <a:pt x="4274726" y="2158924"/>
                    <a:pt x="4266183" y="2167467"/>
                    <a:pt x="4255646" y="2167467"/>
                  </a:cubicBezTo>
                  <a:lnTo>
                    <a:pt x="19080" y="2167467"/>
                  </a:lnTo>
                  <a:cubicBezTo>
                    <a:pt x="8542" y="2167467"/>
                    <a:pt x="0" y="2158924"/>
                    <a:pt x="0" y="2148387"/>
                  </a:cubicBezTo>
                  <a:lnTo>
                    <a:pt x="0" y="19080"/>
                  </a:lnTo>
                  <a:cubicBezTo>
                    <a:pt x="0" y="8542"/>
                    <a:pt x="8542" y="0"/>
                    <a:pt x="19080" y="0"/>
                  </a:cubicBezTo>
                  <a:close/>
                </a:path>
              </a:pathLst>
            </a:custGeom>
            <a:solidFill>
              <a:srgbClr val="F4F8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FF72F9D6-94C6-FF57-6C66-B2686C93E24C}"/>
                </a:ext>
              </a:extLst>
            </p:cNvPr>
            <p:cNvSpPr txBox="1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BEF84CE8-0FD9-2D07-6848-FD466964680E}"/>
              </a:ext>
            </a:extLst>
          </p:cNvPr>
          <p:cNvGrpSpPr/>
          <p:nvPr/>
        </p:nvGrpSpPr>
        <p:grpSpPr>
          <a:xfrm>
            <a:off x="1427998" y="1347066"/>
            <a:ext cx="284690" cy="284690"/>
            <a:chOff x="0" y="0"/>
            <a:chExt cx="812800" cy="812800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E7378718-766E-4ED4-4705-BE971F7BE484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59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E286A8F6-7DC8-7892-5B8F-CD645D15BC38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71BF4344-BAD5-FFE2-655B-04DFE36AC51F}"/>
              </a:ext>
            </a:extLst>
          </p:cNvPr>
          <p:cNvGrpSpPr/>
          <p:nvPr/>
        </p:nvGrpSpPr>
        <p:grpSpPr>
          <a:xfrm>
            <a:off x="1835411" y="1347066"/>
            <a:ext cx="284690" cy="284690"/>
            <a:chOff x="0" y="0"/>
            <a:chExt cx="812800" cy="81280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C145535B-7B6B-66F9-BBEF-6A56F3090A56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C9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58207CD3-D089-7F2C-9556-1B2C7680CD28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4352AB4F-DE90-FE7F-4A36-50BDF85AD9F1}"/>
              </a:ext>
            </a:extLst>
          </p:cNvPr>
          <p:cNvGrpSpPr/>
          <p:nvPr/>
        </p:nvGrpSpPr>
        <p:grpSpPr>
          <a:xfrm>
            <a:off x="2243926" y="1347066"/>
            <a:ext cx="284690" cy="284690"/>
            <a:chOff x="0" y="0"/>
            <a:chExt cx="812800" cy="8128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957FC959-4105-92D8-BF84-9FD5261926A3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CF8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B52E133C-8187-12AD-B843-5128F2B1F6AD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009D6E02-31D4-4C05-98F9-DAB2F2AC388A}"/>
              </a:ext>
            </a:extLst>
          </p:cNvPr>
          <p:cNvGrpSpPr/>
          <p:nvPr/>
        </p:nvGrpSpPr>
        <p:grpSpPr>
          <a:xfrm>
            <a:off x="1335296" y="1956679"/>
            <a:ext cx="15419497" cy="6925551"/>
            <a:chOff x="0" y="0"/>
            <a:chExt cx="4061102" cy="1824013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4FCEDE5A-2B0D-2725-8113-3A1E6C814C20}"/>
                </a:ext>
              </a:extLst>
            </p:cNvPr>
            <p:cNvSpPr/>
            <p:nvPr/>
          </p:nvSpPr>
          <p:spPr>
            <a:xfrm>
              <a:off x="0" y="0"/>
              <a:ext cx="4061102" cy="1824013"/>
            </a:xfrm>
            <a:custGeom>
              <a:avLst/>
              <a:gdLst/>
              <a:ahLst/>
              <a:cxnLst/>
              <a:rect l="l" t="t" r="r" b="b"/>
              <a:pathLst>
                <a:path w="4061102" h="1824013">
                  <a:moveTo>
                    <a:pt x="20083" y="0"/>
                  </a:moveTo>
                  <a:lnTo>
                    <a:pt x="4041019" y="0"/>
                  </a:lnTo>
                  <a:cubicBezTo>
                    <a:pt x="4052110" y="0"/>
                    <a:pt x="4061102" y="8992"/>
                    <a:pt x="4061102" y="20083"/>
                  </a:cubicBezTo>
                  <a:lnTo>
                    <a:pt x="4061102" y="1803930"/>
                  </a:lnTo>
                  <a:cubicBezTo>
                    <a:pt x="4061102" y="1815022"/>
                    <a:pt x="4052110" y="1824013"/>
                    <a:pt x="4041019" y="1824013"/>
                  </a:cubicBezTo>
                  <a:lnTo>
                    <a:pt x="20083" y="1824013"/>
                  </a:lnTo>
                  <a:cubicBezTo>
                    <a:pt x="8992" y="1824013"/>
                    <a:pt x="0" y="1815022"/>
                    <a:pt x="0" y="1803930"/>
                  </a:cubicBezTo>
                  <a:lnTo>
                    <a:pt x="0" y="20083"/>
                  </a:lnTo>
                  <a:cubicBezTo>
                    <a:pt x="0" y="8992"/>
                    <a:pt x="8992" y="0"/>
                    <a:pt x="20083" y="0"/>
                  </a:cubicBezTo>
                  <a:close/>
                </a:path>
              </a:pathLst>
            </a:custGeom>
            <a:solidFill>
              <a:srgbClr val="F4F8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C65B26D7-A917-8827-FEBA-0ABFEAE98F6A}"/>
                </a:ext>
              </a:extLst>
            </p:cNvPr>
            <p:cNvSpPr txBox="1"/>
            <p:nvPr/>
          </p:nvSpPr>
          <p:spPr>
            <a:xfrm>
              <a:off x="0" y="-38100"/>
              <a:ext cx="4061102" cy="18621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17" name="TextBox 17">
            <a:extLst>
              <a:ext uri="{FF2B5EF4-FFF2-40B4-BE49-F238E27FC236}">
                <a16:creationId xmlns:a16="http://schemas.microsoft.com/office/drawing/2014/main" id="{314F150C-4BFE-7B37-57E7-13E2F5E22F33}"/>
              </a:ext>
            </a:extLst>
          </p:cNvPr>
          <p:cNvSpPr txBox="1"/>
          <p:nvPr/>
        </p:nvSpPr>
        <p:spPr>
          <a:xfrm>
            <a:off x="1862100" y="2485595"/>
            <a:ext cx="14216099" cy="123739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 algn="ctr">
              <a:spcBef>
                <a:spcPct val="0"/>
              </a:spcBef>
            </a:pPr>
            <a:r>
              <a:rPr lang="en-US" sz="8041" b="1" dirty="0">
                <a:solidFill>
                  <a:srgbClr val="000000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Application Control Profile</a:t>
            </a:r>
          </a:p>
        </p:txBody>
      </p:sp>
      <p:sp>
        <p:nvSpPr>
          <p:cNvPr id="18" name="AutoShape 18">
            <a:extLst>
              <a:ext uri="{FF2B5EF4-FFF2-40B4-BE49-F238E27FC236}">
                <a16:creationId xmlns:a16="http://schemas.microsoft.com/office/drawing/2014/main" id="{AF3BF448-F186-97B5-CA03-188D71BF39CD}"/>
              </a:ext>
            </a:extLst>
          </p:cNvPr>
          <p:cNvSpPr/>
          <p:nvPr/>
        </p:nvSpPr>
        <p:spPr>
          <a:xfrm flipV="1">
            <a:off x="1427998" y="5133975"/>
            <a:ext cx="15419497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91459BA-36DC-FD51-100C-595025A3C01B}"/>
              </a:ext>
            </a:extLst>
          </p:cNvPr>
          <p:cNvSpPr txBox="1"/>
          <p:nvPr/>
        </p:nvSpPr>
        <p:spPr>
          <a:xfrm>
            <a:off x="5771543" y="6063566"/>
            <a:ext cx="6732407" cy="4595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3919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99" b="0" i="0" u="none" strike="noStrike" kern="1200" cap="none" spc="148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/>
                <a:ea typeface="Inter"/>
                <a:cs typeface="Inter"/>
                <a:sym typeface="Inter"/>
              </a:rPr>
              <a:t>What is it?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FF01A1B3-10B3-0B3F-A2DE-9BF8563592AC}"/>
              </a:ext>
            </a:extLst>
          </p:cNvPr>
          <p:cNvSpPr txBox="1"/>
          <p:nvPr/>
        </p:nvSpPr>
        <p:spPr>
          <a:xfrm>
            <a:off x="2736535" y="6902938"/>
            <a:ext cx="12802424" cy="6155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ctr">
              <a:lnSpc>
                <a:spcPts val="2376"/>
              </a:lnSpc>
            </a:pPr>
            <a:r>
              <a:rPr lang="en-US" sz="2000" dirty="0">
                <a:latin typeface="Inter Light" panose="020B0604020202020204" charset="0"/>
                <a:ea typeface="Inter Light" panose="020B0604020202020204" charset="0"/>
              </a:rPr>
              <a:t>It is a security profile used to identify, allow, block, or shape traffic based on the application being used, not just ports or IPs.</a:t>
            </a:r>
            <a:endParaRPr kumimoji="0" lang="en-US" sz="2000" i="0" u="none" strike="noStrike" kern="1200" cap="none" spc="84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 Light" panose="020B0604020202020204" charset="0"/>
              <a:ea typeface="Inter Light" panose="020B0604020202020204" charset="0"/>
              <a:cs typeface="Inter Light"/>
              <a:sym typeface="Inter Light"/>
            </a:endParaRPr>
          </a:p>
        </p:txBody>
      </p:sp>
      <p:sp>
        <p:nvSpPr>
          <p:cNvPr id="21" name="Freeform 21">
            <a:extLst>
              <a:ext uri="{FF2B5EF4-FFF2-40B4-BE49-F238E27FC236}">
                <a16:creationId xmlns:a16="http://schemas.microsoft.com/office/drawing/2014/main" id="{701E2703-A9D3-7B87-82EE-B629A9CBFD8E}"/>
              </a:ext>
            </a:extLst>
          </p:cNvPr>
          <p:cNvSpPr/>
          <p:nvPr/>
        </p:nvSpPr>
        <p:spPr>
          <a:xfrm>
            <a:off x="9045045" y="4999923"/>
            <a:ext cx="197909" cy="268103"/>
          </a:xfrm>
          <a:custGeom>
            <a:avLst/>
            <a:gdLst/>
            <a:ahLst/>
            <a:cxnLst/>
            <a:rect l="l" t="t" r="r" b="b"/>
            <a:pathLst>
              <a:path w="197909" h="268103">
                <a:moveTo>
                  <a:pt x="0" y="0"/>
                </a:moveTo>
                <a:lnTo>
                  <a:pt x="197910" y="0"/>
                </a:lnTo>
                <a:lnTo>
                  <a:pt x="197910" y="268104"/>
                </a:lnTo>
                <a:lnTo>
                  <a:pt x="0" y="26810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003965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271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386756-A5CA-D0F8-D0FA-E57215610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F1C4B5C1-8EF2-638C-A9DA-0CA982530A43}"/>
              </a:ext>
            </a:extLst>
          </p:cNvPr>
          <p:cNvGrpSpPr/>
          <p:nvPr/>
        </p:nvGrpSpPr>
        <p:grpSpPr>
          <a:xfrm>
            <a:off x="1028700" y="1028700"/>
            <a:ext cx="16230600" cy="8229600"/>
            <a:chOff x="0" y="0"/>
            <a:chExt cx="4274726" cy="2167467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2EA89DAB-D4F3-3E53-9AEF-B8E2EB9ACE6F}"/>
                </a:ext>
              </a:extLst>
            </p:cNvPr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>
                  <a:moveTo>
                    <a:pt x="19080" y="0"/>
                  </a:moveTo>
                  <a:lnTo>
                    <a:pt x="4255646" y="0"/>
                  </a:lnTo>
                  <a:cubicBezTo>
                    <a:pt x="4266183" y="0"/>
                    <a:pt x="4274726" y="8542"/>
                    <a:pt x="4274726" y="19080"/>
                  </a:cubicBezTo>
                  <a:lnTo>
                    <a:pt x="4274726" y="2148387"/>
                  </a:lnTo>
                  <a:cubicBezTo>
                    <a:pt x="4274726" y="2158924"/>
                    <a:pt x="4266183" y="2167467"/>
                    <a:pt x="4255646" y="2167467"/>
                  </a:cubicBezTo>
                  <a:lnTo>
                    <a:pt x="19080" y="2167467"/>
                  </a:lnTo>
                  <a:cubicBezTo>
                    <a:pt x="8542" y="2167467"/>
                    <a:pt x="0" y="2158924"/>
                    <a:pt x="0" y="2148387"/>
                  </a:cubicBezTo>
                  <a:lnTo>
                    <a:pt x="0" y="19080"/>
                  </a:lnTo>
                  <a:cubicBezTo>
                    <a:pt x="0" y="8542"/>
                    <a:pt x="8542" y="0"/>
                    <a:pt x="19080" y="0"/>
                  </a:cubicBezTo>
                  <a:close/>
                </a:path>
              </a:pathLst>
            </a:custGeom>
            <a:solidFill>
              <a:srgbClr val="F4F8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44BF5C8-3BF3-220F-287D-E59E26ED9FF7}"/>
                </a:ext>
              </a:extLst>
            </p:cNvPr>
            <p:cNvSpPr txBox="1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ECF0033F-E0CD-860B-280F-815CB3D3DFAD}"/>
              </a:ext>
            </a:extLst>
          </p:cNvPr>
          <p:cNvGrpSpPr/>
          <p:nvPr/>
        </p:nvGrpSpPr>
        <p:grpSpPr>
          <a:xfrm>
            <a:off x="1427998" y="1347066"/>
            <a:ext cx="284690" cy="284690"/>
            <a:chOff x="0" y="0"/>
            <a:chExt cx="812800" cy="812800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266C64D-73AE-27C9-5930-8C9A38ED657E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59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5B4A0576-199C-CC0B-1891-F5C852F10493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88C0EE75-5721-3427-3D33-1EAFAE04672F}"/>
              </a:ext>
            </a:extLst>
          </p:cNvPr>
          <p:cNvGrpSpPr/>
          <p:nvPr/>
        </p:nvGrpSpPr>
        <p:grpSpPr>
          <a:xfrm>
            <a:off x="1835411" y="1347066"/>
            <a:ext cx="284690" cy="284690"/>
            <a:chOff x="0" y="0"/>
            <a:chExt cx="812800" cy="81280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451B5746-00C0-80C1-BEF3-49442E005B23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C9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1E33B929-72E5-4835-90AC-A03332DD3996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8F674C42-E5EB-3BB6-FE47-31F8BC5A8FD9}"/>
              </a:ext>
            </a:extLst>
          </p:cNvPr>
          <p:cNvGrpSpPr/>
          <p:nvPr/>
        </p:nvGrpSpPr>
        <p:grpSpPr>
          <a:xfrm>
            <a:off x="2243926" y="1347066"/>
            <a:ext cx="284690" cy="284690"/>
            <a:chOff x="0" y="0"/>
            <a:chExt cx="812800" cy="8128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3C9D2140-AA68-CED8-FB0D-8D06453D1EE1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CF8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0CD57F51-5C19-056E-6857-88DDBBC8403F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CFA085AC-1749-AC56-4E85-D5AEB29D38D8}"/>
              </a:ext>
            </a:extLst>
          </p:cNvPr>
          <p:cNvGrpSpPr/>
          <p:nvPr/>
        </p:nvGrpSpPr>
        <p:grpSpPr>
          <a:xfrm>
            <a:off x="1335296" y="1956679"/>
            <a:ext cx="15419497" cy="6925551"/>
            <a:chOff x="0" y="0"/>
            <a:chExt cx="4061102" cy="1824013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56F3571D-7B40-0C8E-4DDD-207F8FC1E8A7}"/>
                </a:ext>
              </a:extLst>
            </p:cNvPr>
            <p:cNvSpPr/>
            <p:nvPr/>
          </p:nvSpPr>
          <p:spPr>
            <a:xfrm>
              <a:off x="0" y="0"/>
              <a:ext cx="4061102" cy="1824013"/>
            </a:xfrm>
            <a:custGeom>
              <a:avLst/>
              <a:gdLst/>
              <a:ahLst/>
              <a:cxnLst/>
              <a:rect l="l" t="t" r="r" b="b"/>
              <a:pathLst>
                <a:path w="4061102" h="1824013">
                  <a:moveTo>
                    <a:pt x="20083" y="0"/>
                  </a:moveTo>
                  <a:lnTo>
                    <a:pt x="4041019" y="0"/>
                  </a:lnTo>
                  <a:cubicBezTo>
                    <a:pt x="4052110" y="0"/>
                    <a:pt x="4061102" y="8992"/>
                    <a:pt x="4061102" y="20083"/>
                  </a:cubicBezTo>
                  <a:lnTo>
                    <a:pt x="4061102" y="1803930"/>
                  </a:lnTo>
                  <a:cubicBezTo>
                    <a:pt x="4061102" y="1815022"/>
                    <a:pt x="4052110" y="1824013"/>
                    <a:pt x="4041019" y="1824013"/>
                  </a:cubicBezTo>
                  <a:lnTo>
                    <a:pt x="20083" y="1824013"/>
                  </a:lnTo>
                  <a:cubicBezTo>
                    <a:pt x="8992" y="1824013"/>
                    <a:pt x="0" y="1815022"/>
                    <a:pt x="0" y="1803930"/>
                  </a:cubicBezTo>
                  <a:lnTo>
                    <a:pt x="0" y="20083"/>
                  </a:lnTo>
                  <a:cubicBezTo>
                    <a:pt x="0" y="8992"/>
                    <a:pt x="8992" y="0"/>
                    <a:pt x="20083" y="0"/>
                  </a:cubicBezTo>
                  <a:close/>
                </a:path>
              </a:pathLst>
            </a:custGeom>
            <a:solidFill>
              <a:srgbClr val="F4F8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690258D4-8C99-41F5-C506-860EB32EC9E3}"/>
                </a:ext>
              </a:extLst>
            </p:cNvPr>
            <p:cNvSpPr txBox="1"/>
            <p:nvPr/>
          </p:nvSpPr>
          <p:spPr>
            <a:xfrm>
              <a:off x="0" y="-38100"/>
              <a:ext cx="4061102" cy="18621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18" name="AutoShape 18">
            <a:extLst>
              <a:ext uri="{FF2B5EF4-FFF2-40B4-BE49-F238E27FC236}">
                <a16:creationId xmlns:a16="http://schemas.microsoft.com/office/drawing/2014/main" id="{6681D30D-1CA3-8123-49D8-8FF6406D16D0}"/>
              </a:ext>
            </a:extLst>
          </p:cNvPr>
          <p:cNvSpPr/>
          <p:nvPr/>
        </p:nvSpPr>
        <p:spPr>
          <a:xfrm flipV="1">
            <a:off x="1427998" y="5133975"/>
            <a:ext cx="15419497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E5EB8BFB-82C8-CACE-7F2B-95E73C1F26DC}"/>
              </a:ext>
            </a:extLst>
          </p:cNvPr>
          <p:cNvSpPr txBox="1"/>
          <p:nvPr/>
        </p:nvSpPr>
        <p:spPr>
          <a:xfrm>
            <a:off x="5771543" y="6063566"/>
            <a:ext cx="6732407" cy="4595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ctr">
              <a:lnSpc>
                <a:spcPts val="3919"/>
              </a:lnSpc>
              <a:spcBef>
                <a:spcPct val="0"/>
              </a:spcBef>
              <a:defRPr/>
            </a:pPr>
            <a:r>
              <a:rPr lang="en-US" sz="28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Purpose</a:t>
            </a:r>
            <a:endParaRPr kumimoji="0" lang="en-US" sz="2799" b="0" i="0" u="none" strike="noStrike" kern="1200" cap="none" spc="148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43320791-86EB-C46D-4B98-6FC04063904D}"/>
              </a:ext>
            </a:extLst>
          </p:cNvPr>
          <p:cNvSpPr txBox="1"/>
          <p:nvPr/>
        </p:nvSpPr>
        <p:spPr>
          <a:xfrm>
            <a:off x="2736535" y="6902938"/>
            <a:ext cx="12802424" cy="307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ctr">
              <a:lnSpc>
                <a:spcPts val="2376"/>
              </a:lnSpc>
            </a:pPr>
            <a:r>
              <a:rPr lang="en-US" sz="2000" dirty="0">
                <a:latin typeface="Inter Light" panose="020B0604020202020204" charset="0"/>
                <a:ea typeface="Inter Light" panose="020B0604020202020204" charset="0"/>
              </a:rPr>
              <a:t>It uses deep packet inspection (DPI) to recognize applications even if they use ports that are not standard</a:t>
            </a:r>
          </a:p>
        </p:txBody>
      </p:sp>
      <p:sp>
        <p:nvSpPr>
          <p:cNvPr id="21" name="Freeform 21">
            <a:extLst>
              <a:ext uri="{FF2B5EF4-FFF2-40B4-BE49-F238E27FC236}">
                <a16:creationId xmlns:a16="http://schemas.microsoft.com/office/drawing/2014/main" id="{DDEF54B8-833D-6BC3-6FDF-EB15B0D9C8C7}"/>
              </a:ext>
            </a:extLst>
          </p:cNvPr>
          <p:cNvSpPr/>
          <p:nvPr/>
        </p:nvSpPr>
        <p:spPr>
          <a:xfrm>
            <a:off x="9045045" y="4999923"/>
            <a:ext cx="197909" cy="268103"/>
          </a:xfrm>
          <a:custGeom>
            <a:avLst/>
            <a:gdLst/>
            <a:ahLst/>
            <a:cxnLst/>
            <a:rect l="l" t="t" r="r" b="b"/>
            <a:pathLst>
              <a:path w="197909" h="268103">
                <a:moveTo>
                  <a:pt x="0" y="0"/>
                </a:moveTo>
                <a:lnTo>
                  <a:pt x="197910" y="0"/>
                </a:lnTo>
                <a:lnTo>
                  <a:pt x="197910" y="268104"/>
                </a:lnTo>
                <a:lnTo>
                  <a:pt x="0" y="26810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" name="TextBox 17">
            <a:extLst>
              <a:ext uri="{FF2B5EF4-FFF2-40B4-BE49-F238E27FC236}">
                <a16:creationId xmlns:a16="http://schemas.microsoft.com/office/drawing/2014/main" id="{066D53B8-F082-4CBC-1784-603B23BA9503}"/>
              </a:ext>
            </a:extLst>
          </p:cNvPr>
          <p:cNvSpPr txBox="1"/>
          <p:nvPr/>
        </p:nvSpPr>
        <p:spPr>
          <a:xfrm>
            <a:off x="1862100" y="2485595"/>
            <a:ext cx="14216099" cy="123739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 algn="ctr">
              <a:spcBef>
                <a:spcPct val="0"/>
              </a:spcBef>
            </a:pPr>
            <a:r>
              <a:rPr lang="en-US" sz="8041" b="1" dirty="0">
                <a:solidFill>
                  <a:srgbClr val="000000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Application Control Profile</a:t>
            </a:r>
          </a:p>
        </p:txBody>
      </p:sp>
    </p:spTree>
    <p:extLst>
      <p:ext uri="{BB962C8B-B14F-4D97-AF65-F5344CB8AC3E}">
        <p14:creationId xmlns:p14="http://schemas.microsoft.com/office/powerpoint/2010/main" val="36960149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271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7FF234-BA8B-CDB2-54F8-25BF76B22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B892A67B-3279-50E0-182C-6EF21F1DDA86}"/>
              </a:ext>
            </a:extLst>
          </p:cNvPr>
          <p:cNvGrpSpPr/>
          <p:nvPr/>
        </p:nvGrpSpPr>
        <p:grpSpPr>
          <a:xfrm>
            <a:off x="1028700" y="1028700"/>
            <a:ext cx="16230600" cy="8229600"/>
            <a:chOff x="0" y="0"/>
            <a:chExt cx="4274726" cy="2167467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6C1D371C-8825-5C4D-4A6B-C3CA90BD16C8}"/>
                </a:ext>
              </a:extLst>
            </p:cNvPr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>
                  <a:moveTo>
                    <a:pt x="19080" y="0"/>
                  </a:moveTo>
                  <a:lnTo>
                    <a:pt x="4255646" y="0"/>
                  </a:lnTo>
                  <a:cubicBezTo>
                    <a:pt x="4266183" y="0"/>
                    <a:pt x="4274726" y="8542"/>
                    <a:pt x="4274726" y="19080"/>
                  </a:cubicBezTo>
                  <a:lnTo>
                    <a:pt x="4274726" y="2148387"/>
                  </a:lnTo>
                  <a:cubicBezTo>
                    <a:pt x="4274726" y="2158924"/>
                    <a:pt x="4266183" y="2167467"/>
                    <a:pt x="4255646" y="2167467"/>
                  </a:cubicBezTo>
                  <a:lnTo>
                    <a:pt x="19080" y="2167467"/>
                  </a:lnTo>
                  <a:cubicBezTo>
                    <a:pt x="8542" y="2167467"/>
                    <a:pt x="0" y="2158924"/>
                    <a:pt x="0" y="2148387"/>
                  </a:cubicBezTo>
                  <a:lnTo>
                    <a:pt x="0" y="19080"/>
                  </a:lnTo>
                  <a:cubicBezTo>
                    <a:pt x="0" y="8542"/>
                    <a:pt x="8542" y="0"/>
                    <a:pt x="19080" y="0"/>
                  </a:cubicBezTo>
                  <a:close/>
                </a:path>
              </a:pathLst>
            </a:custGeom>
            <a:solidFill>
              <a:srgbClr val="F4F8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31534148-3016-BFEF-3DF8-23F346E51021}"/>
                </a:ext>
              </a:extLst>
            </p:cNvPr>
            <p:cNvSpPr txBox="1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3A4C84C9-679F-98D1-B043-9ABE2E8FAABA}"/>
              </a:ext>
            </a:extLst>
          </p:cNvPr>
          <p:cNvGrpSpPr/>
          <p:nvPr/>
        </p:nvGrpSpPr>
        <p:grpSpPr>
          <a:xfrm>
            <a:off x="1427998" y="1347066"/>
            <a:ext cx="284690" cy="284690"/>
            <a:chOff x="0" y="0"/>
            <a:chExt cx="812800" cy="812800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A7FD0C3C-C93D-01E2-F604-7FFFFB5DC960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59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F67E13DB-F533-BD31-33FE-9D0A50E8E536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511582E2-B195-8F8A-CFF4-9682D9C52404}"/>
              </a:ext>
            </a:extLst>
          </p:cNvPr>
          <p:cNvGrpSpPr/>
          <p:nvPr/>
        </p:nvGrpSpPr>
        <p:grpSpPr>
          <a:xfrm>
            <a:off x="1835411" y="1347066"/>
            <a:ext cx="284690" cy="284690"/>
            <a:chOff x="0" y="0"/>
            <a:chExt cx="812800" cy="81280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764C1C5F-A730-A5DC-72F0-5C44B19A10A7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C9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13FC14D7-37D1-ED3D-326E-94E4D3025643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5C4ADB80-E2D0-1FC1-45E2-EB655112C338}"/>
              </a:ext>
            </a:extLst>
          </p:cNvPr>
          <p:cNvGrpSpPr/>
          <p:nvPr/>
        </p:nvGrpSpPr>
        <p:grpSpPr>
          <a:xfrm>
            <a:off x="2243926" y="1347066"/>
            <a:ext cx="284690" cy="284690"/>
            <a:chOff x="0" y="0"/>
            <a:chExt cx="812800" cy="8128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AA1D2125-D509-023C-BADC-94826455AD1E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CF8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C3D98FD2-C6B6-C330-AC88-801CDF3A08AE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14" name="AutoShape 14">
            <a:extLst>
              <a:ext uri="{FF2B5EF4-FFF2-40B4-BE49-F238E27FC236}">
                <a16:creationId xmlns:a16="http://schemas.microsoft.com/office/drawing/2014/main" id="{7AA50FDC-3FA3-A375-A1C6-D6C0264D364E}"/>
              </a:ext>
            </a:extLst>
          </p:cNvPr>
          <p:cNvSpPr/>
          <p:nvPr/>
        </p:nvSpPr>
        <p:spPr>
          <a:xfrm flipV="1">
            <a:off x="1028700" y="426081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AutoShape 15">
            <a:extLst>
              <a:ext uri="{FF2B5EF4-FFF2-40B4-BE49-F238E27FC236}">
                <a16:creationId xmlns:a16="http://schemas.microsoft.com/office/drawing/2014/main" id="{23928F71-41C0-3099-6D91-6DB49F793F73}"/>
              </a:ext>
            </a:extLst>
          </p:cNvPr>
          <p:cNvSpPr/>
          <p:nvPr/>
        </p:nvSpPr>
        <p:spPr>
          <a:xfrm flipV="1">
            <a:off x="1028700" y="2104778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AutoShape 16">
            <a:extLst>
              <a:ext uri="{FF2B5EF4-FFF2-40B4-BE49-F238E27FC236}">
                <a16:creationId xmlns:a16="http://schemas.microsoft.com/office/drawing/2014/main" id="{C74937D0-B5A7-44A2-F1D8-C583C990C128}"/>
              </a:ext>
            </a:extLst>
          </p:cNvPr>
          <p:cNvSpPr/>
          <p:nvPr/>
        </p:nvSpPr>
        <p:spPr>
          <a:xfrm>
            <a:off x="1028700" y="6836185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17" name="Group 17">
            <a:extLst>
              <a:ext uri="{FF2B5EF4-FFF2-40B4-BE49-F238E27FC236}">
                <a16:creationId xmlns:a16="http://schemas.microsoft.com/office/drawing/2014/main" id="{F70A72DE-FE81-C22A-DF27-C74C4D427F20}"/>
              </a:ext>
            </a:extLst>
          </p:cNvPr>
          <p:cNvGrpSpPr/>
          <p:nvPr/>
        </p:nvGrpSpPr>
        <p:grpSpPr>
          <a:xfrm>
            <a:off x="2199290" y="7225702"/>
            <a:ext cx="13951622" cy="1609166"/>
            <a:chOff x="0" y="0"/>
            <a:chExt cx="3674501" cy="423813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2C9E7FF7-FC05-EE74-3601-F7CA87E4B5B9}"/>
                </a:ext>
              </a:extLst>
            </p:cNvPr>
            <p:cNvSpPr/>
            <p:nvPr/>
          </p:nvSpPr>
          <p:spPr>
            <a:xfrm>
              <a:off x="0" y="0"/>
              <a:ext cx="3674501" cy="423813"/>
            </a:xfrm>
            <a:custGeom>
              <a:avLst/>
              <a:gdLst/>
              <a:ahLst/>
              <a:cxnLst/>
              <a:rect l="l" t="t" r="r" b="b"/>
              <a:pathLst>
                <a:path w="3674501" h="423813">
                  <a:moveTo>
                    <a:pt x="23306" y="0"/>
                  </a:moveTo>
                  <a:lnTo>
                    <a:pt x="3651195" y="0"/>
                  </a:lnTo>
                  <a:cubicBezTo>
                    <a:pt x="3657376" y="0"/>
                    <a:pt x="3663304" y="2455"/>
                    <a:pt x="3667675" y="6826"/>
                  </a:cubicBezTo>
                  <a:cubicBezTo>
                    <a:pt x="3672046" y="11197"/>
                    <a:pt x="3674501" y="17125"/>
                    <a:pt x="3674501" y="23306"/>
                  </a:cubicBezTo>
                  <a:lnTo>
                    <a:pt x="3674501" y="400507"/>
                  </a:lnTo>
                  <a:cubicBezTo>
                    <a:pt x="3674501" y="406688"/>
                    <a:pt x="3672046" y="412616"/>
                    <a:pt x="3667675" y="416987"/>
                  </a:cubicBezTo>
                  <a:cubicBezTo>
                    <a:pt x="3663304" y="421358"/>
                    <a:pt x="3657376" y="423813"/>
                    <a:pt x="3651195" y="423813"/>
                  </a:cubicBezTo>
                  <a:lnTo>
                    <a:pt x="23306" y="423813"/>
                  </a:lnTo>
                  <a:cubicBezTo>
                    <a:pt x="17125" y="423813"/>
                    <a:pt x="11197" y="421358"/>
                    <a:pt x="6826" y="416987"/>
                  </a:cubicBezTo>
                  <a:cubicBezTo>
                    <a:pt x="2455" y="412616"/>
                    <a:pt x="0" y="406688"/>
                    <a:pt x="0" y="400507"/>
                  </a:cubicBezTo>
                  <a:lnTo>
                    <a:pt x="0" y="23306"/>
                  </a:lnTo>
                  <a:cubicBezTo>
                    <a:pt x="0" y="17125"/>
                    <a:pt x="2455" y="11197"/>
                    <a:pt x="6826" y="6826"/>
                  </a:cubicBezTo>
                  <a:cubicBezTo>
                    <a:pt x="11197" y="2455"/>
                    <a:pt x="17125" y="0"/>
                    <a:pt x="23306" y="0"/>
                  </a:cubicBezTo>
                  <a:close/>
                </a:path>
              </a:pathLst>
            </a:custGeom>
            <a:solidFill>
              <a:srgbClr val="F4F8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E0CF08D5-369E-6147-6B06-1818300FCB39}"/>
                </a:ext>
              </a:extLst>
            </p:cNvPr>
            <p:cNvSpPr txBox="1"/>
            <p:nvPr/>
          </p:nvSpPr>
          <p:spPr>
            <a:xfrm>
              <a:off x="0" y="-38100"/>
              <a:ext cx="3674501" cy="4619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20" name="Group 20">
            <a:extLst>
              <a:ext uri="{FF2B5EF4-FFF2-40B4-BE49-F238E27FC236}">
                <a16:creationId xmlns:a16="http://schemas.microsoft.com/office/drawing/2014/main" id="{138A66C8-B183-8B81-CF0F-361F73E0BEE0}"/>
              </a:ext>
            </a:extLst>
          </p:cNvPr>
          <p:cNvGrpSpPr/>
          <p:nvPr/>
        </p:nvGrpSpPr>
        <p:grpSpPr>
          <a:xfrm>
            <a:off x="1612789" y="7225702"/>
            <a:ext cx="1609166" cy="1609166"/>
            <a:chOff x="0" y="0"/>
            <a:chExt cx="812800" cy="812800"/>
          </a:xfrm>
        </p:grpSpPr>
        <p:sp>
          <p:nvSpPr>
            <p:cNvPr id="21" name="Freeform 21">
              <a:extLst>
                <a:ext uri="{FF2B5EF4-FFF2-40B4-BE49-F238E27FC236}">
                  <a16:creationId xmlns:a16="http://schemas.microsoft.com/office/drawing/2014/main" id="{5D4D5521-FEDA-E393-8624-F00CFAF0A7F5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F8FF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2" name="TextBox 22">
              <a:extLst>
                <a:ext uri="{FF2B5EF4-FFF2-40B4-BE49-F238E27FC236}">
                  <a16:creationId xmlns:a16="http://schemas.microsoft.com/office/drawing/2014/main" id="{FEEBA9CF-73C0-AB86-9DFE-42856E8D358D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23" name="Group 23">
            <a:extLst>
              <a:ext uri="{FF2B5EF4-FFF2-40B4-BE49-F238E27FC236}">
                <a16:creationId xmlns:a16="http://schemas.microsoft.com/office/drawing/2014/main" id="{D369507D-4B4A-1E8C-1D69-AC1B93EEDEB0}"/>
              </a:ext>
            </a:extLst>
          </p:cNvPr>
          <p:cNvGrpSpPr/>
          <p:nvPr/>
        </p:nvGrpSpPr>
        <p:grpSpPr>
          <a:xfrm>
            <a:off x="15066045" y="7208629"/>
            <a:ext cx="1609166" cy="1609166"/>
            <a:chOff x="0" y="0"/>
            <a:chExt cx="812800" cy="812800"/>
          </a:xfrm>
        </p:grpSpPr>
        <p:sp>
          <p:nvSpPr>
            <p:cNvPr id="24" name="Freeform 24">
              <a:extLst>
                <a:ext uri="{FF2B5EF4-FFF2-40B4-BE49-F238E27FC236}">
                  <a16:creationId xmlns:a16="http://schemas.microsoft.com/office/drawing/2014/main" id="{B0258B7A-02FF-21C2-0E20-F60B32FBE530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4F8FF"/>
            </a:solidFill>
            <a:ln w="19050" cap="sq">
              <a:solidFill>
                <a:srgbClr val="292626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5" name="TextBox 25">
              <a:extLst>
                <a:ext uri="{FF2B5EF4-FFF2-40B4-BE49-F238E27FC236}">
                  <a16:creationId xmlns:a16="http://schemas.microsoft.com/office/drawing/2014/main" id="{17AEB877-7CED-9F96-47F6-FB47624CC374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6" name="Freeform 26">
            <a:extLst>
              <a:ext uri="{FF2B5EF4-FFF2-40B4-BE49-F238E27FC236}">
                <a16:creationId xmlns:a16="http://schemas.microsoft.com/office/drawing/2014/main" id="{00C13DB2-34BA-EDB3-4D18-9434E314E932}"/>
              </a:ext>
            </a:extLst>
          </p:cNvPr>
          <p:cNvSpPr/>
          <p:nvPr/>
        </p:nvSpPr>
        <p:spPr>
          <a:xfrm>
            <a:off x="1890309" y="7490462"/>
            <a:ext cx="1054126" cy="1079645"/>
          </a:xfrm>
          <a:custGeom>
            <a:avLst/>
            <a:gdLst/>
            <a:ahLst/>
            <a:cxnLst/>
            <a:rect l="l" t="t" r="r" b="b"/>
            <a:pathLst>
              <a:path w="1054126" h="1079645">
                <a:moveTo>
                  <a:pt x="0" y="0"/>
                </a:moveTo>
                <a:lnTo>
                  <a:pt x="1054126" y="0"/>
                </a:lnTo>
                <a:lnTo>
                  <a:pt x="1054126" y="1079645"/>
                </a:lnTo>
                <a:lnTo>
                  <a:pt x="0" y="107964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7" name="Freeform 27">
            <a:extLst>
              <a:ext uri="{FF2B5EF4-FFF2-40B4-BE49-F238E27FC236}">
                <a16:creationId xmlns:a16="http://schemas.microsoft.com/office/drawing/2014/main" id="{202578C7-9B19-7356-5945-8C761255B0F7}"/>
              </a:ext>
            </a:extLst>
          </p:cNvPr>
          <p:cNvSpPr/>
          <p:nvPr/>
        </p:nvSpPr>
        <p:spPr>
          <a:xfrm>
            <a:off x="15343565" y="7490462"/>
            <a:ext cx="1054126" cy="1079645"/>
          </a:xfrm>
          <a:custGeom>
            <a:avLst/>
            <a:gdLst/>
            <a:ahLst/>
            <a:cxnLst/>
            <a:rect l="l" t="t" r="r" b="b"/>
            <a:pathLst>
              <a:path w="1054126" h="1079645">
                <a:moveTo>
                  <a:pt x="0" y="0"/>
                </a:moveTo>
                <a:lnTo>
                  <a:pt x="1054126" y="0"/>
                </a:lnTo>
                <a:lnTo>
                  <a:pt x="1054126" y="1079645"/>
                </a:lnTo>
                <a:lnTo>
                  <a:pt x="0" y="107964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28" name="Group 28">
            <a:extLst>
              <a:ext uri="{FF2B5EF4-FFF2-40B4-BE49-F238E27FC236}">
                <a16:creationId xmlns:a16="http://schemas.microsoft.com/office/drawing/2014/main" id="{6A086B0A-D515-492F-3BB8-D5E4E9411969}"/>
              </a:ext>
            </a:extLst>
          </p:cNvPr>
          <p:cNvGrpSpPr/>
          <p:nvPr/>
        </p:nvGrpSpPr>
        <p:grpSpPr>
          <a:xfrm>
            <a:off x="5927395" y="7341010"/>
            <a:ext cx="1344406" cy="1344406"/>
            <a:chOff x="0" y="0"/>
            <a:chExt cx="812800" cy="812800"/>
          </a:xfrm>
        </p:grpSpPr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3EC96988-7FE2-FF76-124A-95939B27DF29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0" name="TextBox 30">
              <a:extLst>
                <a:ext uri="{FF2B5EF4-FFF2-40B4-BE49-F238E27FC236}">
                  <a16:creationId xmlns:a16="http://schemas.microsoft.com/office/drawing/2014/main" id="{5192F7CA-5F87-0192-D8BD-17E9297D7F4E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31" name="Group 31">
            <a:extLst>
              <a:ext uri="{FF2B5EF4-FFF2-40B4-BE49-F238E27FC236}">
                <a16:creationId xmlns:a16="http://schemas.microsoft.com/office/drawing/2014/main" id="{A239603D-7C1C-9EEE-5A2C-A16B2D08E6F2}"/>
              </a:ext>
            </a:extLst>
          </p:cNvPr>
          <p:cNvGrpSpPr/>
          <p:nvPr/>
        </p:nvGrpSpPr>
        <p:grpSpPr>
          <a:xfrm>
            <a:off x="7624226" y="7341010"/>
            <a:ext cx="1344406" cy="1344406"/>
            <a:chOff x="0" y="0"/>
            <a:chExt cx="812800" cy="812800"/>
          </a:xfrm>
        </p:grpSpPr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3AB4AB42-26B3-3385-BB7F-856B201EA7F1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3" name="TextBox 33">
              <a:extLst>
                <a:ext uri="{FF2B5EF4-FFF2-40B4-BE49-F238E27FC236}">
                  <a16:creationId xmlns:a16="http://schemas.microsoft.com/office/drawing/2014/main" id="{ED386223-A06F-8B05-1E6F-7C3FB75BD887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34" name="Group 34">
            <a:extLst>
              <a:ext uri="{FF2B5EF4-FFF2-40B4-BE49-F238E27FC236}">
                <a16:creationId xmlns:a16="http://schemas.microsoft.com/office/drawing/2014/main" id="{64B2F9AB-45F3-B9AE-1CAB-80C30768E7D5}"/>
              </a:ext>
            </a:extLst>
          </p:cNvPr>
          <p:cNvGrpSpPr/>
          <p:nvPr/>
        </p:nvGrpSpPr>
        <p:grpSpPr>
          <a:xfrm>
            <a:off x="9321057" y="7341010"/>
            <a:ext cx="1344406" cy="1344406"/>
            <a:chOff x="0" y="0"/>
            <a:chExt cx="812800" cy="812800"/>
          </a:xfrm>
        </p:grpSpPr>
        <p:sp>
          <p:nvSpPr>
            <p:cNvPr id="35" name="Freeform 35">
              <a:extLst>
                <a:ext uri="{FF2B5EF4-FFF2-40B4-BE49-F238E27FC236}">
                  <a16:creationId xmlns:a16="http://schemas.microsoft.com/office/drawing/2014/main" id="{EEF142AE-36C4-1464-2A0F-8EC59187538D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6" name="TextBox 36">
              <a:extLst>
                <a:ext uri="{FF2B5EF4-FFF2-40B4-BE49-F238E27FC236}">
                  <a16:creationId xmlns:a16="http://schemas.microsoft.com/office/drawing/2014/main" id="{6F782E3F-D116-EEEE-BABA-291AFE7DECA7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37" name="Group 37">
            <a:extLst>
              <a:ext uri="{FF2B5EF4-FFF2-40B4-BE49-F238E27FC236}">
                <a16:creationId xmlns:a16="http://schemas.microsoft.com/office/drawing/2014/main" id="{3CB9D208-A634-B80B-910D-43D6731D9348}"/>
              </a:ext>
            </a:extLst>
          </p:cNvPr>
          <p:cNvGrpSpPr/>
          <p:nvPr/>
        </p:nvGrpSpPr>
        <p:grpSpPr>
          <a:xfrm>
            <a:off x="11017887" y="7341010"/>
            <a:ext cx="1344406" cy="1344406"/>
            <a:chOff x="0" y="0"/>
            <a:chExt cx="812800" cy="812800"/>
          </a:xfrm>
        </p:grpSpPr>
        <p:sp>
          <p:nvSpPr>
            <p:cNvPr id="38" name="Freeform 38">
              <a:extLst>
                <a:ext uri="{FF2B5EF4-FFF2-40B4-BE49-F238E27FC236}">
                  <a16:creationId xmlns:a16="http://schemas.microsoft.com/office/drawing/2014/main" id="{4FA62F11-0CEF-F602-17F3-0B224E740DAF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9" name="TextBox 39">
              <a:extLst>
                <a:ext uri="{FF2B5EF4-FFF2-40B4-BE49-F238E27FC236}">
                  <a16:creationId xmlns:a16="http://schemas.microsoft.com/office/drawing/2014/main" id="{FB385C93-5A0E-68F9-0DE5-F3C7B40B0AA0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40" name="Group 40">
            <a:extLst>
              <a:ext uri="{FF2B5EF4-FFF2-40B4-BE49-F238E27FC236}">
                <a16:creationId xmlns:a16="http://schemas.microsoft.com/office/drawing/2014/main" id="{A5798364-8D1B-289D-9E38-FA4030ECBA9F}"/>
              </a:ext>
            </a:extLst>
          </p:cNvPr>
          <p:cNvGrpSpPr/>
          <p:nvPr/>
        </p:nvGrpSpPr>
        <p:grpSpPr>
          <a:xfrm>
            <a:off x="12714718" y="7341010"/>
            <a:ext cx="1344406" cy="1344406"/>
            <a:chOff x="0" y="0"/>
            <a:chExt cx="812800" cy="812800"/>
          </a:xfrm>
        </p:grpSpPr>
        <p:sp>
          <p:nvSpPr>
            <p:cNvPr id="41" name="Freeform 41">
              <a:extLst>
                <a:ext uri="{FF2B5EF4-FFF2-40B4-BE49-F238E27FC236}">
                  <a16:creationId xmlns:a16="http://schemas.microsoft.com/office/drawing/2014/main" id="{230ACB65-C705-E804-2FC4-A9E014E3FF06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2" name="TextBox 42">
              <a:extLst>
                <a:ext uri="{FF2B5EF4-FFF2-40B4-BE49-F238E27FC236}">
                  <a16:creationId xmlns:a16="http://schemas.microsoft.com/office/drawing/2014/main" id="{CE172A8F-9997-2E97-12DD-ED119B755278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43" name="Group 43">
            <a:extLst>
              <a:ext uri="{FF2B5EF4-FFF2-40B4-BE49-F238E27FC236}">
                <a16:creationId xmlns:a16="http://schemas.microsoft.com/office/drawing/2014/main" id="{79B30860-4E11-3CB5-35EC-5986D1206F07}"/>
              </a:ext>
            </a:extLst>
          </p:cNvPr>
          <p:cNvGrpSpPr/>
          <p:nvPr/>
        </p:nvGrpSpPr>
        <p:grpSpPr>
          <a:xfrm>
            <a:off x="4228876" y="7341010"/>
            <a:ext cx="1344406" cy="1344406"/>
            <a:chOff x="0" y="0"/>
            <a:chExt cx="812800" cy="812800"/>
          </a:xfrm>
        </p:grpSpPr>
        <p:sp>
          <p:nvSpPr>
            <p:cNvPr id="44" name="Freeform 44">
              <a:extLst>
                <a:ext uri="{FF2B5EF4-FFF2-40B4-BE49-F238E27FC236}">
                  <a16:creationId xmlns:a16="http://schemas.microsoft.com/office/drawing/2014/main" id="{F2DDC6D6-2490-7DFE-A3A0-77C9AE306F84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5" name="TextBox 45">
              <a:extLst>
                <a:ext uri="{FF2B5EF4-FFF2-40B4-BE49-F238E27FC236}">
                  <a16:creationId xmlns:a16="http://schemas.microsoft.com/office/drawing/2014/main" id="{79691513-1555-18E0-3C97-FF82C79FE401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46" name="Freeform 46">
            <a:extLst>
              <a:ext uri="{FF2B5EF4-FFF2-40B4-BE49-F238E27FC236}">
                <a16:creationId xmlns:a16="http://schemas.microsoft.com/office/drawing/2014/main" id="{8860EE3C-8CFE-9A61-E505-D90DD6B30AAC}"/>
              </a:ext>
            </a:extLst>
          </p:cNvPr>
          <p:cNvSpPr/>
          <p:nvPr/>
        </p:nvSpPr>
        <p:spPr>
          <a:xfrm>
            <a:off x="4574044" y="7573433"/>
            <a:ext cx="654071" cy="879558"/>
          </a:xfrm>
          <a:custGeom>
            <a:avLst/>
            <a:gdLst/>
            <a:ahLst/>
            <a:cxnLst/>
            <a:rect l="l" t="t" r="r" b="b"/>
            <a:pathLst>
              <a:path w="654071" h="879558">
                <a:moveTo>
                  <a:pt x="0" y="0"/>
                </a:moveTo>
                <a:lnTo>
                  <a:pt x="654071" y="0"/>
                </a:lnTo>
                <a:lnTo>
                  <a:pt x="654071" y="879558"/>
                </a:lnTo>
                <a:lnTo>
                  <a:pt x="0" y="87955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7" name="Freeform 47">
            <a:extLst>
              <a:ext uri="{FF2B5EF4-FFF2-40B4-BE49-F238E27FC236}">
                <a16:creationId xmlns:a16="http://schemas.microsoft.com/office/drawing/2014/main" id="{814231E3-E03F-9BB5-822A-48B0EA97C536}"/>
              </a:ext>
            </a:extLst>
          </p:cNvPr>
          <p:cNvSpPr/>
          <p:nvPr/>
        </p:nvSpPr>
        <p:spPr>
          <a:xfrm>
            <a:off x="6224886" y="7660417"/>
            <a:ext cx="747736" cy="705591"/>
          </a:xfrm>
          <a:custGeom>
            <a:avLst/>
            <a:gdLst/>
            <a:ahLst/>
            <a:cxnLst/>
            <a:rect l="l" t="t" r="r" b="b"/>
            <a:pathLst>
              <a:path w="747736" h="705591">
                <a:moveTo>
                  <a:pt x="0" y="0"/>
                </a:moveTo>
                <a:lnTo>
                  <a:pt x="747736" y="0"/>
                </a:lnTo>
                <a:lnTo>
                  <a:pt x="747736" y="705591"/>
                </a:lnTo>
                <a:lnTo>
                  <a:pt x="0" y="70559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8" name="Freeform 48">
            <a:extLst>
              <a:ext uri="{FF2B5EF4-FFF2-40B4-BE49-F238E27FC236}">
                <a16:creationId xmlns:a16="http://schemas.microsoft.com/office/drawing/2014/main" id="{E25628F9-FBB1-3FEB-E740-5CB0F34851E8}"/>
              </a:ext>
            </a:extLst>
          </p:cNvPr>
          <p:cNvSpPr/>
          <p:nvPr/>
        </p:nvSpPr>
        <p:spPr>
          <a:xfrm>
            <a:off x="7899672" y="7490462"/>
            <a:ext cx="793515" cy="942620"/>
          </a:xfrm>
          <a:custGeom>
            <a:avLst/>
            <a:gdLst/>
            <a:ahLst/>
            <a:cxnLst/>
            <a:rect l="l" t="t" r="r" b="b"/>
            <a:pathLst>
              <a:path w="793515" h="942620">
                <a:moveTo>
                  <a:pt x="0" y="0"/>
                </a:moveTo>
                <a:lnTo>
                  <a:pt x="793514" y="0"/>
                </a:lnTo>
                <a:lnTo>
                  <a:pt x="793514" y="942620"/>
                </a:lnTo>
                <a:lnTo>
                  <a:pt x="0" y="94262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9" name="Freeform 49">
            <a:extLst>
              <a:ext uri="{FF2B5EF4-FFF2-40B4-BE49-F238E27FC236}">
                <a16:creationId xmlns:a16="http://schemas.microsoft.com/office/drawing/2014/main" id="{44711E9D-2B56-753C-251D-BAC72A83A71A}"/>
              </a:ext>
            </a:extLst>
          </p:cNvPr>
          <p:cNvSpPr/>
          <p:nvPr/>
        </p:nvSpPr>
        <p:spPr>
          <a:xfrm>
            <a:off x="9627344" y="7664369"/>
            <a:ext cx="731831" cy="731831"/>
          </a:xfrm>
          <a:custGeom>
            <a:avLst/>
            <a:gdLst/>
            <a:ahLst/>
            <a:cxnLst/>
            <a:rect l="l" t="t" r="r" b="b"/>
            <a:pathLst>
              <a:path w="731831" h="731831">
                <a:moveTo>
                  <a:pt x="0" y="0"/>
                </a:moveTo>
                <a:lnTo>
                  <a:pt x="731831" y="0"/>
                </a:lnTo>
                <a:lnTo>
                  <a:pt x="731831" y="731831"/>
                </a:lnTo>
                <a:lnTo>
                  <a:pt x="0" y="731831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0" name="Freeform 50">
            <a:extLst>
              <a:ext uri="{FF2B5EF4-FFF2-40B4-BE49-F238E27FC236}">
                <a16:creationId xmlns:a16="http://schemas.microsoft.com/office/drawing/2014/main" id="{4C949857-CE2A-F0AC-0FA7-BAA8C99FF84C}"/>
              </a:ext>
            </a:extLst>
          </p:cNvPr>
          <p:cNvSpPr/>
          <p:nvPr/>
        </p:nvSpPr>
        <p:spPr>
          <a:xfrm>
            <a:off x="11269544" y="7689009"/>
            <a:ext cx="841093" cy="648406"/>
          </a:xfrm>
          <a:custGeom>
            <a:avLst/>
            <a:gdLst/>
            <a:ahLst/>
            <a:cxnLst/>
            <a:rect l="l" t="t" r="r" b="b"/>
            <a:pathLst>
              <a:path w="841093" h="648406">
                <a:moveTo>
                  <a:pt x="0" y="0"/>
                </a:moveTo>
                <a:lnTo>
                  <a:pt x="841093" y="0"/>
                </a:lnTo>
                <a:lnTo>
                  <a:pt x="841093" y="648407"/>
                </a:lnTo>
                <a:lnTo>
                  <a:pt x="0" y="648407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1" name="Freeform 51">
            <a:extLst>
              <a:ext uri="{FF2B5EF4-FFF2-40B4-BE49-F238E27FC236}">
                <a16:creationId xmlns:a16="http://schemas.microsoft.com/office/drawing/2014/main" id="{AAC6F35D-E986-1E87-0374-7522F3D0C29A}"/>
              </a:ext>
            </a:extLst>
          </p:cNvPr>
          <p:cNvSpPr/>
          <p:nvPr/>
        </p:nvSpPr>
        <p:spPr>
          <a:xfrm>
            <a:off x="12962368" y="7602255"/>
            <a:ext cx="827937" cy="821915"/>
          </a:xfrm>
          <a:custGeom>
            <a:avLst/>
            <a:gdLst/>
            <a:ahLst/>
            <a:cxnLst/>
            <a:rect l="l" t="t" r="r" b="b"/>
            <a:pathLst>
              <a:path w="827937" h="821915">
                <a:moveTo>
                  <a:pt x="0" y="0"/>
                </a:moveTo>
                <a:lnTo>
                  <a:pt x="827937" y="0"/>
                </a:lnTo>
                <a:lnTo>
                  <a:pt x="827937" y="821915"/>
                </a:lnTo>
                <a:lnTo>
                  <a:pt x="0" y="821915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3" name="TextBox 53">
            <a:extLst>
              <a:ext uri="{FF2B5EF4-FFF2-40B4-BE49-F238E27FC236}">
                <a16:creationId xmlns:a16="http://schemas.microsoft.com/office/drawing/2014/main" id="{61D3C873-5AB2-2376-5089-DCC3B59C7092}"/>
              </a:ext>
            </a:extLst>
          </p:cNvPr>
          <p:cNvSpPr txBox="1"/>
          <p:nvPr/>
        </p:nvSpPr>
        <p:spPr>
          <a:xfrm>
            <a:off x="5777797" y="4533900"/>
            <a:ext cx="6732407" cy="4607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3919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84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 Light"/>
                <a:ea typeface="Inter Light"/>
                <a:cs typeface="Inter Light"/>
                <a:sym typeface="Inter Light"/>
              </a:rPr>
              <a:t>Main Features</a:t>
            </a:r>
            <a:endParaRPr kumimoji="0" lang="en-US" sz="2799" b="0" i="0" u="none" strike="noStrike" kern="1200" cap="none" spc="148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4" name="TextBox 54">
            <a:extLst>
              <a:ext uri="{FF2B5EF4-FFF2-40B4-BE49-F238E27FC236}">
                <a16:creationId xmlns:a16="http://schemas.microsoft.com/office/drawing/2014/main" id="{F392B47E-1837-C5D2-F08B-B4C1877C62EE}"/>
              </a:ext>
            </a:extLst>
          </p:cNvPr>
          <p:cNvSpPr txBox="1"/>
          <p:nvPr/>
        </p:nvSpPr>
        <p:spPr>
          <a:xfrm>
            <a:off x="2742787" y="5143500"/>
            <a:ext cx="12802424" cy="15388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/>
            </a:pPr>
            <a:r>
              <a:rPr lang="en-US" sz="2000" dirty="0">
                <a:latin typeface="Inter Light" panose="020B0604020202020204" charset="0"/>
                <a:ea typeface="Inter Light" panose="020B0604020202020204" charset="0"/>
              </a:rPr>
              <a:t>                                                               − Block unwanted applications </a:t>
            </a:r>
          </a:p>
          <a:p>
            <a:pPr>
              <a:defRPr/>
            </a:pPr>
            <a:r>
              <a:rPr lang="en-US" sz="2000" dirty="0">
                <a:latin typeface="Inter Light" panose="020B0604020202020204" charset="0"/>
                <a:ea typeface="Inter Light" panose="020B0604020202020204" charset="0"/>
              </a:rPr>
              <a:t>                                                               − Allow only approved apps for business.</a:t>
            </a:r>
          </a:p>
          <a:p>
            <a:pPr>
              <a:defRPr/>
            </a:pPr>
            <a:r>
              <a:rPr lang="en-US" sz="2000" dirty="0">
                <a:latin typeface="Inter Light" panose="020B0604020202020204" charset="0"/>
                <a:ea typeface="Inter Light" panose="020B0604020202020204" charset="0"/>
              </a:rPr>
              <a:t>                                                               − Restrict risky applications.</a:t>
            </a:r>
          </a:p>
          <a:p>
            <a:pPr>
              <a:defRPr/>
            </a:pPr>
            <a:r>
              <a:rPr lang="en-US" sz="2000" dirty="0">
                <a:latin typeface="Inter Light" panose="020B0604020202020204" charset="0"/>
                <a:ea typeface="Inter Light" panose="020B0604020202020204" charset="0"/>
              </a:rPr>
              <a:t>                                                               − Apply bandwidth limits on specific apps </a:t>
            </a:r>
          </a:p>
          <a:p>
            <a:pPr>
              <a:defRPr/>
            </a:pPr>
            <a:r>
              <a:rPr lang="en-US" sz="2000" dirty="0">
                <a:latin typeface="Inter Light" panose="020B0604020202020204" charset="0"/>
                <a:ea typeface="Inter Light" panose="020B0604020202020204" charset="0"/>
              </a:rPr>
              <a:t>                                                               − Monitor application usage</a:t>
            </a:r>
            <a:endParaRPr kumimoji="0" lang="en-US" sz="2000" b="0" i="0" u="none" strike="noStrike" kern="1200" cap="none" spc="84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 Light" panose="020B0604020202020204" charset="0"/>
              <a:ea typeface="Inter Light" panose="020B0604020202020204" charset="0"/>
              <a:cs typeface="Inter Light"/>
              <a:sym typeface="Inter Light"/>
            </a:endParaRPr>
          </a:p>
        </p:txBody>
      </p:sp>
      <p:sp>
        <p:nvSpPr>
          <p:cNvPr id="55" name="Freeform 55">
            <a:extLst>
              <a:ext uri="{FF2B5EF4-FFF2-40B4-BE49-F238E27FC236}">
                <a16:creationId xmlns:a16="http://schemas.microsoft.com/office/drawing/2014/main" id="{651B6D1B-F207-7D00-CD8A-1BB0C08B070A}"/>
              </a:ext>
            </a:extLst>
          </p:cNvPr>
          <p:cNvSpPr/>
          <p:nvPr/>
        </p:nvSpPr>
        <p:spPr>
          <a:xfrm>
            <a:off x="9045045" y="4126758"/>
            <a:ext cx="197909" cy="268103"/>
          </a:xfrm>
          <a:custGeom>
            <a:avLst/>
            <a:gdLst/>
            <a:ahLst/>
            <a:cxnLst/>
            <a:rect l="l" t="t" r="r" b="b"/>
            <a:pathLst>
              <a:path w="197909" h="268103">
                <a:moveTo>
                  <a:pt x="0" y="0"/>
                </a:moveTo>
                <a:lnTo>
                  <a:pt x="197910" y="0"/>
                </a:lnTo>
                <a:lnTo>
                  <a:pt x="197910" y="268104"/>
                </a:lnTo>
                <a:lnTo>
                  <a:pt x="0" y="268104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6" name="Freeform 56">
            <a:extLst>
              <a:ext uri="{FF2B5EF4-FFF2-40B4-BE49-F238E27FC236}">
                <a16:creationId xmlns:a16="http://schemas.microsoft.com/office/drawing/2014/main" id="{59A946F6-F2FB-7D79-779A-465DAD2A8123}"/>
              </a:ext>
            </a:extLst>
          </p:cNvPr>
          <p:cNvSpPr/>
          <p:nvPr/>
        </p:nvSpPr>
        <p:spPr>
          <a:xfrm>
            <a:off x="9045045" y="6702835"/>
            <a:ext cx="197909" cy="268103"/>
          </a:xfrm>
          <a:custGeom>
            <a:avLst/>
            <a:gdLst/>
            <a:ahLst/>
            <a:cxnLst/>
            <a:rect l="l" t="t" r="r" b="b"/>
            <a:pathLst>
              <a:path w="197909" h="268103">
                <a:moveTo>
                  <a:pt x="0" y="0"/>
                </a:moveTo>
                <a:lnTo>
                  <a:pt x="197910" y="0"/>
                </a:lnTo>
                <a:lnTo>
                  <a:pt x="197910" y="268103"/>
                </a:lnTo>
                <a:lnTo>
                  <a:pt x="0" y="268103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7" name="TextBox 17">
            <a:extLst>
              <a:ext uri="{FF2B5EF4-FFF2-40B4-BE49-F238E27FC236}">
                <a16:creationId xmlns:a16="http://schemas.microsoft.com/office/drawing/2014/main" id="{6D53DDB8-4E92-16C5-DAF2-50C79BD9CBAA}"/>
              </a:ext>
            </a:extLst>
          </p:cNvPr>
          <p:cNvSpPr txBox="1"/>
          <p:nvPr/>
        </p:nvSpPr>
        <p:spPr>
          <a:xfrm>
            <a:off x="1862100" y="2485595"/>
            <a:ext cx="14216099" cy="123739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 algn="ctr">
              <a:spcBef>
                <a:spcPct val="0"/>
              </a:spcBef>
            </a:pPr>
            <a:r>
              <a:rPr lang="en-US" sz="8041" b="1" dirty="0">
                <a:solidFill>
                  <a:srgbClr val="000000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Application Control Profile</a:t>
            </a:r>
          </a:p>
        </p:txBody>
      </p:sp>
    </p:spTree>
    <p:extLst>
      <p:ext uri="{BB962C8B-B14F-4D97-AF65-F5344CB8AC3E}">
        <p14:creationId xmlns:p14="http://schemas.microsoft.com/office/powerpoint/2010/main" val="17049208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271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BA98F6-DC9E-B891-D640-4AE511045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7068E1D7-2D1A-9A9C-035D-C77B42A10174}"/>
              </a:ext>
            </a:extLst>
          </p:cNvPr>
          <p:cNvGrpSpPr/>
          <p:nvPr/>
        </p:nvGrpSpPr>
        <p:grpSpPr>
          <a:xfrm>
            <a:off x="1028700" y="1028700"/>
            <a:ext cx="16230600" cy="8229600"/>
            <a:chOff x="0" y="0"/>
            <a:chExt cx="4274726" cy="2167467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00419BF6-31EF-661F-68F0-6FEE7A142CFE}"/>
                </a:ext>
              </a:extLst>
            </p:cNvPr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>
                  <a:moveTo>
                    <a:pt x="19080" y="0"/>
                  </a:moveTo>
                  <a:lnTo>
                    <a:pt x="4255646" y="0"/>
                  </a:lnTo>
                  <a:cubicBezTo>
                    <a:pt x="4266183" y="0"/>
                    <a:pt x="4274726" y="8542"/>
                    <a:pt x="4274726" y="19080"/>
                  </a:cubicBezTo>
                  <a:lnTo>
                    <a:pt x="4274726" y="2148387"/>
                  </a:lnTo>
                  <a:cubicBezTo>
                    <a:pt x="4274726" y="2158924"/>
                    <a:pt x="4266183" y="2167467"/>
                    <a:pt x="4255646" y="2167467"/>
                  </a:cubicBezTo>
                  <a:lnTo>
                    <a:pt x="19080" y="2167467"/>
                  </a:lnTo>
                  <a:cubicBezTo>
                    <a:pt x="8542" y="2167467"/>
                    <a:pt x="0" y="2158924"/>
                    <a:pt x="0" y="2148387"/>
                  </a:cubicBezTo>
                  <a:lnTo>
                    <a:pt x="0" y="19080"/>
                  </a:lnTo>
                  <a:cubicBezTo>
                    <a:pt x="0" y="8542"/>
                    <a:pt x="8542" y="0"/>
                    <a:pt x="19080" y="0"/>
                  </a:cubicBezTo>
                  <a:close/>
                </a:path>
              </a:pathLst>
            </a:custGeom>
            <a:solidFill>
              <a:srgbClr val="F4F8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75734C2D-13DC-8DF4-5587-55D69FB2DCB5}"/>
                </a:ext>
              </a:extLst>
            </p:cNvPr>
            <p:cNvSpPr txBox="1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3646635E-1CBA-12E8-5E05-5940F272163C}"/>
              </a:ext>
            </a:extLst>
          </p:cNvPr>
          <p:cNvGrpSpPr/>
          <p:nvPr/>
        </p:nvGrpSpPr>
        <p:grpSpPr>
          <a:xfrm>
            <a:off x="1427998" y="1347066"/>
            <a:ext cx="284690" cy="284690"/>
            <a:chOff x="0" y="0"/>
            <a:chExt cx="812800" cy="812800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83C939D8-F5DA-99C9-D493-287E3D509E21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59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E2FD8006-FA57-5708-B8D3-7CEA91C5689D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9272A102-217A-C379-B00C-9B7C2CC54E15}"/>
              </a:ext>
            </a:extLst>
          </p:cNvPr>
          <p:cNvGrpSpPr/>
          <p:nvPr/>
        </p:nvGrpSpPr>
        <p:grpSpPr>
          <a:xfrm>
            <a:off x="1835411" y="1347066"/>
            <a:ext cx="284690" cy="284690"/>
            <a:chOff x="0" y="0"/>
            <a:chExt cx="812800" cy="81280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DC1D8352-B735-CF10-29F4-C4224A71B0EE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C9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01029755-6A00-BC87-B1E2-D0FFC1CD60FB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B4593CD6-F726-392F-53CE-96EA0F1FAF19}"/>
              </a:ext>
            </a:extLst>
          </p:cNvPr>
          <p:cNvGrpSpPr/>
          <p:nvPr/>
        </p:nvGrpSpPr>
        <p:grpSpPr>
          <a:xfrm>
            <a:off x="2243926" y="1347066"/>
            <a:ext cx="284690" cy="284690"/>
            <a:chOff x="0" y="0"/>
            <a:chExt cx="812800" cy="8128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9822D14A-8BA9-0823-A868-C50888AC51B1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CF8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3F60DE46-0340-63F2-35BB-53A2292881E4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14" name="AutoShape 14">
            <a:extLst>
              <a:ext uri="{FF2B5EF4-FFF2-40B4-BE49-F238E27FC236}">
                <a16:creationId xmlns:a16="http://schemas.microsoft.com/office/drawing/2014/main" id="{A454F9D1-327F-F890-053C-CA819409DB94}"/>
              </a:ext>
            </a:extLst>
          </p:cNvPr>
          <p:cNvSpPr/>
          <p:nvPr/>
        </p:nvSpPr>
        <p:spPr>
          <a:xfrm flipV="1">
            <a:off x="1028700" y="5981700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AutoShape 15">
            <a:extLst>
              <a:ext uri="{FF2B5EF4-FFF2-40B4-BE49-F238E27FC236}">
                <a16:creationId xmlns:a16="http://schemas.microsoft.com/office/drawing/2014/main" id="{4D76F4D6-472D-A6D1-B61C-BA7FB1E5152D}"/>
              </a:ext>
            </a:extLst>
          </p:cNvPr>
          <p:cNvSpPr/>
          <p:nvPr/>
        </p:nvSpPr>
        <p:spPr>
          <a:xfrm flipV="1">
            <a:off x="1028700" y="2104778"/>
            <a:ext cx="16230600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2" name="TextBox 52">
            <a:extLst>
              <a:ext uri="{FF2B5EF4-FFF2-40B4-BE49-F238E27FC236}">
                <a16:creationId xmlns:a16="http://schemas.microsoft.com/office/drawing/2014/main" id="{EFCFBAED-BBC0-5953-1A75-E5EBAE160859}"/>
              </a:ext>
            </a:extLst>
          </p:cNvPr>
          <p:cNvSpPr txBox="1"/>
          <p:nvPr/>
        </p:nvSpPr>
        <p:spPr>
          <a:xfrm>
            <a:off x="2278978" y="2330151"/>
            <a:ext cx="13951622" cy="282154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 algn="ctr">
              <a:lnSpc>
                <a:spcPts val="11257"/>
              </a:lnSpc>
              <a:spcBef>
                <a:spcPct val="0"/>
              </a:spcBef>
            </a:pPr>
            <a:r>
              <a:rPr lang="en-US" sz="8041" b="1" dirty="0">
                <a:solidFill>
                  <a:srgbClr val="000000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App Ctrl Profile</a:t>
            </a:r>
          </a:p>
          <a:p>
            <a:pPr lvl="0" algn="ctr">
              <a:lnSpc>
                <a:spcPts val="11257"/>
              </a:lnSpc>
              <a:spcBef>
                <a:spcPct val="0"/>
              </a:spcBef>
            </a:pPr>
            <a:r>
              <a:rPr lang="en-US" sz="8041" b="1" dirty="0">
                <a:solidFill>
                  <a:srgbClr val="000000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Policy/Config</a:t>
            </a:r>
          </a:p>
        </p:txBody>
      </p:sp>
      <p:sp>
        <p:nvSpPr>
          <p:cNvPr id="55" name="Freeform 55">
            <a:extLst>
              <a:ext uri="{FF2B5EF4-FFF2-40B4-BE49-F238E27FC236}">
                <a16:creationId xmlns:a16="http://schemas.microsoft.com/office/drawing/2014/main" id="{3A251536-29C2-A7DE-B4C0-1EB6F3E457CC}"/>
              </a:ext>
            </a:extLst>
          </p:cNvPr>
          <p:cNvSpPr/>
          <p:nvPr/>
        </p:nvSpPr>
        <p:spPr>
          <a:xfrm>
            <a:off x="9045045" y="5865997"/>
            <a:ext cx="197909" cy="268103"/>
          </a:xfrm>
          <a:custGeom>
            <a:avLst/>
            <a:gdLst/>
            <a:ahLst/>
            <a:cxnLst/>
            <a:rect l="l" t="t" r="r" b="b"/>
            <a:pathLst>
              <a:path w="197909" h="268103">
                <a:moveTo>
                  <a:pt x="0" y="0"/>
                </a:moveTo>
                <a:lnTo>
                  <a:pt x="197910" y="0"/>
                </a:lnTo>
                <a:lnTo>
                  <a:pt x="197910" y="268104"/>
                </a:lnTo>
                <a:lnTo>
                  <a:pt x="0" y="26810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04549078-C16C-B30C-CD05-973E86D87CAB}"/>
              </a:ext>
            </a:extLst>
          </p:cNvPr>
          <p:cNvCxnSpPr/>
          <p:nvPr/>
        </p:nvCxnSpPr>
        <p:spPr>
          <a:xfrm flipH="1">
            <a:off x="6400800" y="5524500"/>
            <a:ext cx="1981200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5D4D4E85-504D-222E-A5CA-96DF1CDC3965}"/>
              </a:ext>
            </a:extLst>
          </p:cNvPr>
          <p:cNvCxnSpPr>
            <a:cxnSpLocks/>
          </p:cNvCxnSpPr>
          <p:nvPr/>
        </p:nvCxnSpPr>
        <p:spPr>
          <a:xfrm>
            <a:off x="9829800" y="5524500"/>
            <a:ext cx="1905000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7" name="Picture 16">
            <a:extLst>
              <a:ext uri="{FF2B5EF4-FFF2-40B4-BE49-F238E27FC236}">
                <a16:creationId xmlns:a16="http://schemas.microsoft.com/office/drawing/2014/main" id="{60F978BD-2267-657E-532E-AC41BDE6A0D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0473" y="1208584"/>
            <a:ext cx="4496427" cy="782111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EE39EB3C-5BBE-09CB-4C7F-97F45BE5DC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01600" y="1208583"/>
            <a:ext cx="4305927" cy="7821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59668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271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337713-525A-4ED5-DDB8-E7FC237A4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F775563B-48AA-94CB-E74F-984F0EDC07B3}"/>
              </a:ext>
            </a:extLst>
          </p:cNvPr>
          <p:cNvGrpSpPr/>
          <p:nvPr/>
        </p:nvGrpSpPr>
        <p:grpSpPr>
          <a:xfrm>
            <a:off x="1028700" y="1028700"/>
            <a:ext cx="8027948" cy="8229600"/>
            <a:chOff x="0" y="0"/>
            <a:chExt cx="10703931" cy="10972800"/>
          </a:xfrm>
        </p:grpSpPr>
        <p:grpSp>
          <p:nvGrpSpPr>
            <p:cNvPr id="3" name="Group 3">
              <a:extLst>
                <a:ext uri="{FF2B5EF4-FFF2-40B4-BE49-F238E27FC236}">
                  <a16:creationId xmlns:a16="http://schemas.microsoft.com/office/drawing/2014/main" id="{87A97DC5-F0EA-AB20-7154-CF0F4C92A2DE}"/>
                </a:ext>
              </a:extLst>
            </p:cNvPr>
            <p:cNvGrpSpPr/>
            <p:nvPr/>
          </p:nvGrpSpPr>
          <p:grpSpPr>
            <a:xfrm>
              <a:off x="0" y="0"/>
              <a:ext cx="10703931" cy="10972800"/>
              <a:chOff x="0" y="0"/>
              <a:chExt cx="2114357" cy="2167467"/>
            </a:xfrm>
          </p:grpSpPr>
          <p:sp>
            <p:nvSpPr>
              <p:cNvPr id="4" name="Freeform 4">
                <a:extLst>
                  <a:ext uri="{FF2B5EF4-FFF2-40B4-BE49-F238E27FC236}">
                    <a16:creationId xmlns:a16="http://schemas.microsoft.com/office/drawing/2014/main" id="{E641B8AF-9581-991B-C3DC-BF0820E88DB9}"/>
                  </a:ext>
                </a:extLst>
              </p:cNvPr>
              <p:cNvSpPr/>
              <p:nvPr/>
            </p:nvSpPr>
            <p:spPr>
              <a:xfrm>
                <a:off x="0" y="0"/>
                <a:ext cx="2114357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2114357" h="2167467">
                    <a:moveTo>
                      <a:pt x="38575" y="0"/>
                    </a:moveTo>
                    <a:lnTo>
                      <a:pt x="2075782" y="0"/>
                    </a:lnTo>
                    <a:cubicBezTo>
                      <a:pt x="2086013" y="0"/>
                      <a:pt x="2095824" y="4064"/>
                      <a:pt x="2103058" y="11298"/>
                    </a:cubicBezTo>
                    <a:cubicBezTo>
                      <a:pt x="2110293" y="18532"/>
                      <a:pt x="2114357" y="28344"/>
                      <a:pt x="2114357" y="38575"/>
                    </a:cubicBezTo>
                    <a:lnTo>
                      <a:pt x="2114357" y="2128892"/>
                    </a:lnTo>
                    <a:cubicBezTo>
                      <a:pt x="2114357" y="2139123"/>
                      <a:pt x="2110293" y="2148934"/>
                      <a:pt x="2103058" y="2156168"/>
                    </a:cubicBezTo>
                    <a:cubicBezTo>
                      <a:pt x="2095824" y="2163403"/>
                      <a:pt x="2086013" y="2167467"/>
                      <a:pt x="2075782" y="2167467"/>
                    </a:cubicBezTo>
                    <a:lnTo>
                      <a:pt x="38575" y="2167467"/>
                    </a:lnTo>
                    <a:cubicBezTo>
                      <a:pt x="28344" y="2167467"/>
                      <a:pt x="18532" y="2163403"/>
                      <a:pt x="11298" y="2156168"/>
                    </a:cubicBezTo>
                    <a:cubicBezTo>
                      <a:pt x="4064" y="2148934"/>
                      <a:pt x="0" y="2139123"/>
                      <a:pt x="0" y="2128892"/>
                    </a:cubicBezTo>
                    <a:lnTo>
                      <a:pt x="0" y="38575"/>
                    </a:lnTo>
                    <a:cubicBezTo>
                      <a:pt x="0" y="28344"/>
                      <a:pt x="4064" y="18532"/>
                      <a:pt x="11298" y="11298"/>
                    </a:cubicBezTo>
                    <a:cubicBezTo>
                      <a:pt x="18532" y="4064"/>
                      <a:pt x="28344" y="0"/>
                      <a:pt x="38575" y="0"/>
                    </a:cubicBezTo>
                    <a:close/>
                  </a:path>
                </a:pathLst>
              </a:custGeom>
              <a:solidFill>
                <a:srgbClr val="F4F8FF"/>
              </a:solidFill>
              <a:ln w="1905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5" name="TextBox 5">
                <a:extLst>
                  <a:ext uri="{FF2B5EF4-FFF2-40B4-BE49-F238E27FC236}">
                    <a16:creationId xmlns:a16="http://schemas.microsoft.com/office/drawing/2014/main" id="{AAD10240-1F8B-03CF-E3AB-FD3B38A89137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2114357" cy="22055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ts val="2659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p:grpSp>
        <p:grpSp>
          <p:nvGrpSpPr>
            <p:cNvPr id="6" name="Group 6">
              <a:extLst>
                <a:ext uri="{FF2B5EF4-FFF2-40B4-BE49-F238E27FC236}">
                  <a16:creationId xmlns:a16="http://schemas.microsoft.com/office/drawing/2014/main" id="{A44EEA0A-3736-236D-F3F4-D7868D4D3CD9}"/>
                </a:ext>
              </a:extLst>
            </p:cNvPr>
            <p:cNvGrpSpPr/>
            <p:nvPr/>
          </p:nvGrpSpPr>
          <p:grpSpPr>
            <a:xfrm>
              <a:off x="532397" y="424488"/>
              <a:ext cx="379586" cy="379586"/>
              <a:chOff x="0" y="0"/>
              <a:chExt cx="812800" cy="812800"/>
            </a:xfrm>
          </p:grpSpPr>
          <p:sp>
            <p:nvSpPr>
              <p:cNvPr id="7" name="Freeform 7">
                <a:extLst>
                  <a:ext uri="{FF2B5EF4-FFF2-40B4-BE49-F238E27FC236}">
                    <a16:creationId xmlns:a16="http://schemas.microsoft.com/office/drawing/2014/main" id="{352D8D3D-FE2A-4B02-FF2B-3C23297FC86F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85954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8" name="TextBox 8">
                <a:extLst>
                  <a:ext uri="{FF2B5EF4-FFF2-40B4-BE49-F238E27FC236}">
                    <a16:creationId xmlns:a16="http://schemas.microsoft.com/office/drawing/2014/main" id="{77889402-279A-4068-2B34-FE04E171A433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ts val="2659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p:grp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91FF21FE-54C2-F977-391B-4F782FDB8EB7}"/>
                </a:ext>
              </a:extLst>
            </p:cNvPr>
            <p:cNvGrpSpPr/>
            <p:nvPr/>
          </p:nvGrpSpPr>
          <p:grpSpPr>
            <a:xfrm>
              <a:off x="1075615" y="424488"/>
              <a:ext cx="379586" cy="379586"/>
              <a:chOff x="0" y="0"/>
              <a:chExt cx="812800" cy="812800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DB83EC95-FE1C-8866-39AC-866553595D67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8C954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ACCDC2A2-BE91-63D0-955A-2B901ED76495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ts val="2659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p:grp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F8443D1A-70AF-123B-26F2-E1BD135B88D6}"/>
                </a:ext>
              </a:extLst>
            </p:cNvPr>
            <p:cNvGrpSpPr/>
            <p:nvPr/>
          </p:nvGrpSpPr>
          <p:grpSpPr>
            <a:xfrm>
              <a:off x="1620301" y="424488"/>
              <a:ext cx="379586" cy="379586"/>
              <a:chOff x="0" y="0"/>
              <a:chExt cx="812800" cy="812800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D131765F-47F0-B5CB-A35D-1401AEF22F1D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DCF854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9BD0D2C9-9B49-8F92-FF86-69F191A9778D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ts val="2659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5" name="Group 15">
            <a:extLst>
              <a:ext uri="{FF2B5EF4-FFF2-40B4-BE49-F238E27FC236}">
                <a16:creationId xmlns:a16="http://schemas.microsoft.com/office/drawing/2014/main" id="{4C3D2B8D-0736-0761-DE43-2D5C85B09E76}"/>
              </a:ext>
            </a:extLst>
          </p:cNvPr>
          <p:cNvGrpSpPr/>
          <p:nvPr/>
        </p:nvGrpSpPr>
        <p:grpSpPr>
          <a:xfrm>
            <a:off x="9231352" y="1028700"/>
            <a:ext cx="8027948" cy="8229600"/>
            <a:chOff x="0" y="0"/>
            <a:chExt cx="10703931" cy="10972800"/>
          </a:xfrm>
        </p:grpSpPr>
        <p:grpSp>
          <p:nvGrpSpPr>
            <p:cNvPr id="16" name="Group 16">
              <a:extLst>
                <a:ext uri="{FF2B5EF4-FFF2-40B4-BE49-F238E27FC236}">
                  <a16:creationId xmlns:a16="http://schemas.microsoft.com/office/drawing/2014/main" id="{8CFB4BCB-BF6D-23D3-E24B-864BBF7A6291}"/>
                </a:ext>
              </a:extLst>
            </p:cNvPr>
            <p:cNvGrpSpPr/>
            <p:nvPr/>
          </p:nvGrpSpPr>
          <p:grpSpPr>
            <a:xfrm>
              <a:off x="0" y="0"/>
              <a:ext cx="10703931" cy="10972800"/>
              <a:chOff x="0" y="0"/>
              <a:chExt cx="2114357" cy="2167467"/>
            </a:xfrm>
          </p:grpSpPr>
          <p:sp>
            <p:nvSpPr>
              <p:cNvPr id="17" name="Freeform 17">
                <a:extLst>
                  <a:ext uri="{FF2B5EF4-FFF2-40B4-BE49-F238E27FC236}">
                    <a16:creationId xmlns:a16="http://schemas.microsoft.com/office/drawing/2014/main" id="{F74F29EB-D2CF-6DF3-CD1C-FED8F2D77E18}"/>
                  </a:ext>
                </a:extLst>
              </p:cNvPr>
              <p:cNvSpPr/>
              <p:nvPr/>
            </p:nvSpPr>
            <p:spPr>
              <a:xfrm>
                <a:off x="0" y="0"/>
                <a:ext cx="2114357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2114357" h="2167467">
                    <a:moveTo>
                      <a:pt x="38575" y="0"/>
                    </a:moveTo>
                    <a:lnTo>
                      <a:pt x="2075782" y="0"/>
                    </a:lnTo>
                    <a:cubicBezTo>
                      <a:pt x="2086013" y="0"/>
                      <a:pt x="2095824" y="4064"/>
                      <a:pt x="2103058" y="11298"/>
                    </a:cubicBezTo>
                    <a:cubicBezTo>
                      <a:pt x="2110293" y="18532"/>
                      <a:pt x="2114357" y="28344"/>
                      <a:pt x="2114357" y="38575"/>
                    </a:cubicBezTo>
                    <a:lnTo>
                      <a:pt x="2114357" y="2128892"/>
                    </a:lnTo>
                    <a:cubicBezTo>
                      <a:pt x="2114357" y="2139123"/>
                      <a:pt x="2110293" y="2148934"/>
                      <a:pt x="2103058" y="2156168"/>
                    </a:cubicBezTo>
                    <a:cubicBezTo>
                      <a:pt x="2095824" y="2163403"/>
                      <a:pt x="2086013" y="2167467"/>
                      <a:pt x="2075782" y="2167467"/>
                    </a:cubicBezTo>
                    <a:lnTo>
                      <a:pt x="38575" y="2167467"/>
                    </a:lnTo>
                    <a:cubicBezTo>
                      <a:pt x="28344" y="2167467"/>
                      <a:pt x="18532" y="2163403"/>
                      <a:pt x="11298" y="2156168"/>
                    </a:cubicBezTo>
                    <a:cubicBezTo>
                      <a:pt x="4064" y="2148934"/>
                      <a:pt x="0" y="2139123"/>
                      <a:pt x="0" y="2128892"/>
                    </a:cubicBezTo>
                    <a:lnTo>
                      <a:pt x="0" y="38575"/>
                    </a:lnTo>
                    <a:cubicBezTo>
                      <a:pt x="0" y="28344"/>
                      <a:pt x="4064" y="18532"/>
                      <a:pt x="11298" y="11298"/>
                    </a:cubicBezTo>
                    <a:cubicBezTo>
                      <a:pt x="18532" y="4064"/>
                      <a:pt x="28344" y="0"/>
                      <a:pt x="38575" y="0"/>
                    </a:cubicBezTo>
                    <a:close/>
                  </a:path>
                </a:pathLst>
              </a:custGeom>
              <a:solidFill>
                <a:srgbClr val="F4F8FF"/>
              </a:solidFill>
              <a:ln w="1905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18" name="TextBox 18">
                <a:extLst>
                  <a:ext uri="{FF2B5EF4-FFF2-40B4-BE49-F238E27FC236}">
                    <a16:creationId xmlns:a16="http://schemas.microsoft.com/office/drawing/2014/main" id="{9DCA1036-EBF9-0D8A-5B27-3657BEB44C8B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2114357" cy="22055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ts val="2659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p:grpSp>
        <p:sp>
          <p:nvSpPr>
            <p:cNvPr id="21" name="TextBox 21">
              <a:extLst>
                <a:ext uri="{FF2B5EF4-FFF2-40B4-BE49-F238E27FC236}">
                  <a16:creationId xmlns:a16="http://schemas.microsoft.com/office/drawing/2014/main" id="{193FEB23-DDCD-66BB-5261-9B23F6BD890A}"/>
                </a:ext>
              </a:extLst>
            </p:cNvPr>
            <p:cNvSpPr txBox="1"/>
            <p:nvPr/>
          </p:nvSpPr>
          <p:spPr>
            <a:xfrm>
              <a:off x="567984" y="442281"/>
              <a:ext cx="308413" cy="3262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4" name="TextBox 24">
              <a:extLst>
                <a:ext uri="{FF2B5EF4-FFF2-40B4-BE49-F238E27FC236}">
                  <a16:creationId xmlns:a16="http://schemas.microsoft.com/office/drawing/2014/main" id="{A533B1C1-FDBD-D386-686F-0DBD0552DC20}"/>
                </a:ext>
              </a:extLst>
            </p:cNvPr>
            <p:cNvSpPr txBox="1"/>
            <p:nvPr/>
          </p:nvSpPr>
          <p:spPr>
            <a:xfrm>
              <a:off x="1111201" y="442281"/>
              <a:ext cx="308413" cy="3262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9CC94126-2C3D-DBFF-AB15-4A97A7F5ABD5}"/>
                </a:ext>
              </a:extLst>
            </p:cNvPr>
            <p:cNvSpPr txBox="1"/>
            <p:nvPr/>
          </p:nvSpPr>
          <p:spPr>
            <a:xfrm>
              <a:off x="1655888" y="442281"/>
              <a:ext cx="308413" cy="3262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34" name="TextBox 30">
            <a:extLst>
              <a:ext uri="{FF2B5EF4-FFF2-40B4-BE49-F238E27FC236}">
                <a16:creationId xmlns:a16="http://schemas.microsoft.com/office/drawing/2014/main" id="{31C2E135-85C6-2354-765E-46D2EC2D5436}"/>
              </a:ext>
            </a:extLst>
          </p:cNvPr>
          <p:cNvSpPr txBox="1"/>
          <p:nvPr/>
        </p:nvSpPr>
        <p:spPr>
          <a:xfrm>
            <a:off x="1999526" y="2098858"/>
            <a:ext cx="6382474" cy="677108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 algn="just">
              <a:lnSpc>
                <a:spcPts val="2376"/>
              </a:lnSpc>
            </a:pPr>
            <a:r>
              <a:rPr kumimoji="0" lang="en-US" sz="2000" b="1" i="0" u="none" strike="noStrike" kern="1200" cap="none" spc="84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 Light"/>
                <a:ea typeface="Inter Light"/>
                <a:cs typeface="Inter Light"/>
                <a:sym typeface="Inter Light"/>
              </a:rPr>
              <a:t>Application and Filter Override – </a:t>
            </a:r>
            <a:r>
              <a:rPr kumimoji="0" lang="en-US" sz="2000" i="0" u="none" strike="noStrike" kern="1200" cap="none" spc="84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 Light"/>
                <a:ea typeface="Inter Light"/>
                <a:cs typeface="Inter Light"/>
                <a:sym typeface="Inter Light"/>
              </a:rPr>
              <a:t>in this option you</a:t>
            </a:r>
          </a:p>
          <a:p>
            <a:pPr lvl="0" algn="just">
              <a:lnSpc>
                <a:spcPts val="2376"/>
              </a:lnSpc>
            </a:pPr>
            <a:r>
              <a:rPr kumimoji="0" lang="en-US" sz="2000" i="0" u="none" strike="noStrike" kern="1200" cap="none" spc="84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 Light"/>
                <a:ea typeface="Inter Light"/>
                <a:cs typeface="Inter Light"/>
                <a:sym typeface="Inter Light"/>
              </a:rPr>
              <a:t> can add special effect or filter to the application</a:t>
            </a:r>
          </a:p>
          <a:p>
            <a:pPr lvl="0" algn="just">
              <a:lnSpc>
                <a:spcPts val="2376"/>
              </a:lnSpc>
            </a:pPr>
            <a:r>
              <a:rPr kumimoji="0" lang="en-US" sz="2000" i="0" u="none" strike="noStrike" kern="1200" cap="none" spc="84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 Light"/>
                <a:ea typeface="Inter Light"/>
                <a:cs typeface="Inter Light"/>
                <a:sym typeface="Inter Light"/>
              </a:rPr>
              <a:t> you use like </a:t>
            </a:r>
            <a:r>
              <a:rPr lang="en-US" sz="2000" b="1" spc="84" dirty="0">
                <a:solidFill>
                  <a:srgbClr val="FF0000"/>
                </a:solidFill>
                <a:latin typeface="Inter Light"/>
                <a:ea typeface="Inter Light"/>
                <a:cs typeface="Inter Light"/>
                <a:sym typeface="Inter Light"/>
              </a:rPr>
              <a:t>Y</a:t>
            </a:r>
            <a:r>
              <a:rPr lang="en-US" sz="2000" b="1" spc="84" dirty="0">
                <a:latin typeface="Inter Light"/>
                <a:ea typeface="Inter Light"/>
                <a:cs typeface="Inter Light"/>
                <a:sym typeface="Inter Light"/>
              </a:rPr>
              <a:t>ou</a:t>
            </a:r>
            <a:r>
              <a:rPr lang="en-US" sz="2000" b="1" spc="84" dirty="0">
                <a:solidFill>
                  <a:srgbClr val="FF0000"/>
                </a:solidFill>
                <a:latin typeface="Inter Light"/>
                <a:ea typeface="Inter Light"/>
                <a:cs typeface="Inter Light"/>
                <a:sym typeface="Inter Light"/>
              </a:rPr>
              <a:t>T</a:t>
            </a:r>
            <a:r>
              <a:rPr lang="en-US" sz="2000" b="1" spc="84" dirty="0">
                <a:latin typeface="Inter Light"/>
                <a:ea typeface="Inter Light"/>
                <a:cs typeface="Inter Light"/>
                <a:sym typeface="Inter Light"/>
              </a:rPr>
              <a:t>ube</a:t>
            </a: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for example you can block</a:t>
            </a:r>
          </a:p>
          <a:p>
            <a:pPr lvl="0"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all social media categories and Streaming but</a:t>
            </a:r>
          </a:p>
          <a:p>
            <a:pPr lvl="0"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2000" b="1" spc="84" dirty="0">
                <a:solidFill>
                  <a:srgbClr val="FF0000"/>
                </a:solidFill>
                <a:latin typeface="Inter Light"/>
                <a:ea typeface="Inter Light"/>
                <a:cs typeface="Inter Light"/>
                <a:sym typeface="Inter Light"/>
              </a:rPr>
              <a:t>Y</a:t>
            </a:r>
            <a:r>
              <a:rPr lang="en-US" sz="2000" b="1" spc="84" dirty="0">
                <a:latin typeface="Inter Light"/>
                <a:ea typeface="Inter Light"/>
                <a:cs typeface="Inter Light"/>
                <a:sym typeface="Inter Light"/>
              </a:rPr>
              <a:t>ou</a:t>
            </a:r>
            <a:r>
              <a:rPr lang="en-US" sz="2000" b="1" spc="84" dirty="0">
                <a:solidFill>
                  <a:srgbClr val="FF0000"/>
                </a:solidFill>
                <a:latin typeface="Inter Light"/>
                <a:ea typeface="Inter Light"/>
                <a:cs typeface="Inter Light"/>
                <a:sym typeface="Inter Light"/>
              </a:rPr>
              <a:t>T</a:t>
            </a:r>
            <a:r>
              <a:rPr lang="en-US" sz="2000" b="1" spc="84" dirty="0">
                <a:latin typeface="Inter Light"/>
                <a:ea typeface="Inter Light"/>
                <a:cs typeface="Inter Light"/>
                <a:sym typeface="Inter Light"/>
              </a:rPr>
              <a:t>ube</a:t>
            </a: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and specify what you need from this</a:t>
            </a:r>
          </a:p>
          <a:p>
            <a:pPr lvl="0"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application no just allow</a:t>
            </a:r>
          </a:p>
          <a:p>
            <a:pPr lvl="0" algn="just">
              <a:lnSpc>
                <a:spcPts val="2376"/>
              </a:lnSpc>
            </a:pPr>
            <a:endParaRPr lang="en-US" sz="2000" spc="84" dirty="0">
              <a:solidFill>
                <a:srgbClr val="000000"/>
              </a:solidFill>
              <a:latin typeface="Inter Light"/>
              <a:ea typeface="Inter Light"/>
              <a:cs typeface="Inter Light"/>
              <a:sym typeface="Inter Light"/>
            </a:endParaRPr>
          </a:p>
          <a:p>
            <a:pPr lvl="0"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Here I put example for </a:t>
            </a:r>
            <a:r>
              <a:rPr lang="en-US" sz="2000" b="1" spc="84" dirty="0">
                <a:solidFill>
                  <a:srgbClr val="FF0000"/>
                </a:solidFill>
                <a:latin typeface="Inter Light"/>
                <a:ea typeface="Inter Light"/>
                <a:cs typeface="Inter Light"/>
                <a:sym typeface="Inter Light"/>
              </a:rPr>
              <a:t>N</a:t>
            </a:r>
            <a:r>
              <a:rPr lang="en-US" sz="2000" b="1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etflix</a:t>
            </a: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and </a:t>
            </a:r>
            <a:r>
              <a:rPr lang="en-US" sz="2000" b="1" spc="84" dirty="0">
                <a:solidFill>
                  <a:srgbClr val="FF0000"/>
                </a:solidFill>
                <a:latin typeface="Inter Light"/>
                <a:ea typeface="Inter Light"/>
                <a:cs typeface="Inter Light"/>
                <a:sym typeface="Inter Light"/>
              </a:rPr>
              <a:t>Y</a:t>
            </a:r>
            <a:r>
              <a:rPr lang="en-US" sz="2000" b="1" spc="84" dirty="0">
                <a:latin typeface="Inter Light"/>
                <a:ea typeface="Inter Light"/>
                <a:cs typeface="Inter Light"/>
                <a:sym typeface="Inter Light"/>
              </a:rPr>
              <a:t>ou</a:t>
            </a:r>
            <a:r>
              <a:rPr lang="en-US" sz="2000" b="1" spc="84" dirty="0">
                <a:solidFill>
                  <a:srgbClr val="FF0000"/>
                </a:solidFill>
                <a:latin typeface="Inter Light"/>
                <a:ea typeface="Inter Light"/>
                <a:cs typeface="Inter Light"/>
                <a:sym typeface="Inter Light"/>
              </a:rPr>
              <a:t>T</a:t>
            </a:r>
            <a:r>
              <a:rPr lang="en-US" sz="2000" b="1" spc="84" dirty="0">
                <a:latin typeface="Inter Light"/>
                <a:ea typeface="Inter Light"/>
                <a:cs typeface="Inter Light"/>
                <a:sym typeface="Inter Light"/>
              </a:rPr>
              <a:t>ube</a:t>
            </a:r>
          </a:p>
          <a:p>
            <a:pPr lvl="0" algn="just">
              <a:lnSpc>
                <a:spcPts val="2376"/>
              </a:lnSpc>
            </a:pPr>
            <a:endParaRPr lang="en-US" sz="2000" b="1" spc="84" dirty="0">
              <a:latin typeface="Inter Light"/>
              <a:ea typeface="Inter Light"/>
              <a:cs typeface="Inter Light"/>
              <a:sym typeface="Inter Light"/>
            </a:endParaRPr>
          </a:p>
          <a:p>
            <a:pPr lvl="0" algn="just">
              <a:lnSpc>
                <a:spcPts val="2376"/>
              </a:lnSpc>
            </a:pPr>
            <a:r>
              <a:rPr lang="en-US" sz="2000" b="1" spc="84" dirty="0">
                <a:latin typeface="Inter Light"/>
                <a:ea typeface="Inter Light"/>
                <a:cs typeface="Inter Light"/>
                <a:sym typeface="Inter Light"/>
              </a:rPr>
              <a:t>Another Options </a:t>
            </a:r>
            <a:r>
              <a:rPr lang="en-US" sz="2000" b="1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– </a:t>
            </a: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Block Apps detected on non-</a:t>
            </a:r>
          </a:p>
          <a:p>
            <a:pPr lvl="0"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default ports, like app using http but port</a:t>
            </a:r>
          </a:p>
          <a:p>
            <a:pPr lvl="0"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number not 80 you can customize it.</a:t>
            </a:r>
          </a:p>
          <a:p>
            <a:pPr lvl="0" algn="just">
              <a:lnSpc>
                <a:spcPts val="2376"/>
              </a:lnSpc>
            </a:pPr>
            <a:endParaRPr lang="en-US" sz="2000" spc="84" dirty="0">
              <a:solidFill>
                <a:srgbClr val="000000"/>
              </a:solidFill>
              <a:latin typeface="Inter Light"/>
              <a:ea typeface="Inter Light"/>
              <a:cs typeface="Inter Light"/>
              <a:sym typeface="Inter Light"/>
            </a:endParaRPr>
          </a:p>
          <a:p>
            <a:pPr lvl="0"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2000" b="1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– Logging and allowing DNS traffic</a:t>
            </a:r>
          </a:p>
          <a:p>
            <a:pPr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2000" b="1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– QUIC </a:t>
            </a:r>
            <a:r>
              <a:rPr lang="en-US" sz="2000" dirty="0">
                <a:latin typeface="Inter Light" panose="020B0604020202020204" charset="0"/>
                <a:ea typeface="Inter Light" panose="020B0604020202020204" charset="0"/>
              </a:rPr>
              <a:t>a transport protocol used by applications like</a:t>
            </a:r>
          </a:p>
          <a:p>
            <a:pPr algn="just">
              <a:lnSpc>
                <a:spcPts val="2376"/>
              </a:lnSpc>
            </a:pPr>
            <a:r>
              <a:rPr lang="en-US" sz="2000" dirty="0">
                <a:latin typeface="Inter Light" panose="020B0604020202020204" charset="0"/>
                <a:ea typeface="Inter Light" panose="020B0604020202020204" charset="0"/>
              </a:rPr>
              <a:t> HTTP/3 that can bypass traditional security</a:t>
            </a:r>
          </a:p>
          <a:p>
            <a:pPr algn="just">
              <a:lnSpc>
                <a:spcPts val="2376"/>
              </a:lnSpc>
            </a:pPr>
            <a:r>
              <a:rPr lang="en-US" sz="2000" dirty="0">
                <a:latin typeface="Inter Light" panose="020B0604020202020204" charset="0"/>
                <a:ea typeface="Inter Light" panose="020B0604020202020204" charset="0"/>
              </a:rPr>
              <a:t> measures because it runs over UDP (User Datagram</a:t>
            </a:r>
          </a:p>
          <a:p>
            <a:pPr algn="just">
              <a:lnSpc>
                <a:spcPts val="2376"/>
              </a:lnSpc>
            </a:pPr>
            <a:r>
              <a:rPr lang="en-US" sz="2000" dirty="0">
                <a:latin typeface="Inter Light" panose="020B0604020202020204" charset="0"/>
                <a:ea typeface="Inter Light" panose="020B0604020202020204" charset="0"/>
              </a:rPr>
              <a:t> Protocol) and uses encryption so, here you can block</a:t>
            </a:r>
          </a:p>
          <a:p>
            <a:pPr algn="just">
              <a:lnSpc>
                <a:spcPts val="2376"/>
              </a:lnSpc>
            </a:pPr>
            <a:r>
              <a:rPr lang="en-US" sz="2000" dirty="0">
                <a:latin typeface="Inter Light" panose="020B0604020202020204" charset="0"/>
                <a:ea typeface="Inter Light" panose="020B0604020202020204" charset="0"/>
              </a:rPr>
              <a:t> or allow this protocol, in newer </a:t>
            </a:r>
            <a:r>
              <a:rPr lang="en-US" sz="2000" dirty="0" err="1">
                <a:latin typeface="Inter Light" panose="020B0604020202020204" charset="0"/>
                <a:ea typeface="Inter Light" panose="020B0604020202020204" charset="0"/>
              </a:rPr>
              <a:t>FortiOS</a:t>
            </a:r>
            <a:r>
              <a:rPr lang="en-US" sz="2000" dirty="0">
                <a:latin typeface="Inter Light" panose="020B0604020202020204" charset="0"/>
                <a:ea typeface="Inter Light" panose="020B0604020202020204" charset="0"/>
              </a:rPr>
              <a:t> versions this</a:t>
            </a:r>
          </a:p>
          <a:p>
            <a:pPr algn="just">
              <a:lnSpc>
                <a:spcPts val="2376"/>
              </a:lnSpc>
            </a:pPr>
            <a:r>
              <a:rPr lang="en-US" sz="2000" dirty="0">
                <a:latin typeface="Inter Light" panose="020B0604020202020204" charset="0"/>
                <a:ea typeface="Inter Light" panose="020B0604020202020204" charset="0"/>
              </a:rPr>
              <a:t> protocol is blocked by default</a:t>
            </a:r>
          </a:p>
          <a:p>
            <a:pPr algn="just">
              <a:lnSpc>
                <a:spcPts val="2376"/>
              </a:lnSpc>
            </a:pPr>
            <a:r>
              <a:rPr lang="en-US" sz="2000" b="1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– Replacement Messages for HTTP-based Apps</a:t>
            </a:r>
          </a:p>
          <a:p>
            <a:pPr algn="just">
              <a:lnSpc>
                <a:spcPts val="2376"/>
              </a:lnSpc>
            </a:pPr>
            <a:r>
              <a:rPr lang="en-US" sz="2000" b="1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can show it or hide as you like</a:t>
            </a:r>
            <a:endParaRPr lang="en-US" sz="2000" spc="84" dirty="0">
              <a:solidFill>
                <a:srgbClr val="000000"/>
              </a:solidFill>
              <a:latin typeface="Inter Light" panose="020B0604020202020204" charset="0"/>
              <a:ea typeface="Inter Light" panose="020B0604020202020204" charset="0"/>
              <a:cs typeface="Inter Light"/>
              <a:sym typeface="Inter Light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BD1188B9-D722-3922-A907-8359A5549D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42551" y="1514546"/>
            <a:ext cx="6381750" cy="36576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A3A1C669-1A55-A9D5-51E9-D5D0A64A55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6373" y="5172146"/>
            <a:ext cx="6742101" cy="351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52939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271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D598AC-1009-07AF-7E78-378E10904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F7D67450-7CC8-7CDF-D1A1-78C2CD23B454}"/>
              </a:ext>
            </a:extLst>
          </p:cNvPr>
          <p:cNvGrpSpPr/>
          <p:nvPr/>
        </p:nvGrpSpPr>
        <p:grpSpPr>
          <a:xfrm>
            <a:off x="1028700" y="1028700"/>
            <a:ext cx="8027948" cy="8229600"/>
            <a:chOff x="0" y="0"/>
            <a:chExt cx="10703931" cy="10972800"/>
          </a:xfrm>
        </p:grpSpPr>
        <p:grpSp>
          <p:nvGrpSpPr>
            <p:cNvPr id="3" name="Group 3">
              <a:extLst>
                <a:ext uri="{FF2B5EF4-FFF2-40B4-BE49-F238E27FC236}">
                  <a16:creationId xmlns:a16="http://schemas.microsoft.com/office/drawing/2014/main" id="{25A2075F-3D48-D84A-983B-C4A761EEB95E}"/>
                </a:ext>
              </a:extLst>
            </p:cNvPr>
            <p:cNvGrpSpPr/>
            <p:nvPr/>
          </p:nvGrpSpPr>
          <p:grpSpPr>
            <a:xfrm>
              <a:off x="0" y="0"/>
              <a:ext cx="10703931" cy="10972800"/>
              <a:chOff x="0" y="0"/>
              <a:chExt cx="2114357" cy="2167467"/>
            </a:xfrm>
          </p:grpSpPr>
          <p:sp>
            <p:nvSpPr>
              <p:cNvPr id="4" name="Freeform 4">
                <a:extLst>
                  <a:ext uri="{FF2B5EF4-FFF2-40B4-BE49-F238E27FC236}">
                    <a16:creationId xmlns:a16="http://schemas.microsoft.com/office/drawing/2014/main" id="{4248010C-D35E-18FE-21BC-C9EA18BD3935}"/>
                  </a:ext>
                </a:extLst>
              </p:cNvPr>
              <p:cNvSpPr/>
              <p:nvPr/>
            </p:nvSpPr>
            <p:spPr>
              <a:xfrm>
                <a:off x="0" y="0"/>
                <a:ext cx="2114357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2114357" h="2167467">
                    <a:moveTo>
                      <a:pt x="38575" y="0"/>
                    </a:moveTo>
                    <a:lnTo>
                      <a:pt x="2075782" y="0"/>
                    </a:lnTo>
                    <a:cubicBezTo>
                      <a:pt x="2086013" y="0"/>
                      <a:pt x="2095824" y="4064"/>
                      <a:pt x="2103058" y="11298"/>
                    </a:cubicBezTo>
                    <a:cubicBezTo>
                      <a:pt x="2110293" y="18532"/>
                      <a:pt x="2114357" y="28344"/>
                      <a:pt x="2114357" y="38575"/>
                    </a:cubicBezTo>
                    <a:lnTo>
                      <a:pt x="2114357" y="2128892"/>
                    </a:lnTo>
                    <a:cubicBezTo>
                      <a:pt x="2114357" y="2139123"/>
                      <a:pt x="2110293" y="2148934"/>
                      <a:pt x="2103058" y="2156168"/>
                    </a:cubicBezTo>
                    <a:cubicBezTo>
                      <a:pt x="2095824" y="2163403"/>
                      <a:pt x="2086013" y="2167467"/>
                      <a:pt x="2075782" y="2167467"/>
                    </a:cubicBezTo>
                    <a:lnTo>
                      <a:pt x="38575" y="2167467"/>
                    </a:lnTo>
                    <a:cubicBezTo>
                      <a:pt x="28344" y="2167467"/>
                      <a:pt x="18532" y="2163403"/>
                      <a:pt x="11298" y="2156168"/>
                    </a:cubicBezTo>
                    <a:cubicBezTo>
                      <a:pt x="4064" y="2148934"/>
                      <a:pt x="0" y="2139123"/>
                      <a:pt x="0" y="2128892"/>
                    </a:cubicBezTo>
                    <a:lnTo>
                      <a:pt x="0" y="38575"/>
                    </a:lnTo>
                    <a:cubicBezTo>
                      <a:pt x="0" y="28344"/>
                      <a:pt x="4064" y="18532"/>
                      <a:pt x="11298" y="11298"/>
                    </a:cubicBezTo>
                    <a:cubicBezTo>
                      <a:pt x="18532" y="4064"/>
                      <a:pt x="28344" y="0"/>
                      <a:pt x="38575" y="0"/>
                    </a:cubicBezTo>
                    <a:close/>
                  </a:path>
                </a:pathLst>
              </a:custGeom>
              <a:solidFill>
                <a:srgbClr val="F4F8FF"/>
              </a:solidFill>
              <a:ln w="1905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5" name="TextBox 5">
                <a:extLst>
                  <a:ext uri="{FF2B5EF4-FFF2-40B4-BE49-F238E27FC236}">
                    <a16:creationId xmlns:a16="http://schemas.microsoft.com/office/drawing/2014/main" id="{8977C604-59FE-7668-3BE3-86AB20E82889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2114357" cy="22055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ts val="2659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p:grpSp>
        <p:grpSp>
          <p:nvGrpSpPr>
            <p:cNvPr id="6" name="Group 6">
              <a:extLst>
                <a:ext uri="{FF2B5EF4-FFF2-40B4-BE49-F238E27FC236}">
                  <a16:creationId xmlns:a16="http://schemas.microsoft.com/office/drawing/2014/main" id="{C952897E-18DA-65F4-3B48-49EB57CB1A60}"/>
                </a:ext>
              </a:extLst>
            </p:cNvPr>
            <p:cNvGrpSpPr/>
            <p:nvPr/>
          </p:nvGrpSpPr>
          <p:grpSpPr>
            <a:xfrm>
              <a:off x="532397" y="424488"/>
              <a:ext cx="379586" cy="379586"/>
              <a:chOff x="0" y="0"/>
              <a:chExt cx="812800" cy="812800"/>
            </a:xfrm>
          </p:grpSpPr>
          <p:sp>
            <p:nvSpPr>
              <p:cNvPr id="7" name="Freeform 7">
                <a:extLst>
                  <a:ext uri="{FF2B5EF4-FFF2-40B4-BE49-F238E27FC236}">
                    <a16:creationId xmlns:a16="http://schemas.microsoft.com/office/drawing/2014/main" id="{B3CB24F9-4A69-E618-74E4-1680934A2571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85954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8" name="TextBox 8">
                <a:extLst>
                  <a:ext uri="{FF2B5EF4-FFF2-40B4-BE49-F238E27FC236}">
                    <a16:creationId xmlns:a16="http://schemas.microsoft.com/office/drawing/2014/main" id="{4C2A505F-F534-451D-C946-95CE4930A498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ts val="2659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p:grp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CC6AE42F-CFB5-6B3E-6805-27A42E584FEB}"/>
                </a:ext>
              </a:extLst>
            </p:cNvPr>
            <p:cNvGrpSpPr/>
            <p:nvPr/>
          </p:nvGrpSpPr>
          <p:grpSpPr>
            <a:xfrm>
              <a:off x="1075615" y="424488"/>
              <a:ext cx="379586" cy="379586"/>
              <a:chOff x="0" y="0"/>
              <a:chExt cx="812800" cy="812800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2FF72E3C-DB99-C7EC-E6DF-81247FE9D2E6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8C954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135FF165-5C8C-8F3E-642A-D2A23151F2D9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ts val="2659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p:grp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F29D94B7-6CEC-F28F-C92E-3D5A539F75DC}"/>
                </a:ext>
              </a:extLst>
            </p:cNvPr>
            <p:cNvGrpSpPr/>
            <p:nvPr/>
          </p:nvGrpSpPr>
          <p:grpSpPr>
            <a:xfrm>
              <a:off x="1620301" y="424488"/>
              <a:ext cx="379586" cy="379586"/>
              <a:chOff x="0" y="0"/>
              <a:chExt cx="812800" cy="812800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16E1A95A-390C-2670-6C93-B59EB6E4F9C4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DCF854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1F5E5615-7772-5A16-AC03-229DEF669CE7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ts val="2659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5" name="Group 15">
            <a:extLst>
              <a:ext uri="{FF2B5EF4-FFF2-40B4-BE49-F238E27FC236}">
                <a16:creationId xmlns:a16="http://schemas.microsoft.com/office/drawing/2014/main" id="{60D5C26A-133B-B637-E4B0-0D6CE9F83236}"/>
              </a:ext>
            </a:extLst>
          </p:cNvPr>
          <p:cNvGrpSpPr/>
          <p:nvPr/>
        </p:nvGrpSpPr>
        <p:grpSpPr>
          <a:xfrm>
            <a:off x="9231352" y="1028700"/>
            <a:ext cx="8027948" cy="8229600"/>
            <a:chOff x="0" y="0"/>
            <a:chExt cx="10703931" cy="10972800"/>
          </a:xfrm>
        </p:grpSpPr>
        <p:grpSp>
          <p:nvGrpSpPr>
            <p:cNvPr id="16" name="Group 16">
              <a:extLst>
                <a:ext uri="{FF2B5EF4-FFF2-40B4-BE49-F238E27FC236}">
                  <a16:creationId xmlns:a16="http://schemas.microsoft.com/office/drawing/2014/main" id="{E5528F6E-7C6B-F841-DA7C-C1DF3E9A7FF1}"/>
                </a:ext>
              </a:extLst>
            </p:cNvPr>
            <p:cNvGrpSpPr/>
            <p:nvPr/>
          </p:nvGrpSpPr>
          <p:grpSpPr>
            <a:xfrm>
              <a:off x="0" y="0"/>
              <a:ext cx="10703931" cy="10972800"/>
              <a:chOff x="0" y="0"/>
              <a:chExt cx="2114357" cy="2167467"/>
            </a:xfrm>
          </p:grpSpPr>
          <p:sp>
            <p:nvSpPr>
              <p:cNvPr id="17" name="Freeform 17">
                <a:extLst>
                  <a:ext uri="{FF2B5EF4-FFF2-40B4-BE49-F238E27FC236}">
                    <a16:creationId xmlns:a16="http://schemas.microsoft.com/office/drawing/2014/main" id="{DEAB1A91-E009-CCD7-C834-EF8284E72210}"/>
                  </a:ext>
                </a:extLst>
              </p:cNvPr>
              <p:cNvSpPr/>
              <p:nvPr/>
            </p:nvSpPr>
            <p:spPr>
              <a:xfrm>
                <a:off x="0" y="0"/>
                <a:ext cx="2114357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2114357" h="2167467">
                    <a:moveTo>
                      <a:pt x="38575" y="0"/>
                    </a:moveTo>
                    <a:lnTo>
                      <a:pt x="2075782" y="0"/>
                    </a:lnTo>
                    <a:cubicBezTo>
                      <a:pt x="2086013" y="0"/>
                      <a:pt x="2095824" y="4064"/>
                      <a:pt x="2103058" y="11298"/>
                    </a:cubicBezTo>
                    <a:cubicBezTo>
                      <a:pt x="2110293" y="18532"/>
                      <a:pt x="2114357" y="28344"/>
                      <a:pt x="2114357" y="38575"/>
                    </a:cubicBezTo>
                    <a:lnTo>
                      <a:pt x="2114357" y="2128892"/>
                    </a:lnTo>
                    <a:cubicBezTo>
                      <a:pt x="2114357" y="2139123"/>
                      <a:pt x="2110293" y="2148934"/>
                      <a:pt x="2103058" y="2156168"/>
                    </a:cubicBezTo>
                    <a:cubicBezTo>
                      <a:pt x="2095824" y="2163403"/>
                      <a:pt x="2086013" y="2167467"/>
                      <a:pt x="2075782" y="2167467"/>
                    </a:cubicBezTo>
                    <a:lnTo>
                      <a:pt x="38575" y="2167467"/>
                    </a:lnTo>
                    <a:cubicBezTo>
                      <a:pt x="28344" y="2167467"/>
                      <a:pt x="18532" y="2163403"/>
                      <a:pt x="11298" y="2156168"/>
                    </a:cubicBezTo>
                    <a:cubicBezTo>
                      <a:pt x="4064" y="2148934"/>
                      <a:pt x="0" y="2139123"/>
                      <a:pt x="0" y="2128892"/>
                    </a:cubicBezTo>
                    <a:lnTo>
                      <a:pt x="0" y="38575"/>
                    </a:lnTo>
                    <a:cubicBezTo>
                      <a:pt x="0" y="28344"/>
                      <a:pt x="4064" y="18532"/>
                      <a:pt x="11298" y="11298"/>
                    </a:cubicBezTo>
                    <a:cubicBezTo>
                      <a:pt x="18532" y="4064"/>
                      <a:pt x="28344" y="0"/>
                      <a:pt x="38575" y="0"/>
                    </a:cubicBezTo>
                    <a:close/>
                  </a:path>
                </a:pathLst>
              </a:custGeom>
              <a:solidFill>
                <a:srgbClr val="F4F8FF"/>
              </a:solidFill>
              <a:ln w="1905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18" name="TextBox 18">
                <a:extLst>
                  <a:ext uri="{FF2B5EF4-FFF2-40B4-BE49-F238E27FC236}">
                    <a16:creationId xmlns:a16="http://schemas.microsoft.com/office/drawing/2014/main" id="{F0DF225C-2D4A-5820-3533-20E6DFE9228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2114357" cy="22055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ts val="2659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p:grpSp>
        <p:sp>
          <p:nvSpPr>
            <p:cNvPr id="21" name="TextBox 21">
              <a:extLst>
                <a:ext uri="{FF2B5EF4-FFF2-40B4-BE49-F238E27FC236}">
                  <a16:creationId xmlns:a16="http://schemas.microsoft.com/office/drawing/2014/main" id="{3638D273-0511-5588-4C03-78B7D3C04348}"/>
                </a:ext>
              </a:extLst>
            </p:cNvPr>
            <p:cNvSpPr txBox="1"/>
            <p:nvPr/>
          </p:nvSpPr>
          <p:spPr>
            <a:xfrm>
              <a:off x="567984" y="442281"/>
              <a:ext cx="308413" cy="3262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4" name="TextBox 24">
              <a:extLst>
                <a:ext uri="{FF2B5EF4-FFF2-40B4-BE49-F238E27FC236}">
                  <a16:creationId xmlns:a16="http://schemas.microsoft.com/office/drawing/2014/main" id="{FF46FB95-BEAC-8AA2-7262-EB60EC2F5819}"/>
                </a:ext>
              </a:extLst>
            </p:cNvPr>
            <p:cNvSpPr txBox="1"/>
            <p:nvPr/>
          </p:nvSpPr>
          <p:spPr>
            <a:xfrm>
              <a:off x="1111201" y="442281"/>
              <a:ext cx="308413" cy="3262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BB4630C5-3DD1-0627-C306-864BECC8AA54}"/>
                </a:ext>
              </a:extLst>
            </p:cNvPr>
            <p:cNvSpPr txBox="1"/>
            <p:nvPr/>
          </p:nvSpPr>
          <p:spPr>
            <a:xfrm>
              <a:off x="1655888" y="442281"/>
              <a:ext cx="308413" cy="3262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34" name="TextBox 30">
            <a:extLst>
              <a:ext uri="{FF2B5EF4-FFF2-40B4-BE49-F238E27FC236}">
                <a16:creationId xmlns:a16="http://schemas.microsoft.com/office/drawing/2014/main" id="{E95E0D92-4D30-5E5D-6BAD-D847AA0F5D49}"/>
              </a:ext>
            </a:extLst>
          </p:cNvPr>
          <p:cNvSpPr txBox="1"/>
          <p:nvPr/>
        </p:nvSpPr>
        <p:spPr>
          <a:xfrm>
            <a:off x="1999526" y="2098858"/>
            <a:ext cx="6382474" cy="40010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 algn="just">
              <a:lnSpc>
                <a:spcPts val="2376"/>
              </a:lnSpc>
            </a:pPr>
            <a:r>
              <a:rPr lang="en-US" sz="2000" b="1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Keep in Mind </a:t>
            </a: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&gt; Deep inspection required!</a:t>
            </a:r>
          </a:p>
          <a:p>
            <a:pPr lvl="0" algn="just">
              <a:lnSpc>
                <a:spcPts val="2376"/>
              </a:lnSpc>
            </a:pPr>
            <a:endParaRPr lang="en-US" sz="2000" spc="84" dirty="0">
              <a:solidFill>
                <a:srgbClr val="000000"/>
              </a:solidFill>
              <a:latin typeface="Inter Light"/>
              <a:ea typeface="Inter Light"/>
              <a:cs typeface="Inter Light"/>
              <a:sym typeface="Inter Light"/>
            </a:endParaRPr>
          </a:p>
          <a:p>
            <a:pPr lvl="0"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As provided, Microsoft Outlook is working as</a:t>
            </a:r>
          </a:p>
          <a:p>
            <a:pPr lvl="0"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mentioned work-only (App control profile) used</a:t>
            </a:r>
          </a:p>
          <a:p>
            <a:pPr lvl="0"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 </a:t>
            </a:r>
          </a:p>
          <a:p>
            <a:pPr lvl="0"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While any streaming app is not working or social</a:t>
            </a:r>
          </a:p>
          <a:p>
            <a:pPr lvl="0"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media</a:t>
            </a:r>
          </a:p>
          <a:p>
            <a:pPr lvl="0" algn="just">
              <a:lnSpc>
                <a:spcPts val="2376"/>
              </a:lnSpc>
            </a:pPr>
            <a:endParaRPr lang="en-US" sz="2000" spc="84" dirty="0">
              <a:solidFill>
                <a:srgbClr val="000000"/>
              </a:solidFill>
              <a:latin typeface="Inter Light"/>
              <a:ea typeface="Inter Light"/>
              <a:cs typeface="Inter Light"/>
              <a:sym typeface="Inter Light"/>
            </a:endParaRPr>
          </a:p>
          <a:p>
            <a:pPr lvl="0"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even trying to access Instagram from bing.com</a:t>
            </a:r>
          </a:p>
          <a:p>
            <a:pPr lvl="0" algn="just">
              <a:lnSpc>
                <a:spcPts val="2376"/>
              </a:lnSpc>
            </a:pPr>
            <a:r>
              <a:rPr lang="en-US" sz="2000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 it still blocked</a:t>
            </a:r>
          </a:p>
          <a:p>
            <a:pPr lvl="0" algn="just">
              <a:lnSpc>
                <a:spcPts val="2376"/>
              </a:lnSpc>
            </a:pPr>
            <a:endParaRPr lang="en-US" sz="2000" spc="84" dirty="0">
              <a:solidFill>
                <a:srgbClr val="000000"/>
              </a:solidFill>
              <a:latin typeface="Inter Light"/>
              <a:ea typeface="Inter Light"/>
              <a:cs typeface="Inter Light"/>
              <a:sym typeface="Inter Light"/>
            </a:endParaRPr>
          </a:p>
          <a:p>
            <a:pPr lvl="0" algn="just">
              <a:lnSpc>
                <a:spcPts val="2376"/>
              </a:lnSpc>
            </a:pPr>
            <a:endParaRPr lang="en-US" sz="2000" spc="84" dirty="0">
              <a:solidFill>
                <a:srgbClr val="000000"/>
              </a:solidFill>
              <a:latin typeface="Inter Light"/>
              <a:ea typeface="Inter Light"/>
              <a:cs typeface="Inter Light"/>
              <a:sym typeface="Inter Light"/>
            </a:endParaRPr>
          </a:p>
          <a:p>
            <a:pPr lvl="0" algn="just">
              <a:lnSpc>
                <a:spcPts val="2376"/>
              </a:lnSpc>
            </a:pPr>
            <a:endParaRPr lang="en-US" sz="2000" spc="84" dirty="0">
              <a:solidFill>
                <a:srgbClr val="000000"/>
              </a:solidFill>
              <a:latin typeface="Inter Light"/>
              <a:ea typeface="Inter Light"/>
              <a:cs typeface="Inter Light"/>
              <a:sym typeface="Inter Light"/>
            </a:endParaRP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7064F7E0-3B25-80C1-2D99-51B4795B90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55946" y="1407523"/>
            <a:ext cx="7448550" cy="3229328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29322877-D0C5-1E8F-F2CD-E0DEEA0933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734"/>
          <a:stretch/>
        </p:blipFill>
        <p:spPr>
          <a:xfrm>
            <a:off x="9448801" y="4638628"/>
            <a:ext cx="7448550" cy="1033298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E73F556D-7C83-22B6-D212-4C018CD8E0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03047" y="5584580"/>
            <a:ext cx="5479254" cy="330390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2E5C09D-50B3-50D7-5506-05F4E5C40B3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57481"/>
          <a:stretch/>
        </p:blipFill>
        <p:spPr>
          <a:xfrm>
            <a:off x="9504299" y="7985808"/>
            <a:ext cx="7482054" cy="1143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CC0A52BB-E4AA-B971-DD2A-9DFA12AD377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935611" y="5816587"/>
            <a:ext cx="1936340" cy="1559247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750F5BF2-99DF-1ED9-5AF8-6506E7A823B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43246" y="5696702"/>
            <a:ext cx="3053554" cy="2334059"/>
          </a:xfrm>
          <a:prstGeom prst="rect">
            <a:avLst/>
          </a:prstGeom>
        </p:spPr>
      </p:pic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D485830-B5F0-ECDD-FBDF-6BE922256DAB}"/>
              </a:ext>
            </a:extLst>
          </p:cNvPr>
          <p:cNvCxnSpPr/>
          <p:nvPr/>
        </p:nvCxnSpPr>
        <p:spPr>
          <a:xfrm>
            <a:off x="12954000" y="6596210"/>
            <a:ext cx="175260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67932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271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E8EECD-37B7-897B-F784-53431DC2B8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A4616AA9-991C-C202-760C-769B646BD67C}"/>
              </a:ext>
            </a:extLst>
          </p:cNvPr>
          <p:cNvGrpSpPr/>
          <p:nvPr/>
        </p:nvGrpSpPr>
        <p:grpSpPr>
          <a:xfrm>
            <a:off x="1028700" y="1028700"/>
            <a:ext cx="15887700" cy="7696200"/>
            <a:chOff x="0" y="0"/>
            <a:chExt cx="10703931" cy="10972800"/>
          </a:xfrm>
        </p:grpSpPr>
        <p:grpSp>
          <p:nvGrpSpPr>
            <p:cNvPr id="3" name="Group 3">
              <a:extLst>
                <a:ext uri="{FF2B5EF4-FFF2-40B4-BE49-F238E27FC236}">
                  <a16:creationId xmlns:a16="http://schemas.microsoft.com/office/drawing/2014/main" id="{EAC29129-13DF-4B8E-EDB1-2280F81C0FD5}"/>
                </a:ext>
              </a:extLst>
            </p:cNvPr>
            <p:cNvGrpSpPr/>
            <p:nvPr/>
          </p:nvGrpSpPr>
          <p:grpSpPr>
            <a:xfrm>
              <a:off x="0" y="0"/>
              <a:ext cx="10703931" cy="10972800"/>
              <a:chOff x="0" y="0"/>
              <a:chExt cx="2114357" cy="2167467"/>
            </a:xfrm>
          </p:grpSpPr>
          <p:sp>
            <p:nvSpPr>
              <p:cNvPr id="4" name="Freeform 4">
                <a:extLst>
                  <a:ext uri="{FF2B5EF4-FFF2-40B4-BE49-F238E27FC236}">
                    <a16:creationId xmlns:a16="http://schemas.microsoft.com/office/drawing/2014/main" id="{4F282CE1-4524-58F6-A135-2EAB4136A554}"/>
                  </a:ext>
                </a:extLst>
              </p:cNvPr>
              <p:cNvSpPr/>
              <p:nvPr/>
            </p:nvSpPr>
            <p:spPr>
              <a:xfrm>
                <a:off x="0" y="0"/>
                <a:ext cx="2114357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2114357" h="2167467">
                    <a:moveTo>
                      <a:pt x="38575" y="0"/>
                    </a:moveTo>
                    <a:lnTo>
                      <a:pt x="2075782" y="0"/>
                    </a:lnTo>
                    <a:cubicBezTo>
                      <a:pt x="2086013" y="0"/>
                      <a:pt x="2095824" y="4064"/>
                      <a:pt x="2103058" y="11298"/>
                    </a:cubicBezTo>
                    <a:cubicBezTo>
                      <a:pt x="2110293" y="18532"/>
                      <a:pt x="2114357" y="28344"/>
                      <a:pt x="2114357" y="38575"/>
                    </a:cubicBezTo>
                    <a:lnTo>
                      <a:pt x="2114357" y="2128892"/>
                    </a:lnTo>
                    <a:cubicBezTo>
                      <a:pt x="2114357" y="2139123"/>
                      <a:pt x="2110293" y="2148934"/>
                      <a:pt x="2103058" y="2156168"/>
                    </a:cubicBezTo>
                    <a:cubicBezTo>
                      <a:pt x="2095824" y="2163403"/>
                      <a:pt x="2086013" y="2167467"/>
                      <a:pt x="2075782" y="2167467"/>
                    </a:cubicBezTo>
                    <a:lnTo>
                      <a:pt x="38575" y="2167467"/>
                    </a:lnTo>
                    <a:cubicBezTo>
                      <a:pt x="28344" y="2167467"/>
                      <a:pt x="18532" y="2163403"/>
                      <a:pt x="11298" y="2156168"/>
                    </a:cubicBezTo>
                    <a:cubicBezTo>
                      <a:pt x="4064" y="2148934"/>
                      <a:pt x="0" y="2139123"/>
                      <a:pt x="0" y="2128892"/>
                    </a:cubicBezTo>
                    <a:lnTo>
                      <a:pt x="0" y="38575"/>
                    </a:lnTo>
                    <a:cubicBezTo>
                      <a:pt x="0" y="28344"/>
                      <a:pt x="4064" y="18532"/>
                      <a:pt x="11298" y="11298"/>
                    </a:cubicBezTo>
                    <a:cubicBezTo>
                      <a:pt x="18532" y="4064"/>
                      <a:pt x="28344" y="0"/>
                      <a:pt x="38575" y="0"/>
                    </a:cubicBezTo>
                    <a:close/>
                  </a:path>
                </a:pathLst>
              </a:custGeom>
              <a:solidFill>
                <a:srgbClr val="F4F8FF"/>
              </a:solidFill>
              <a:ln w="1905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5" name="TextBox 5">
                <a:extLst>
                  <a:ext uri="{FF2B5EF4-FFF2-40B4-BE49-F238E27FC236}">
                    <a16:creationId xmlns:a16="http://schemas.microsoft.com/office/drawing/2014/main" id="{1E1950AF-E542-E6FC-F3D5-95EE0A86C1D2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2114357" cy="22055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ts val="2659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p:grp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8FC0D105-1449-320A-DD11-6C9143026702}"/>
                </a:ext>
              </a:extLst>
            </p:cNvPr>
            <p:cNvSpPr txBox="1"/>
            <p:nvPr/>
          </p:nvSpPr>
          <p:spPr>
            <a:xfrm>
              <a:off x="567983" y="442281"/>
              <a:ext cx="308414" cy="3262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224F96B9-FF6C-807D-4BE3-37E4F96A9A50}"/>
                </a:ext>
              </a:extLst>
            </p:cNvPr>
            <p:cNvSpPr txBox="1"/>
            <p:nvPr/>
          </p:nvSpPr>
          <p:spPr>
            <a:xfrm>
              <a:off x="1111201" y="442281"/>
              <a:ext cx="308414" cy="3262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9E73008B-988F-CE22-4EB9-A1D37849BAF1}"/>
                </a:ext>
              </a:extLst>
            </p:cNvPr>
            <p:cNvSpPr txBox="1"/>
            <p:nvPr/>
          </p:nvSpPr>
          <p:spPr>
            <a:xfrm>
              <a:off x="1655887" y="442281"/>
              <a:ext cx="308414" cy="3262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15" name="Group 15">
            <a:extLst>
              <a:ext uri="{FF2B5EF4-FFF2-40B4-BE49-F238E27FC236}">
                <a16:creationId xmlns:a16="http://schemas.microsoft.com/office/drawing/2014/main" id="{71AA2CDF-6203-450A-1D11-7DDEE575DD67}"/>
              </a:ext>
            </a:extLst>
          </p:cNvPr>
          <p:cNvGrpSpPr/>
          <p:nvPr/>
        </p:nvGrpSpPr>
        <p:grpSpPr>
          <a:xfrm>
            <a:off x="9231352" y="884039"/>
            <a:ext cx="8027948" cy="8374261"/>
            <a:chOff x="0" y="-192881"/>
            <a:chExt cx="10703931" cy="11165681"/>
          </a:xfrm>
        </p:grpSpPr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89FB9905-0388-955E-4BCB-215AC3014DE8}"/>
                </a:ext>
              </a:extLst>
            </p:cNvPr>
            <p:cNvSpPr txBox="1"/>
            <p:nvPr/>
          </p:nvSpPr>
          <p:spPr>
            <a:xfrm>
              <a:off x="0" y="-192881"/>
              <a:ext cx="10703931" cy="1116568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1" name="TextBox 21">
              <a:extLst>
                <a:ext uri="{FF2B5EF4-FFF2-40B4-BE49-F238E27FC236}">
                  <a16:creationId xmlns:a16="http://schemas.microsoft.com/office/drawing/2014/main" id="{6AC7BDC9-0AEE-B40C-7620-465E56E500B1}"/>
                </a:ext>
              </a:extLst>
            </p:cNvPr>
            <p:cNvSpPr txBox="1"/>
            <p:nvPr/>
          </p:nvSpPr>
          <p:spPr>
            <a:xfrm>
              <a:off x="567984" y="442281"/>
              <a:ext cx="308413" cy="3262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CC9876D4-3222-3579-7917-4E4A13D03CA2}"/>
                </a:ext>
              </a:extLst>
            </p:cNvPr>
            <p:cNvSpPr txBox="1"/>
            <p:nvPr/>
          </p:nvSpPr>
          <p:spPr>
            <a:xfrm>
              <a:off x="1655888" y="442281"/>
              <a:ext cx="308413" cy="3262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30" name="TextBox 30">
            <a:extLst>
              <a:ext uri="{FF2B5EF4-FFF2-40B4-BE49-F238E27FC236}">
                <a16:creationId xmlns:a16="http://schemas.microsoft.com/office/drawing/2014/main" id="{499C6EB5-8319-56F1-A585-C9B7D6D4CEF8}"/>
              </a:ext>
            </a:extLst>
          </p:cNvPr>
          <p:cNvSpPr txBox="1"/>
          <p:nvPr/>
        </p:nvSpPr>
        <p:spPr>
          <a:xfrm>
            <a:off x="2111868" y="2145523"/>
            <a:ext cx="1590120" cy="3536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 algn="just">
              <a:lnSpc>
                <a:spcPts val="2376"/>
              </a:lnSpc>
            </a:pPr>
            <a:r>
              <a:rPr lang="en-US" sz="4000" b="1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LOGS!</a:t>
            </a:r>
            <a:r>
              <a:rPr lang="en-US" sz="2000" spc="84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 Light"/>
                <a:sym typeface="Inter Light"/>
              </a:rPr>
              <a:t> </a:t>
            </a:r>
          </a:p>
        </p:txBody>
      </p:sp>
      <p:sp>
        <p:nvSpPr>
          <p:cNvPr id="26" name="Freeform 7">
            <a:extLst>
              <a:ext uri="{FF2B5EF4-FFF2-40B4-BE49-F238E27FC236}">
                <a16:creationId xmlns:a16="http://schemas.microsoft.com/office/drawing/2014/main" id="{066A230F-C0BA-63B3-681E-A6FBA12F8CDA}"/>
              </a:ext>
            </a:extLst>
          </p:cNvPr>
          <p:cNvSpPr/>
          <p:nvPr/>
        </p:nvSpPr>
        <p:spPr>
          <a:xfrm>
            <a:off x="1427998" y="1347066"/>
            <a:ext cx="284689" cy="284690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85954"/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9" name="Freeform 10">
            <a:extLst>
              <a:ext uri="{FF2B5EF4-FFF2-40B4-BE49-F238E27FC236}">
                <a16:creationId xmlns:a16="http://schemas.microsoft.com/office/drawing/2014/main" id="{27AFF314-1565-5AFB-8413-532464C1772F}"/>
              </a:ext>
            </a:extLst>
          </p:cNvPr>
          <p:cNvSpPr/>
          <p:nvPr/>
        </p:nvSpPr>
        <p:spPr>
          <a:xfrm>
            <a:off x="1835411" y="1347066"/>
            <a:ext cx="284689" cy="284690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8C954"/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2" name="Freeform 13">
            <a:extLst>
              <a:ext uri="{FF2B5EF4-FFF2-40B4-BE49-F238E27FC236}">
                <a16:creationId xmlns:a16="http://schemas.microsoft.com/office/drawing/2014/main" id="{C69F1796-E584-B05C-06E9-C8BAC6F55126}"/>
              </a:ext>
            </a:extLst>
          </p:cNvPr>
          <p:cNvSpPr/>
          <p:nvPr/>
        </p:nvSpPr>
        <p:spPr>
          <a:xfrm>
            <a:off x="2243926" y="1347066"/>
            <a:ext cx="284689" cy="284690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DCF854"/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C63D34DF-A6D4-E367-F322-2F045FFD4F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9648" y="2781300"/>
            <a:ext cx="9086489" cy="519647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8543BC65-5DA1-4B40-2DD8-E8B65C4745B7}"/>
              </a:ext>
            </a:extLst>
          </p:cNvPr>
          <p:cNvSpPr txBox="1"/>
          <p:nvPr/>
        </p:nvSpPr>
        <p:spPr>
          <a:xfrm>
            <a:off x="13563600" y="2309666"/>
            <a:ext cx="16031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Security Events</a:t>
            </a:r>
          </a:p>
        </p:txBody>
      </p:sp>
    </p:spTree>
    <p:extLst>
      <p:ext uri="{BB962C8B-B14F-4D97-AF65-F5344CB8AC3E}">
        <p14:creationId xmlns:p14="http://schemas.microsoft.com/office/powerpoint/2010/main" val="3177986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271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FE2AFC-355A-19C6-4AE8-BBB395D77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405AE194-4BBE-D386-9017-F207C7E1ADB1}"/>
              </a:ext>
            </a:extLst>
          </p:cNvPr>
          <p:cNvGrpSpPr/>
          <p:nvPr/>
        </p:nvGrpSpPr>
        <p:grpSpPr>
          <a:xfrm>
            <a:off x="1028700" y="1028700"/>
            <a:ext cx="15887700" cy="7696200"/>
            <a:chOff x="0" y="0"/>
            <a:chExt cx="10703931" cy="10972800"/>
          </a:xfrm>
        </p:grpSpPr>
        <p:grpSp>
          <p:nvGrpSpPr>
            <p:cNvPr id="3" name="Group 3">
              <a:extLst>
                <a:ext uri="{FF2B5EF4-FFF2-40B4-BE49-F238E27FC236}">
                  <a16:creationId xmlns:a16="http://schemas.microsoft.com/office/drawing/2014/main" id="{B1FA366B-A564-7CD6-2F39-3DD5CE43D1F3}"/>
                </a:ext>
              </a:extLst>
            </p:cNvPr>
            <p:cNvGrpSpPr/>
            <p:nvPr/>
          </p:nvGrpSpPr>
          <p:grpSpPr>
            <a:xfrm>
              <a:off x="0" y="0"/>
              <a:ext cx="10703931" cy="10972800"/>
              <a:chOff x="0" y="0"/>
              <a:chExt cx="2114357" cy="2167467"/>
            </a:xfrm>
          </p:grpSpPr>
          <p:sp>
            <p:nvSpPr>
              <p:cNvPr id="4" name="Freeform 4">
                <a:extLst>
                  <a:ext uri="{FF2B5EF4-FFF2-40B4-BE49-F238E27FC236}">
                    <a16:creationId xmlns:a16="http://schemas.microsoft.com/office/drawing/2014/main" id="{2CA54AD9-B711-4B35-A094-C279EF3C2BDD}"/>
                  </a:ext>
                </a:extLst>
              </p:cNvPr>
              <p:cNvSpPr/>
              <p:nvPr/>
            </p:nvSpPr>
            <p:spPr>
              <a:xfrm>
                <a:off x="0" y="0"/>
                <a:ext cx="2114357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2114357" h="2167467">
                    <a:moveTo>
                      <a:pt x="38575" y="0"/>
                    </a:moveTo>
                    <a:lnTo>
                      <a:pt x="2075782" y="0"/>
                    </a:lnTo>
                    <a:cubicBezTo>
                      <a:pt x="2086013" y="0"/>
                      <a:pt x="2095824" y="4064"/>
                      <a:pt x="2103058" y="11298"/>
                    </a:cubicBezTo>
                    <a:cubicBezTo>
                      <a:pt x="2110293" y="18532"/>
                      <a:pt x="2114357" y="28344"/>
                      <a:pt x="2114357" y="38575"/>
                    </a:cubicBezTo>
                    <a:lnTo>
                      <a:pt x="2114357" y="2128892"/>
                    </a:lnTo>
                    <a:cubicBezTo>
                      <a:pt x="2114357" y="2139123"/>
                      <a:pt x="2110293" y="2148934"/>
                      <a:pt x="2103058" y="2156168"/>
                    </a:cubicBezTo>
                    <a:cubicBezTo>
                      <a:pt x="2095824" y="2163403"/>
                      <a:pt x="2086013" y="2167467"/>
                      <a:pt x="2075782" y="2167467"/>
                    </a:cubicBezTo>
                    <a:lnTo>
                      <a:pt x="38575" y="2167467"/>
                    </a:lnTo>
                    <a:cubicBezTo>
                      <a:pt x="28344" y="2167467"/>
                      <a:pt x="18532" y="2163403"/>
                      <a:pt x="11298" y="2156168"/>
                    </a:cubicBezTo>
                    <a:cubicBezTo>
                      <a:pt x="4064" y="2148934"/>
                      <a:pt x="0" y="2139123"/>
                      <a:pt x="0" y="2128892"/>
                    </a:cubicBezTo>
                    <a:lnTo>
                      <a:pt x="0" y="38575"/>
                    </a:lnTo>
                    <a:cubicBezTo>
                      <a:pt x="0" y="28344"/>
                      <a:pt x="4064" y="18532"/>
                      <a:pt x="11298" y="11298"/>
                    </a:cubicBezTo>
                    <a:cubicBezTo>
                      <a:pt x="18532" y="4064"/>
                      <a:pt x="28344" y="0"/>
                      <a:pt x="38575" y="0"/>
                    </a:cubicBezTo>
                    <a:close/>
                  </a:path>
                </a:pathLst>
              </a:custGeom>
              <a:solidFill>
                <a:srgbClr val="F4F8FF"/>
              </a:solidFill>
              <a:ln w="1905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5" name="TextBox 5">
                <a:extLst>
                  <a:ext uri="{FF2B5EF4-FFF2-40B4-BE49-F238E27FC236}">
                    <a16:creationId xmlns:a16="http://schemas.microsoft.com/office/drawing/2014/main" id="{C3F5E759-1EC8-EEC5-C4F0-FDDAD3FAA67E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2114357" cy="22055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ts val="2659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p:grp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47969353-0E13-B686-49F3-AE35CE4F0B30}"/>
                </a:ext>
              </a:extLst>
            </p:cNvPr>
            <p:cNvSpPr txBox="1"/>
            <p:nvPr/>
          </p:nvSpPr>
          <p:spPr>
            <a:xfrm>
              <a:off x="567983" y="442281"/>
              <a:ext cx="308414" cy="3262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08CB9784-2C6A-C01B-F0B2-D59089E50595}"/>
                </a:ext>
              </a:extLst>
            </p:cNvPr>
            <p:cNvSpPr txBox="1"/>
            <p:nvPr/>
          </p:nvSpPr>
          <p:spPr>
            <a:xfrm>
              <a:off x="1111201" y="442281"/>
              <a:ext cx="308414" cy="3262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5EA2A041-1EB5-A90C-DEEC-D473FB4E65C6}"/>
                </a:ext>
              </a:extLst>
            </p:cNvPr>
            <p:cNvSpPr txBox="1"/>
            <p:nvPr/>
          </p:nvSpPr>
          <p:spPr>
            <a:xfrm>
              <a:off x="1655887" y="442281"/>
              <a:ext cx="308414" cy="3262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15" name="Group 15">
            <a:extLst>
              <a:ext uri="{FF2B5EF4-FFF2-40B4-BE49-F238E27FC236}">
                <a16:creationId xmlns:a16="http://schemas.microsoft.com/office/drawing/2014/main" id="{E609B6ED-601D-4A5A-1214-481A28FFB090}"/>
              </a:ext>
            </a:extLst>
          </p:cNvPr>
          <p:cNvGrpSpPr/>
          <p:nvPr/>
        </p:nvGrpSpPr>
        <p:grpSpPr>
          <a:xfrm>
            <a:off x="9231352" y="884039"/>
            <a:ext cx="8027948" cy="8374261"/>
            <a:chOff x="0" y="-192881"/>
            <a:chExt cx="10703931" cy="11165681"/>
          </a:xfrm>
        </p:grpSpPr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EE873C3E-986C-7A23-9930-F50EFAFB539D}"/>
                </a:ext>
              </a:extLst>
            </p:cNvPr>
            <p:cNvSpPr txBox="1"/>
            <p:nvPr/>
          </p:nvSpPr>
          <p:spPr>
            <a:xfrm>
              <a:off x="0" y="-192881"/>
              <a:ext cx="10703931" cy="1116568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1" name="TextBox 21">
              <a:extLst>
                <a:ext uri="{FF2B5EF4-FFF2-40B4-BE49-F238E27FC236}">
                  <a16:creationId xmlns:a16="http://schemas.microsoft.com/office/drawing/2014/main" id="{DCDEE30C-9F4A-1637-1A5C-5E0F0FC6520F}"/>
                </a:ext>
              </a:extLst>
            </p:cNvPr>
            <p:cNvSpPr txBox="1"/>
            <p:nvPr/>
          </p:nvSpPr>
          <p:spPr>
            <a:xfrm>
              <a:off x="567984" y="442281"/>
              <a:ext cx="308413" cy="3262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AF079249-E4F4-AE44-4D23-6C14415593D5}"/>
                </a:ext>
              </a:extLst>
            </p:cNvPr>
            <p:cNvSpPr txBox="1"/>
            <p:nvPr/>
          </p:nvSpPr>
          <p:spPr>
            <a:xfrm>
              <a:off x="1655888" y="442281"/>
              <a:ext cx="308413" cy="3262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30" name="TextBox 30">
            <a:extLst>
              <a:ext uri="{FF2B5EF4-FFF2-40B4-BE49-F238E27FC236}">
                <a16:creationId xmlns:a16="http://schemas.microsoft.com/office/drawing/2014/main" id="{833DB152-4630-AE05-9F06-0A9E619E3DAC}"/>
              </a:ext>
            </a:extLst>
          </p:cNvPr>
          <p:cNvSpPr txBox="1"/>
          <p:nvPr/>
        </p:nvSpPr>
        <p:spPr>
          <a:xfrm>
            <a:off x="2111868" y="2145523"/>
            <a:ext cx="1590120" cy="3536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 algn="just">
              <a:lnSpc>
                <a:spcPts val="2376"/>
              </a:lnSpc>
            </a:pPr>
            <a:r>
              <a:rPr lang="en-US" sz="4000" b="1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LOGS!</a:t>
            </a:r>
            <a:r>
              <a:rPr lang="en-US" sz="2000" spc="84" dirty="0">
                <a:solidFill>
                  <a:srgbClr val="000000"/>
                </a:solidFill>
                <a:latin typeface="Inter" panose="020B0604020202020204" charset="0"/>
                <a:ea typeface="Inter" panose="020B0604020202020204" charset="0"/>
                <a:cs typeface="Inter Light"/>
                <a:sym typeface="Inter Light"/>
              </a:rPr>
              <a:t> </a:t>
            </a:r>
          </a:p>
        </p:txBody>
      </p:sp>
      <p:sp>
        <p:nvSpPr>
          <p:cNvPr id="26" name="Freeform 7">
            <a:extLst>
              <a:ext uri="{FF2B5EF4-FFF2-40B4-BE49-F238E27FC236}">
                <a16:creationId xmlns:a16="http://schemas.microsoft.com/office/drawing/2014/main" id="{9975C7A4-C6F5-DFC8-971A-274AE3A45C4B}"/>
              </a:ext>
            </a:extLst>
          </p:cNvPr>
          <p:cNvSpPr/>
          <p:nvPr/>
        </p:nvSpPr>
        <p:spPr>
          <a:xfrm>
            <a:off x="1427998" y="1347066"/>
            <a:ext cx="284689" cy="284690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85954"/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9" name="Freeform 10">
            <a:extLst>
              <a:ext uri="{FF2B5EF4-FFF2-40B4-BE49-F238E27FC236}">
                <a16:creationId xmlns:a16="http://schemas.microsoft.com/office/drawing/2014/main" id="{B98FBB40-760E-1F7C-37F5-D07E9A49922E}"/>
              </a:ext>
            </a:extLst>
          </p:cNvPr>
          <p:cNvSpPr/>
          <p:nvPr/>
        </p:nvSpPr>
        <p:spPr>
          <a:xfrm>
            <a:off x="1835411" y="1347066"/>
            <a:ext cx="284689" cy="284690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8C954"/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2" name="Freeform 13">
            <a:extLst>
              <a:ext uri="{FF2B5EF4-FFF2-40B4-BE49-F238E27FC236}">
                <a16:creationId xmlns:a16="http://schemas.microsoft.com/office/drawing/2014/main" id="{A6BD6C1C-3F74-A5C9-D2F8-B96243FC78DE}"/>
              </a:ext>
            </a:extLst>
          </p:cNvPr>
          <p:cNvSpPr/>
          <p:nvPr/>
        </p:nvSpPr>
        <p:spPr>
          <a:xfrm>
            <a:off x="2243926" y="1347066"/>
            <a:ext cx="284689" cy="284690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DCF854"/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F679713-74E5-3219-8F30-3AEE4607F5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586" y="2857500"/>
            <a:ext cx="10402380" cy="522681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F4BB29B-76D8-93FE-6EEF-E3EB6C72C582}"/>
              </a:ext>
            </a:extLst>
          </p:cNvPr>
          <p:cNvSpPr txBox="1"/>
          <p:nvPr/>
        </p:nvSpPr>
        <p:spPr>
          <a:xfrm>
            <a:off x="9989594" y="2298814"/>
            <a:ext cx="65114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Forward Traffic shows </a:t>
            </a:r>
            <a:r>
              <a:rPr lang="en-US" dirty="0">
                <a:solidFill>
                  <a:srgbClr val="FF0000"/>
                </a:solidFill>
              </a:rPr>
              <a:t>Working Day (App Control) </a:t>
            </a:r>
            <a:r>
              <a:rPr lang="en-US" dirty="0">
                <a:sym typeface="Wingdings" panose="05000000000000000000" pitchFamily="2" charset="2"/>
              </a:rPr>
              <a:t> </a:t>
            </a:r>
            <a:r>
              <a:rPr lang="en-US" dirty="0"/>
              <a:t>Firewall Policy</a:t>
            </a:r>
          </a:p>
        </p:txBody>
      </p:sp>
    </p:spTree>
    <p:extLst>
      <p:ext uri="{BB962C8B-B14F-4D97-AF65-F5344CB8AC3E}">
        <p14:creationId xmlns:p14="http://schemas.microsoft.com/office/powerpoint/2010/main" val="28148580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271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058E34-8F27-1810-2978-AE1FBE4DA6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AD3270DB-3FEB-06E0-F59F-B023B8570D37}"/>
              </a:ext>
            </a:extLst>
          </p:cNvPr>
          <p:cNvGrpSpPr/>
          <p:nvPr/>
        </p:nvGrpSpPr>
        <p:grpSpPr>
          <a:xfrm>
            <a:off x="1028700" y="1028700"/>
            <a:ext cx="8027948" cy="8229600"/>
            <a:chOff x="0" y="0"/>
            <a:chExt cx="10703931" cy="10972800"/>
          </a:xfrm>
        </p:grpSpPr>
        <p:grpSp>
          <p:nvGrpSpPr>
            <p:cNvPr id="3" name="Group 3">
              <a:extLst>
                <a:ext uri="{FF2B5EF4-FFF2-40B4-BE49-F238E27FC236}">
                  <a16:creationId xmlns:a16="http://schemas.microsoft.com/office/drawing/2014/main" id="{EABB06F4-656E-CE74-E4A3-A35F6E4E00BB}"/>
                </a:ext>
              </a:extLst>
            </p:cNvPr>
            <p:cNvGrpSpPr/>
            <p:nvPr/>
          </p:nvGrpSpPr>
          <p:grpSpPr>
            <a:xfrm>
              <a:off x="0" y="0"/>
              <a:ext cx="10703931" cy="10972800"/>
              <a:chOff x="0" y="0"/>
              <a:chExt cx="2114357" cy="2167467"/>
            </a:xfrm>
          </p:grpSpPr>
          <p:sp>
            <p:nvSpPr>
              <p:cNvPr id="4" name="Freeform 4">
                <a:extLst>
                  <a:ext uri="{FF2B5EF4-FFF2-40B4-BE49-F238E27FC236}">
                    <a16:creationId xmlns:a16="http://schemas.microsoft.com/office/drawing/2014/main" id="{41080363-6AC7-D428-0272-788AF186CFC0}"/>
                  </a:ext>
                </a:extLst>
              </p:cNvPr>
              <p:cNvSpPr/>
              <p:nvPr/>
            </p:nvSpPr>
            <p:spPr>
              <a:xfrm>
                <a:off x="0" y="0"/>
                <a:ext cx="2114357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2114357" h="2167467">
                    <a:moveTo>
                      <a:pt x="38575" y="0"/>
                    </a:moveTo>
                    <a:lnTo>
                      <a:pt x="2075782" y="0"/>
                    </a:lnTo>
                    <a:cubicBezTo>
                      <a:pt x="2086013" y="0"/>
                      <a:pt x="2095824" y="4064"/>
                      <a:pt x="2103058" y="11298"/>
                    </a:cubicBezTo>
                    <a:cubicBezTo>
                      <a:pt x="2110293" y="18532"/>
                      <a:pt x="2114357" y="28344"/>
                      <a:pt x="2114357" y="38575"/>
                    </a:cubicBezTo>
                    <a:lnTo>
                      <a:pt x="2114357" y="2128892"/>
                    </a:lnTo>
                    <a:cubicBezTo>
                      <a:pt x="2114357" y="2139123"/>
                      <a:pt x="2110293" y="2148934"/>
                      <a:pt x="2103058" y="2156168"/>
                    </a:cubicBezTo>
                    <a:cubicBezTo>
                      <a:pt x="2095824" y="2163403"/>
                      <a:pt x="2086013" y="2167467"/>
                      <a:pt x="2075782" y="2167467"/>
                    </a:cubicBezTo>
                    <a:lnTo>
                      <a:pt x="38575" y="2167467"/>
                    </a:lnTo>
                    <a:cubicBezTo>
                      <a:pt x="28344" y="2167467"/>
                      <a:pt x="18532" y="2163403"/>
                      <a:pt x="11298" y="2156168"/>
                    </a:cubicBezTo>
                    <a:cubicBezTo>
                      <a:pt x="4064" y="2148934"/>
                      <a:pt x="0" y="2139123"/>
                      <a:pt x="0" y="2128892"/>
                    </a:cubicBezTo>
                    <a:lnTo>
                      <a:pt x="0" y="38575"/>
                    </a:lnTo>
                    <a:cubicBezTo>
                      <a:pt x="0" y="28344"/>
                      <a:pt x="4064" y="18532"/>
                      <a:pt x="11298" y="11298"/>
                    </a:cubicBezTo>
                    <a:cubicBezTo>
                      <a:pt x="18532" y="4064"/>
                      <a:pt x="28344" y="0"/>
                      <a:pt x="38575" y="0"/>
                    </a:cubicBezTo>
                    <a:close/>
                  </a:path>
                </a:pathLst>
              </a:custGeom>
              <a:solidFill>
                <a:srgbClr val="F4F8FF"/>
              </a:solidFill>
              <a:ln w="1905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5" name="TextBox 5">
                <a:extLst>
                  <a:ext uri="{FF2B5EF4-FFF2-40B4-BE49-F238E27FC236}">
                    <a16:creationId xmlns:a16="http://schemas.microsoft.com/office/drawing/2014/main" id="{EA9877AD-842F-0993-41F1-C1A44CBC63D5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2114357" cy="22055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ts val="2659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p:grpSp>
        <p:grpSp>
          <p:nvGrpSpPr>
            <p:cNvPr id="6" name="Group 6">
              <a:extLst>
                <a:ext uri="{FF2B5EF4-FFF2-40B4-BE49-F238E27FC236}">
                  <a16:creationId xmlns:a16="http://schemas.microsoft.com/office/drawing/2014/main" id="{D3D22255-0808-5345-0C7A-62A68ECD2BEE}"/>
                </a:ext>
              </a:extLst>
            </p:cNvPr>
            <p:cNvGrpSpPr/>
            <p:nvPr/>
          </p:nvGrpSpPr>
          <p:grpSpPr>
            <a:xfrm>
              <a:off x="532397" y="424488"/>
              <a:ext cx="379586" cy="379586"/>
              <a:chOff x="0" y="0"/>
              <a:chExt cx="812800" cy="812800"/>
            </a:xfrm>
          </p:grpSpPr>
          <p:sp>
            <p:nvSpPr>
              <p:cNvPr id="7" name="Freeform 7">
                <a:extLst>
                  <a:ext uri="{FF2B5EF4-FFF2-40B4-BE49-F238E27FC236}">
                    <a16:creationId xmlns:a16="http://schemas.microsoft.com/office/drawing/2014/main" id="{651CDA17-98AD-83DD-947E-8DCAEAF3CE1D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85954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8" name="TextBox 8">
                <a:extLst>
                  <a:ext uri="{FF2B5EF4-FFF2-40B4-BE49-F238E27FC236}">
                    <a16:creationId xmlns:a16="http://schemas.microsoft.com/office/drawing/2014/main" id="{C59F86E2-6B1C-36D9-9F37-B6DAE0EEA948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ts val="2659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p:grpSp>
        <p:grpSp>
          <p:nvGrpSpPr>
            <p:cNvPr id="9" name="Group 9">
              <a:extLst>
                <a:ext uri="{FF2B5EF4-FFF2-40B4-BE49-F238E27FC236}">
                  <a16:creationId xmlns:a16="http://schemas.microsoft.com/office/drawing/2014/main" id="{4D856231-E1C0-54A0-024A-2BEF0889E420}"/>
                </a:ext>
              </a:extLst>
            </p:cNvPr>
            <p:cNvGrpSpPr/>
            <p:nvPr/>
          </p:nvGrpSpPr>
          <p:grpSpPr>
            <a:xfrm>
              <a:off x="1075615" y="424488"/>
              <a:ext cx="379586" cy="379586"/>
              <a:chOff x="0" y="0"/>
              <a:chExt cx="812800" cy="812800"/>
            </a:xfrm>
          </p:grpSpPr>
          <p:sp>
            <p:nvSpPr>
              <p:cNvPr id="10" name="Freeform 10">
                <a:extLst>
                  <a:ext uri="{FF2B5EF4-FFF2-40B4-BE49-F238E27FC236}">
                    <a16:creationId xmlns:a16="http://schemas.microsoft.com/office/drawing/2014/main" id="{52D8D952-C7A5-D089-15DB-67D9942EA8DE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8C954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11" name="TextBox 11">
                <a:extLst>
                  <a:ext uri="{FF2B5EF4-FFF2-40B4-BE49-F238E27FC236}">
                    <a16:creationId xmlns:a16="http://schemas.microsoft.com/office/drawing/2014/main" id="{D5918C98-76B9-6767-9553-31C99D19229C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ts val="2659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p:grpSp>
        <p:grpSp>
          <p:nvGrpSpPr>
            <p:cNvPr id="12" name="Group 12">
              <a:extLst>
                <a:ext uri="{FF2B5EF4-FFF2-40B4-BE49-F238E27FC236}">
                  <a16:creationId xmlns:a16="http://schemas.microsoft.com/office/drawing/2014/main" id="{CEC0EE63-72B6-F74A-E111-854C08C8ABA4}"/>
                </a:ext>
              </a:extLst>
            </p:cNvPr>
            <p:cNvGrpSpPr/>
            <p:nvPr/>
          </p:nvGrpSpPr>
          <p:grpSpPr>
            <a:xfrm>
              <a:off x="1620301" y="424488"/>
              <a:ext cx="379586" cy="379586"/>
              <a:chOff x="0" y="0"/>
              <a:chExt cx="812800" cy="812800"/>
            </a:xfrm>
          </p:grpSpPr>
          <p:sp>
            <p:nvSpPr>
              <p:cNvPr id="13" name="Freeform 13">
                <a:extLst>
                  <a:ext uri="{FF2B5EF4-FFF2-40B4-BE49-F238E27FC236}">
                    <a16:creationId xmlns:a16="http://schemas.microsoft.com/office/drawing/2014/main" id="{45C61018-E60D-6577-5132-60356E8EE14C}"/>
                  </a:ext>
                </a:extLst>
              </p:cNvPr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DCF854"/>
              </a:solidFill>
              <a:ln w="19050" cap="sq">
                <a:solidFill>
                  <a:srgbClr val="000000"/>
                </a:solidFill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9E36B5CB-23E5-651E-6B2F-7BA6DAFC451C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ts val="2659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5" name="Group 15">
            <a:extLst>
              <a:ext uri="{FF2B5EF4-FFF2-40B4-BE49-F238E27FC236}">
                <a16:creationId xmlns:a16="http://schemas.microsoft.com/office/drawing/2014/main" id="{2036DBC9-DB44-9B66-0FDA-4742A7B51A56}"/>
              </a:ext>
            </a:extLst>
          </p:cNvPr>
          <p:cNvGrpSpPr/>
          <p:nvPr/>
        </p:nvGrpSpPr>
        <p:grpSpPr>
          <a:xfrm>
            <a:off x="9231352" y="1028700"/>
            <a:ext cx="8027948" cy="8229600"/>
            <a:chOff x="0" y="0"/>
            <a:chExt cx="10703931" cy="10972800"/>
          </a:xfrm>
        </p:grpSpPr>
        <p:grpSp>
          <p:nvGrpSpPr>
            <p:cNvPr id="16" name="Group 16">
              <a:extLst>
                <a:ext uri="{FF2B5EF4-FFF2-40B4-BE49-F238E27FC236}">
                  <a16:creationId xmlns:a16="http://schemas.microsoft.com/office/drawing/2014/main" id="{D2CA4701-3CCA-35CF-A580-20F31044EC5C}"/>
                </a:ext>
              </a:extLst>
            </p:cNvPr>
            <p:cNvGrpSpPr/>
            <p:nvPr/>
          </p:nvGrpSpPr>
          <p:grpSpPr>
            <a:xfrm>
              <a:off x="0" y="0"/>
              <a:ext cx="10703931" cy="10972800"/>
              <a:chOff x="0" y="0"/>
              <a:chExt cx="2114357" cy="2167467"/>
            </a:xfrm>
          </p:grpSpPr>
          <p:sp>
            <p:nvSpPr>
              <p:cNvPr id="17" name="Freeform 17">
                <a:extLst>
                  <a:ext uri="{FF2B5EF4-FFF2-40B4-BE49-F238E27FC236}">
                    <a16:creationId xmlns:a16="http://schemas.microsoft.com/office/drawing/2014/main" id="{396BDD87-7F23-5852-1028-DDA6477FEFC4}"/>
                  </a:ext>
                </a:extLst>
              </p:cNvPr>
              <p:cNvSpPr/>
              <p:nvPr/>
            </p:nvSpPr>
            <p:spPr>
              <a:xfrm>
                <a:off x="0" y="0"/>
                <a:ext cx="2114357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2114357" h="2167467">
                    <a:moveTo>
                      <a:pt x="38575" y="0"/>
                    </a:moveTo>
                    <a:lnTo>
                      <a:pt x="2075782" y="0"/>
                    </a:lnTo>
                    <a:cubicBezTo>
                      <a:pt x="2086013" y="0"/>
                      <a:pt x="2095824" y="4064"/>
                      <a:pt x="2103058" y="11298"/>
                    </a:cubicBezTo>
                    <a:cubicBezTo>
                      <a:pt x="2110293" y="18532"/>
                      <a:pt x="2114357" y="28344"/>
                      <a:pt x="2114357" y="38575"/>
                    </a:cubicBezTo>
                    <a:lnTo>
                      <a:pt x="2114357" y="2128892"/>
                    </a:lnTo>
                    <a:cubicBezTo>
                      <a:pt x="2114357" y="2139123"/>
                      <a:pt x="2110293" y="2148934"/>
                      <a:pt x="2103058" y="2156168"/>
                    </a:cubicBezTo>
                    <a:cubicBezTo>
                      <a:pt x="2095824" y="2163403"/>
                      <a:pt x="2086013" y="2167467"/>
                      <a:pt x="2075782" y="2167467"/>
                    </a:cubicBezTo>
                    <a:lnTo>
                      <a:pt x="38575" y="2167467"/>
                    </a:lnTo>
                    <a:cubicBezTo>
                      <a:pt x="28344" y="2167467"/>
                      <a:pt x="18532" y="2163403"/>
                      <a:pt x="11298" y="2156168"/>
                    </a:cubicBezTo>
                    <a:cubicBezTo>
                      <a:pt x="4064" y="2148934"/>
                      <a:pt x="0" y="2139123"/>
                      <a:pt x="0" y="2128892"/>
                    </a:cubicBezTo>
                    <a:lnTo>
                      <a:pt x="0" y="38575"/>
                    </a:lnTo>
                    <a:cubicBezTo>
                      <a:pt x="0" y="28344"/>
                      <a:pt x="4064" y="18532"/>
                      <a:pt x="11298" y="11298"/>
                    </a:cubicBezTo>
                    <a:cubicBezTo>
                      <a:pt x="18532" y="4064"/>
                      <a:pt x="28344" y="0"/>
                      <a:pt x="38575" y="0"/>
                    </a:cubicBezTo>
                    <a:close/>
                  </a:path>
                </a:pathLst>
              </a:custGeom>
              <a:solidFill>
                <a:srgbClr val="F4F8FF"/>
              </a:solidFill>
              <a:ln w="1905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18" name="TextBox 18">
                <a:extLst>
                  <a:ext uri="{FF2B5EF4-FFF2-40B4-BE49-F238E27FC236}">
                    <a16:creationId xmlns:a16="http://schemas.microsoft.com/office/drawing/2014/main" id="{47FCA8CC-6860-19A9-BAEC-89E3D945DC7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2114357" cy="22055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ts val="2659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p:grpSp>
        <p:sp>
          <p:nvSpPr>
            <p:cNvPr id="21" name="TextBox 21">
              <a:extLst>
                <a:ext uri="{FF2B5EF4-FFF2-40B4-BE49-F238E27FC236}">
                  <a16:creationId xmlns:a16="http://schemas.microsoft.com/office/drawing/2014/main" id="{D57BA2FC-5CEE-1D42-B485-E53DE3ADC59B}"/>
                </a:ext>
              </a:extLst>
            </p:cNvPr>
            <p:cNvSpPr txBox="1"/>
            <p:nvPr/>
          </p:nvSpPr>
          <p:spPr>
            <a:xfrm>
              <a:off x="567984" y="442281"/>
              <a:ext cx="308413" cy="3262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4" name="TextBox 24">
              <a:extLst>
                <a:ext uri="{FF2B5EF4-FFF2-40B4-BE49-F238E27FC236}">
                  <a16:creationId xmlns:a16="http://schemas.microsoft.com/office/drawing/2014/main" id="{A08B3244-EE6E-6D57-ABAC-A89A0959518B}"/>
                </a:ext>
              </a:extLst>
            </p:cNvPr>
            <p:cNvSpPr txBox="1"/>
            <p:nvPr/>
          </p:nvSpPr>
          <p:spPr>
            <a:xfrm>
              <a:off x="1111201" y="442281"/>
              <a:ext cx="308413" cy="3262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A0AF8DF3-51A8-3A50-294E-3096B7278CCD}"/>
                </a:ext>
              </a:extLst>
            </p:cNvPr>
            <p:cNvSpPr txBox="1"/>
            <p:nvPr/>
          </p:nvSpPr>
          <p:spPr>
            <a:xfrm>
              <a:off x="1655888" y="442281"/>
              <a:ext cx="308413" cy="3262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34" name="TextBox 30">
            <a:extLst>
              <a:ext uri="{FF2B5EF4-FFF2-40B4-BE49-F238E27FC236}">
                <a16:creationId xmlns:a16="http://schemas.microsoft.com/office/drawing/2014/main" id="{2BBC3804-61CA-E7F2-1C23-A224889AC37E}"/>
              </a:ext>
            </a:extLst>
          </p:cNvPr>
          <p:cNvSpPr txBox="1"/>
          <p:nvPr/>
        </p:nvSpPr>
        <p:spPr>
          <a:xfrm>
            <a:off x="1999526" y="2098858"/>
            <a:ext cx="6382474" cy="153888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 algn="just">
              <a:lnSpc>
                <a:spcPts val="2376"/>
              </a:lnSpc>
            </a:pPr>
            <a:r>
              <a:rPr kumimoji="0" lang="en-US" sz="2000" b="1" i="0" u="none" strike="noStrike" kern="1200" cap="none" spc="84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 Light"/>
                <a:ea typeface="Inter Light"/>
                <a:cs typeface="Inter Light"/>
                <a:sym typeface="Inter Light"/>
              </a:rPr>
              <a:t>Traffic Shaper on Firewall Policy that gives any address using this policy 40.96 MB max bandwidth to use YouTube</a:t>
            </a:r>
          </a:p>
          <a:p>
            <a:pPr lvl="0" algn="just">
              <a:lnSpc>
                <a:spcPts val="2376"/>
              </a:lnSpc>
            </a:pPr>
            <a:endParaRPr lang="en-US" sz="2000" b="1" spc="84" dirty="0">
              <a:solidFill>
                <a:srgbClr val="000000"/>
              </a:solidFill>
              <a:latin typeface="Inter Light"/>
              <a:ea typeface="Inter Light"/>
              <a:cs typeface="Inter Light"/>
              <a:sym typeface="Inter Light"/>
            </a:endParaRPr>
          </a:p>
          <a:p>
            <a:pPr lvl="0" algn="just">
              <a:lnSpc>
                <a:spcPts val="2376"/>
              </a:lnSpc>
            </a:pPr>
            <a:r>
              <a:rPr lang="en-US" sz="2000" b="1" spc="84" dirty="0">
                <a:solidFill>
                  <a:srgbClr val="FF0000"/>
                </a:solidFill>
                <a:latin typeface="Inter Light"/>
                <a:ea typeface="Inter Light"/>
                <a:cs typeface="Inter Light"/>
                <a:sym typeface="Inter Light"/>
              </a:rPr>
              <a:t>Any other site will be blocked</a:t>
            </a:r>
            <a:endParaRPr lang="en-US" sz="2000" spc="84" dirty="0">
              <a:solidFill>
                <a:srgbClr val="FF0000"/>
              </a:solidFill>
              <a:latin typeface="Inter Light" panose="020B0604020202020204" charset="0"/>
              <a:ea typeface="Inter Light" panose="020B0604020202020204" charset="0"/>
              <a:cs typeface="Inter Light"/>
              <a:sym typeface="Inter Light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512B7F3-EEBE-652E-C589-8799E617EA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4640" y="1669856"/>
            <a:ext cx="7140047" cy="1226721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DAAD5617-0E1A-C5DF-D135-C04C7ACC7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6852" y="2961367"/>
            <a:ext cx="7616948" cy="327701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9FC081BA-74AD-ADAB-AFF4-363149A728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82498" y="4024809"/>
            <a:ext cx="6216529" cy="4114800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07BB52A2-5639-D7AC-268F-5E21142B0105}"/>
              </a:ext>
            </a:extLst>
          </p:cNvPr>
          <p:cNvSpPr/>
          <p:nvPr/>
        </p:nvSpPr>
        <p:spPr>
          <a:xfrm>
            <a:off x="2120100" y="6314579"/>
            <a:ext cx="6033300" cy="2005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74BB6CB8-F825-B395-AA1B-8115C40AEA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20840" y="6272907"/>
            <a:ext cx="3004560" cy="2874664"/>
          </a:xfrm>
          <a:prstGeom prst="rect">
            <a:avLst/>
          </a:prstGeom>
        </p:spPr>
      </p:pic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5CD97B98-1070-B9F9-3A5D-0637D487427B}"/>
              </a:ext>
            </a:extLst>
          </p:cNvPr>
          <p:cNvCxnSpPr>
            <a:cxnSpLocks/>
          </p:cNvCxnSpPr>
          <p:nvPr/>
        </p:nvCxnSpPr>
        <p:spPr>
          <a:xfrm flipH="1">
            <a:off x="12192000" y="8572500"/>
            <a:ext cx="533400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337EDEF4-F90F-7C80-874E-4AE3FD7E4F42}"/>
              </a:ext>
            </a:extLst>
          </p:cNvPr>
          <p:cNvSpPr txBox="1"/>
          <p:nvPr/>
        </p:nvSpPr>
        <p:spPr>
          <a:xfrm>
            <a:off x="12725400" y="6528812"/>
            <a:ext cx="4186852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 show the GUI option of traffic shaper </a:t>
            </a:r>
            <a:br>
              <a:rPr lang="en-US" dirty="0"/>
            </a:br>
            <a:r>
              <a:rPr lang="en-US" dirty="0"/>
              <a:t>we used following command</a:t>
            </a:r>
          </a:p>
          <a:p>
            <a:r>
              <a:rPr lang="en-US" dirty="0"/>
              <a:t>#config firewall policy</a:t>
            </a:r>
          </a:p>
          <a:p>
            <a:r>
              <a:rPr lang="en-US" dirty="0"/>
              <a:t>#(policy) edit 3                      ((</a:t>
            </a:r>
            <a:r>
              <a:rPr lang="en-US" dirty="0">
                <a:solidFill>
                  <a:srgbClr val="FF0000"/>
                </a:solidFill>
              </a:rPr>
              <a:t>ID</a:t>
            </a:r>
            <a:r>
              <a:rPr lang="en-US" dirty="0"/>
              <a:t> of Policy))</a:t>
            </a:r>
          </a:p>
          <a:p>
            <a:r>
              <a:rPr lang="en-US" dirty="0"/>
              <a:t>#(3) </a:t>
            </a:r>
            <a:r>
              <a:rPr lang="en-US" dirty="0">
                <a:solidFill>
                  <a:srgbClr val="FF0000"/>
                </a:solidFill>
              </a:rPr>
              <a:t>set traffic-shaper “</a:t>
            </a:r>
            <a:r>
              <a:rPr lang="en-US" dirty="0" err="1">
                <a:solidFill>
                  <a:srgbClr val="FF0000"/>
                </a:solidFill>
              </a:rPr>
              <a:t>Qouta</a:t>
            </a:r>
            <a:r>
              <a:rPr lang="en-US" dirty="0">
                <a:solidFill>
                  <a:srgbClr val="FF0000"/>
                </a:solidFill>
              </a:rPr>
              <a:t>-Streaming”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Between double quotation name of traffic </a:t>
            </a:r>
          </a:p>
          <a:p>
            <a:r>
              <a:rPr lang="en-US" dirty="0"/>
              <a:t>shaper used</a:t>
            </a:r>
          </a:p>
        </p:txBody>
      </p:sp>
    </p:spTree>
    <p:extLst>
      <p:ext uri="{BB962C8B-B14F-4D97-AF65-F5344CB8AC3E}">
        <p14:creationId xmlns:p14="http://schemas.microsoft.com/office/powerpoint/2010/main" val="13002214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271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77C5DB-84E5-F1B6-2B16-2F275D8A8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FD4C8A80-B560-286E-59CE-426661EDACB6}"/>
              </a:ext>
            </a:extLst>
          </p:cNvPr>
          <p:cNvGrpSpPr/>
          <p:nvPr/>
        </p:nvGrpSpPr>
        <p:grpSpPr>
          <a:xfrm>
            <a:off x="1028700" y="1028700"/>
            <a:ext cx="16230600" cy="8229600"/>
            <a:chOff x="0" y="0"/>
            <a:chExt cx="4274726" cy="2167467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B842721E-BD2F-E6F0-03F7-F9F845113532}"/>
                </a:ext>
              </a:extLst>
            </p:cNvPr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>
                  <a:moveTo>
                    <a:pt x="19080" y="0"/>
                  </a:moveTo>
                  <a:lnTo>
                    <a:pt x="4255646" y="0"/>
                  </a:lnTo>
                  <a:cubicBezTo>
                    <a:pt x="4266183" y="0"/>
                    <a:pt x="4274726" y="8542"/>
                    <a:pt x="4274726" y="19080"/>
                  </a:cubicBezTo>
                  <a:lnTo>
                    <a:pt x="4274726" y="2148387"/>
                  </a:lnTo>
                  <a:cubicBezTo>
                    <a:pt x="4274726" y="2158924"/>
                    <a:pt x="4266183" y="2167467"/>
                    <a:pt x="4255646" y="2167467"/>
                  </a:cubicBezTo>
                  <a:lnTo>
                    <a:pt x="19080" y="2167467"/>
                  </a:lnTo>
                  <a:cubicBezTo>
                    <a:pt x="8542" y="2167467"/>
                    <a:pt x="0" y="2158924"/>
                    <a:pt x="0" y="2148387"/>
                  </a:cubicBezTo>
                  <a:lnTo>
                    <a:pt x="0" y="19080"/>
                  </a:lnTo>
                  <a:cubicBezTo>
                    <a:pt x="0" y="8542"/>
                    <a:pt x="8542" y="0"/>
                    <a:pt x="19080" y="0"/>
                  </a:cubicBezTo>
                  <a:close/>
                </a:path>
              </a:pathLst>
            </a:custGeom>
            <a:solidFill>
              <a:srgbClr val="F4F8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C2C4B753-6157-9360-75CF-098DE51CEA3B}"/>
                </a:ext>
              </a:extLst>
            </p:cNvPr>
            <p:cNvSpPr txBox="1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CA6F5B5-011D-8C51-4F32-492C9F531F5E}"/>
              </a:ext>
            </a:extLst>
          </p:cNvPr>
          <p:cNvGrpSpPr/>
          <p:nvPr/>
        </p:nvGrpSpPr>
        <p:grpSpPr>
          <a:xfrm>
            <a:off x="1427998" y="1347066"/>
            <a:ext cx="284690" cy="284690"/>
            <a:chOff x="0" y="0"/>
            <a:chExt cx="812800" cy="812800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B5B53FFF-4616-98AF-8CB3-ADC247EBAD7F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59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AA55EF8A-5F00-F9C2-C3E2-BCA2A90F1D18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0DEBE8D2-2864-4399-5A83-3CC1768E5FA1}"/>
              </a:ext>
            </a:extLst>
          </p:cNvPr>
          <p:cNvGrpSpPr/>
          <p:nvPr/>
        </p:nvGrpSpPr>
        <p:grpSpPr>
          <a:xfrm>
            <a:off x="1835411" y="1347066"/>
            <a:ext cx="284690" cy="284690"/>
            <a:chOff x="0" y="0"/>
            <a:chExt cx="812800" cy="81280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DF6BFA86-0FB3-5634-0308-C288E344AAF7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C9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29C8C12B-E649-42D3-0430-39C95340192E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37A73A7D-066B-3A49-DCAB-82149D5E0126}"/>
              </a:ext>
            </a:extLst>
          </p:cNvPr>
          <p:cNvGrpSpPr/>
          <p:nvPr/>
        </p:nvGrpSpPr>
        <p:grpSpPr>
          <a:xfrm>
            <a:off x="2243926" y="1347066"/>
            <a:ext cx="284690" cy="284690"/>
            <a:chOff x="0" y="0"/>
            <a:chExt cx="812800" cy="8128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E7E31F3D-08A5-CF64-8D8A-DEEB89843A60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CF8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7072FCF3-AF4C-3F81-3AE0-CB3944877FED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1" name="Freeform 21">
            <a:extLst>
              <a:ext uri="{FF2B5EF4-FFF2-40B4-BE49-F238E27FC236}">
                <a16:creationId xmlns:a16="http://schemas.microsoft.com/office/drawing/2014/main" id="{23E6BA5F-247F-4179-28DC-0976F4344F5C}"/>
              </a:ext>
            </a:extLst>
          </p:cNvPr>
          <p:cNvSpPr/>
          <p:nvPr/>
        </p:nvSpPr>
        <p:spPr>
          <a:xfrm>
            <a:off x="8446822" y="4271612"/>
            <a:ext cx="1394355" cy="1743775"/>
          </a:xfrm>
          <a:custGeom>
            <a:avLst/>
            <a:gdLst/>
            <a:ahLst/>
            <a:cxnLst/>
            <a:rect l="l" t="t" r="r" b="b"/>
            <a:pathLst>
              <a:path w="197909" h="268103">
                <a:moveTo>
                  <a:pt x="0" y="0"/>
                </a:moveTo>
                <a:lnTo>
                  <a:pt x="197910" y="0"/>
                </a:lnTo>
                <a:lnTo>
                  <a:pt x="197910" y="268104"/>
                </a:lnTo>
                <a:lnTo>
                  <a:pt x="0" y="26810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TextBox 17">
            <a:extLst>
              <a:ext uri="{FF2B5EF4-FFF2-40B4-BE49-F238E27FC236}">
                <a16:creationId xmlns:a16="http://schemas.microsoft.com/office/drawing/2014/main" id="{768E8B2F-B77E-608A-2A64-A48588ADAA3C}"/>
              </a:ext>
            </a:extLst>
          </p:cNvPr>
          <p:cNvSpPr txBox="1"/>
          <p:nvPr/>
        </p:nvSpPr>
        <p:spPr>
          <a:xfrm>
            <a:off x="2270616" y="2485595"/>
            <a:ext cx="13268343" cy="123739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 algn="ctr">
              <a:spcBef>
                <a:spcPct val="0"/>
              </a:spcBef>
            </a:pPr>
            <a:r>
              <a:rPr lang="en-US" sz="8041" b="1" dirty="0">
                <a:solidFill>
                  <a:srgbClr val="000000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Additional Configurations</a:t>
            </a:r>
          </a:p>
        </p:txBody>
      </p:sp>
    </p:spTree>
    <p:extLst>
      <p:ext uri="{BB962C8B-B14F-4D97-AF65-F5344CB8AC3E}">
        <p14:creationId xmlns:p14="http://schemas.microsoft.com/office/powerpoint/2010/main" val="28316003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271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3A9379-0F31-6A4C-9CA9-FB6165F62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9BEDD0BD-FA53-AEBB-7E27-979A64CCDAA3}"/>
              </a:ext>
            </a:extLst>
          </p:cNvPr>
          <p:cNvGrpSpPr/>
          <p:nvPr/>
        </p:nvGrpSpPr>
        <p:grpSpPr>
          <a:xfrm>
            <a:off x="1028700" y="1028700"/>
            <a:ext cx="16230600" cy="8229600"/>
            <a:chOff x="0" y="0"/>
            <a:chExt cx="4274726" cy="2167467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88F83284-4CE4-FF82-4AA2-F9CE6C91CCA8}"/>
                </a:ext>
              </a:extLst>
            </p:cNvPr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>
                  <a:moveTo>
                    <a:pt x="19080" y="0"/>
                  </a:moveTo>
                  <a:lnTo>
                    <a:pt x="4255646" y="0"/>
                  </a:lnTo>
                  <a:cubicBezTo>
                    <a:pt x="4266183" y="0"/>
                    <a:pt x="4274726" y="8542"/>
                    <a:pt x="4274726" y="19080"/>
                  </a:cubicBezTo>
                  <a:lnTo>
                    <a:pt x="4274726" y="2148387"/>
                  </a:lnTo>
                  <a:cubicBezTo>
                    <a:pt x="4274726" y="2158924"/>
                    <a:pt x="4266183" y="2167467"/>
                    <a:pt x="4255646" y="2167467"/>
                  </a:cubicBezTo>
                  <a:lnTo>
                    <a:pt x="19080" y="2167467"/>
                  </a:lnTo>
                  <a:cubicBezTo>
                    <a:pt x="8542" y="2167467"/>
                    <a:pt x="0" y="2158924"/>
                    <a:pt x="0" y="2148387"/>
                  </a:cubicBezTo>
                  <a:lnTo>
                    <a:pt x="0" y="19080"/>
                  </a:lnTo>
                  <a:cubicBezTo>
                    <a:pt x="0" y="8542"/>
                    <a:pt x="8542" y="0"/>
                    <a:pt x="19080" y="0"/>
                  </a:cubicBezTo>
                  <a:close/>
                </a:path>
              </a:pathLst>
            </a:custGeom>
            <a:solidFill>
              <a:srgbClr val="F4F8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D44706A1-BE34-CB9E-1554-F6E456793615}"/>
                </a:ext>
              </a:extLst>
            </p:cNvPr>
            <p:cNvSpPr txBox="1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B9B428B7-76EE-057E-5036-C357B9B5940F}"/>
              </a:ext>
            </a:extLst>
          </p:cNvPr>
          <p:cNvGrpSpPr/>
          <p:nvPr/>
        </p:nvGrpSpPr>
        <p:grpSpPr>
          <a:xfrm>
            <a:off x="1427998" y="1347066"/>
            <a:ext cx="284690" cy="284690"/>
            <a:chOff x="0" y="0"/>
            <a:chExt cx="812800" cy="812800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E3AA6D8A-F0FB-1E41-1730-D61439E6EF57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59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5CF6C639-0DFE-3787-6FF4-0B5C888C99C9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4BD10D73-DAB5-4582-33AB-474B125AA3F0}"/>
              </a:ext>
            </a:extLst>
          </p:cNvPr>
          <p:cNvGrpSpPr/>
          <p:nvPr/>
        </p:nvGrpSpPr>
        <p:grpSpPr>
          <a:xfrm>
            <a:off x="1835411" y="1347066"/>
            <a:ext cx="284690" cy="284690"/>
            <a:chOff x="0" y="0"/>
            <a:chExt cx="812800" cy="81280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BA3B5AD2-DD2C-5F54-F170-975827E18B62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C9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0CDEFD9C-742E-E7EF-59FA-97C193FD3869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A82DF96B-0E76-8C84-B5CC-BF7999A1D5CB}"/>
              </a:ext>
            </a:extLst>
          </p:cNvPr>
          <p:cNvGrpSpPr/>
          <p:nvPr/>
        </p:nvGrpSpPr>
        <p:grpSpPr>
          <a:xfrm>
            <a:off x="2243926" y="1347066"/>
            <a:ext cx="284690" cy="284690"/>
            <a:chOff x="0" y="0"/>
            <a:chExt cx="812800" cy="8128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FDFE54D2-37EE-20B8-A05A-C8201EF73CFD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CF8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38A7621B-2C30-6FF9-F494-42D3575F60D7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DEB1B7A6-DBF9-1801-1F8F-2EC2431BB04D}"/>
              </a:ext>
            </a:extLst>
          </p:cNvPr>
          <p:cNvGrpSpPr/>
          <p:nvPr/>
        </p:nvGrpSpPr>
        <p:grpSpPr>
          <a:xfrm>
            <a:off x="1335296" y="1956679"/>
            <a:ext cx="15419497" cy="6925551"/>
            <a:chOff x="0" y="0"/>
            <a:chExt cx="4061102" cy="1824013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B9F08C82-5D20-3FDD-7A09-1E56D20D5AEB}"/>
                </a:ext>
              </a:extLst>
            </p:cNvPr>
            <p:cNvSpPr/>
            <p:nvPr/>
          </p:nvSpPr>
          <p:spPr>
            <a:xfrm>
              <a:off x="0" y="0"/>
              <a:ext cx="4061102" cy="1824013"/>
            </a:xfrm>
            <a:custGeom>
              <a:avLst/>
              <a:gdLst/>
              <a:ahLst/>
              <a:cxnLst/>
              <a:rect l="l" t="t" r="r" b="b"/>
              <a:pathLst>
                <a:path w="4061102" h="1824013">
                  <a:moveTo>
                    <a:pt x="20083" y="0"/>
                  </a:moveTo>
                  <a:lnTo>
                    <a:pt x="4041019" y="0"/>
                  </a:lnTo>
                  <a:cubicBezTo>
                    <a:pt x="4052110" y="0"/>
                    <a:pt x="4061102" y="8992"/>
                    <a:pt x="4061102" y="20083"/>
                  </a:cubicBezTo>
                  <a:lnTo>
                    <a:pt x="4061102" y="1803930"/>
                  </a:lnTo>
                  <a:cubicBezTo>
                    <a:pt x="4061102" y="1815022"/>
                    <a:pt x="4052110" y="1824013"/>
                    <a:pt x="4041019" y="1824013"/>
                  </a:cubicBezTo>
                  <a:lnTo>
                    <a:pt x="20083" y="1824013"/>
                  </a:lnTo>
                  <a:cubicBezTo>
                    <a:pt x="8992" y="1824013"/>
                    <a:pt x="0" y="1815022"/>
                    <a:pt x="0" y="1803930"/>
                  </a:cubicBezTo>
                  <a:lnTo>
                    <a:pt x="0" y="20083"/>
                  </a:lnTo>
                  <a:cubicBezTo>
                    <a:pt x="0" y="8992"/>
                    <a:pt x="8992" y="0"/>
                    <a:pt x="20083" y="0"/>
                  </a:cubicBezTo>
                  <a:close/>
                </a:path>
              </a:pathLst>
            </a:custGeom>
            <a:solidFill>
              <a:srgbClr val="F4F8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E11A95F0-9F70-B0DA-C8A9-E555D0B7E42B}"/>
                </a:ext>
              </a:extLst>
            </p:cNvPr>
            <p:cNvSpPr txBox="1"/>
            <p:nvPr/>
          </p:nvSpPr>
          <p:spPr>
            <a:xfrm>
              <a:off x="0" y="-38100"/>
              <a:ext cx="4061102" cy="18621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17" name="Freeform 60">
            <a:extLst>
              <a:ext uri="{FF2B5EF4-FFF2-40B4-BE49-F238E27FC236}">
                <a16:creationId xmlns:a16="http://schemas.microsoft.com/office/drawing/2014/main" id="{8E618301-2DC1-C141-DAD1-6F53078675D3}"/>
              </a:ext>
            </a:extLst>
          </p:cNvPr>
          <p:cNvSpPr/>
          <p:nvPr/>
        </p:nvSpPr>
        <p:spPr>
          <a:xfrm>
            <a:off x="7704290" y="4288883"/>
            <a:ext cx="2125510" cy="1709234"/>
          </a:xfrm>
          <a:custGeom>
            <a:avLst/>
            <a:gdLst/>
            <a:ahLst/>
            <a:cxnLst/>
            <a:rect l="l" t="t" r="r" b="b"/>
            <a:pathLst>
              <a:path w="1821917" h="1599975">
                <a:moveTo>
                  <a:pt x="0" y="0"/>
                </a:moveTo>
                <a:lnTo>
                  <a:pt x="1821917" y="0"/>
                </a:lnTo>
                <a:lnTo>
                  <a:pt x="1821917" y="1599975"/>
                </a:lnTo>
                <a:lnTo>
                  <a:pt x="0" y="159997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0" name="TextBox 17">
            <a:extLst>
              <a:ext uri="{FF2B5EF4-FFF2-40B4-BE49-F238E27FC236}">
                <a16:creationId xmlns:a16="http://schemas.microsoft.com/office/drawing/2014/main" id="{EEFA42CE-4BF2-780D-94BB-59775F5D5A89}"/>
              </a:ext>
            </a:extLst>
          </p:cNvPr>
          <p:cNvSpPr txBox="1"/>
          <p:nvPr/>
        </p:nvSpPr>
        <p:spPr>
          <a:xfrm>
            <a:off x="2270616" y="2485595"/>
            <a:ext cx="13268343" cy="123739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 algn="ctr">
              <a:spcBef>
                <a:spcPct val="0"/>
              </a:spcBef>
            </a:pPr>
            <a:r>
              <a:rPr lang="en-US" sz="8041" b="1" dirty="0">
                <a:solidFill>
                  <a:srgbClr val="000000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Additional Configurations</a:t>
            </a:r>
          </a:p>
        </p:txBody>
      </p:sp>
    </p:spTree>
    <p:extLst>
      <p:ext uri="{BB962C8B-B14F-4D97-AF65-F5344CB8AC3E}">
        <p14:creationId xmlns:p14="http://schemas.microsoft.com/office/powerpoint/2010/main" val="2845019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271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980AB1-1D3D-D326-F7C8-34E314503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B1E92A31-92F8-FFC7-FA6F-1E573E02FF85}"/>
              </a:ext>
            </a:extLst>
          </p:cNvPr>
          <p:cNvGrpSpPr/>
          <p:nvPr/>
        </p:nvGrpSpPr>
        <p:grpSpPr>
          <a:xfrm>
            <a:off x="1028700" y="1028700"/>
            <a:ext cx="16230600" cy="8229600"/>
            <a:chOff x="0" y="0"/>
            <a:chExt cx="4274726" cy="2167467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DA3BB28-049C-C542-F511-DA6D155F3C75}"/>
                </a:ext>
              </a:extLst>
            </p:cNvPr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>
                  <a:moveTo>
                    <a:pt x="19080" y="0"/>
                  </a:moveTo>
                  <a:lnTo>
                    <a:pt x="4255646" y="0"/>
                  </a:lnTo>
                  <a:cubicBezTo>
                    <a:pt x="4266183" y="0"/>
                    <a:pt x="4274726" y="8542"/>
                    <a:pt x="4274726" y="19080"/>
                  </a:cubicBezTo>
                  <a:lnTo>
                    <a:pt x="4274726" y="2148387"/>
                  </a:lnTo>
                  <a:cubicBezTo>
                    <a:pt x="4274726" y="2158924"/>
                    <a:pt x="4266183" y="2167467"/>
                    <a:pt x="4255646" y="2167467"/>
                  </a:cubicBezTo>
                  <a:lnTo>
                    <a:pt x="19080" y="2167467"/>
                  </a:lnTo>
                  <a:cubicBezTo>
                    <a:pt x="8542" y="2167467"/>
                    <a:pt x="0" y="2158924"/>
                    <a:pt x="0" y="2148387"/>
                  </a:cubicBezTo>
                  <a:lnTo>
                    <a:pt x="0" y="19080"/>
                  </a:lnTo>
                  <a:cubicBezTo>
                    <a:pt x="0" y="8542"/>
                    <a:pt x="8542" y="0"/>
                    <a:pt x="19080" y="0"/>
                  </a:cubicBezTo>
                  <a:close/>
                </a:path>
              </a:pathLst>
            </a:custGeom>
            <a:solidFill>
              <a:srgbClr val="F4F8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83C916E7-5D29-88A0-6583-ACF8E58D7162}"/>
                </a:ext>
              </a:extLst>
            </p:cNvPr>
            <p:cNvSpPr txBox="1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7148B8AC-3A91-AD1C-E242-B88D7E104E71}"/>
              </a:ext>
            </a:extLst>
          </p:cNvPr>
          <p:cNvGrpSpPr/>
          <p:nvPr/>
        </p:nvGrpSpPr>
        <p:grpSpPr>
          <a:xfrm>
            <a:off x="1427998" y="1347066"/>
            <a:ext cx="284690" cy="284690"/>
            <a:chOff x="0" y="0"/>
            <a:chExt cx="812800" cy="812800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F079141C-0019-D464-8BFC-B24CCF84E9BA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59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196CDEED-18AB-B024-9B9B-CE0B53C5458C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5BB9439C-4C2F-0618-B232-42B934127140}"/>
              </a:ext>
            </a:extLst>
          </p:cNvPr>
          <p:cNvGrpSpPr/>
          <p:nvPr/>
        </p:nvGrpSpPr>
        <p:grpSpPr>
          <a:xfrm>
            <a:off x="1835411" y="1347066"/>
            <a:ext cx="284690" cy="284690"/>
            <a:chOff x="0" y="0"/>
            <a:chExt cx="812800" cy="81280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8ED90BD7-1E66-5145-8BEF-E237AF264E55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C9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470CDA5B-AA18-11ED-D979-12EAAD3EB1D4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728F484F-D9F8-9571-344A-822CEA3028FF}"/>
              </a:ext>
            </a:extLst>
          </p:cNvPr>
          <p:cNvGrpSpPr/>
          <p:nvPr/>
        </p:nvGrpSpPr>
        <p:grpSpPr>
          <a:xfrm>
            <a:off x="2243926" y="1347066"/>
            <a:ext cx="284690" cy="284690"/>
            <a:chOff x="0" y="0"/>
            <a:chExt cx="812800" cy="8128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FEFFFF39-1A2F-07F0-6E6C-FC83BB7340AF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CF8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3C794A53-8456-A62E-71E1-13A07132025A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BA00215F-AADD-89B9-648A-E86803185F20}"/>
              </a:ext>
            </a:extLst>
          </p:cNvPr>
          <p:cNvGrpSpPr/>
          <p:nvPr/>
        </p:nvGrpSpPr>
        <p:grpSpPr>
          <a:xfrm>
            <a:off x="1335296" y="2001038"/>
            <a:ext cx="15419497" cy="6925551"/>
            <a:chOff x="0" y="0"/>
            <a:chExt cx="4061102" cy="1824013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3B2A53B5-7981-5243-78CC-FD19AA976C4A}"/>
                </a:ext>
              </a:extLst>
            </p:cNvPr>
            <p:cNvSpPr/>
            <p:nvPr/>
          </p:nvSpPr>
          <p:spPr>
            <a:xfrm>
              <a:off x="0" y="0"/>
              <a:ext cx="4061102" cy="1824013"/>
            </a:xfrm>
            <a:custGeom>
              <a:avLst/>
              <a:gdLst/>
              <a:ahLst/>
              <a:cxnLst/>
              <a:rect l="l" t="t" r="r" b="b"/>
              <a:pathLst>
                <a:path w="4061102" h="1824013">
                  <a:moveTo>
                    <a:pt x="20083" y="0"/>
                  </a:moveTo>
                  <a:lnTo>
                    <a:pt x="4041019" y="0"/>
                  </a:lnTo>
                  <a:cubicBezTo>
                    <a:pt x="4052110" y="0"/>
                    <a:pt x="4061102" y="8992"/>
                    <a:pt x="4061102" y="20083"/>
                  </a:cubicBezTo>
                  <a:lnTo>
                    <a:pt x="4061102" y="1803930"/>
                  </a:lnTo>
                  <a:cubicBezTo>
                    <a:pt x="4061102" y="1815022"/>
                    <a:pt x="4052110" y="1824013"/>
                    <a:pt x="4041019" y="1824013"/>
                  </a:cubicBezTo>
                  <a:lnTo>
                    <a:pt x="20083" y="1824013"/>
                  </a:lnTo>
                  <a:cubicBezTo>
                    <a:pt x="8992" y="1824013"/>
                    <a:pt x="0" y="1815022"/>
                    <a:pt x="0" y="1803930"/>
                  </a:cubicBezTo>
                  <a:lnTo>
                    <a:pt x="0" y="20083"/>
                  </a:lnTo>
                  <a:cubicBezTo>
                    <a:pt x="0" y="8992"/>
                    <a:pt x="8992" y="0"/>
                    <a:pt x="20083" y="0"/>
                  </a:cubicBezTo>
                  <a:close/>
                </a:path>
              </a:pathLst>
            </a:custGeom>
            <a:solidFill>
              <a:srgbClr val="F4F8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0A440F64-1D9B-54E5-9016-193538203976}"/>
                </a:ext>
              </a:extLst>
            </p:cNvPr>
            <p:cNvSpPr txBox="1"/>
            <p:nvPr/>
          </p:nvSpPr>
          <p:spPr>
            <a:xfrm>
              <a:off x="0" y="-38100"/>
              <a:ext cx="4061102" cy="18621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17" name="TextBox 17">
            <a:extLst>
              <a:ext uri="{FF2B5EF4-FFF2-40B4-BE49-F238E27FC236}">
                <a16:creationId xmlns:a16="http://schemas.microsoft.com/office/drawing/2014/main" id="{1484EED6-E023-19F2-797D-F522ABCFAD2D}"/>
              </a:ext>
            </a:extLst>
          </p:cNvPr>
          <p:cNvSpPr txBox="1"/>
          <p:nvPr/>
        </p:nvSpPr>
        <p:spPr>
          <a:xfrm>
            <a:off x="2270616" y="2485595"/>
            <a:ext cx="13268343" cy="123739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 algn="ctr">
              <a:spcBef>
                <a:spcPct val="0"/>
              </a:spcBef>
            </a:pPr>
            <a:r>
              <a:rPr lang="en-US" sz="8041" b="1" dirty="0">
                <a:solidFill>
                  <a:srgbClr val="000000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Additional Configurations</a:t>
            </a:r>
          </a:p>
        </p:txBody>
      </p:sp>
      <p:sp>
        <p:nvSpPr>
          <p:cNvPr id="18" name="AutoShape 18">
            <a:extLst>
              <a:ext uri="{FF2B5EF4-FFF2-40B4-BE49-F238E27FC236}">
                <a16:creationId xmlns:a16="http://schemas.microsoft.com/office/drawing/2014/main" id="{1CDBECAB-1C6B-D49A-7BD8-2EF253C0598B}"/>
              </a:ext>
            </a:extLst>
          </p:cNvPr>
          <p:cNvSpPr/>
          <p:nvPr/>
        </p:nvSpPr>
        <p:spPr>
          <a:xfrm flipV="1">
            <a:off x="1427998" y="5133975"/>
            <a:ext cx="15419497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98198026-6F4C-33AD-803D-3BE676E24D0F}"/>
              </a:ext>
            </a:extLst>
          </p:cNvPr>
          <p:cNvSpPr txBox="1"/>
          <p:nvPr/>
        </p:nvSpPr>
        <p:spPr>
          <a:xfrm>
            <a:off x="5771543" y="6063566"/>
            <a:ext cx="6732407" cy="14244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  <a:spcBef>
                <a:spcPct val="0"/>
              </a:spcBef>
              <a:defRPr/>
            </a:pPr>
            <a:r>
              <a:rPr lang="en-US" sz="1600" b="1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- Overall Firewall Policies &amp; Security Profiles used</a:t>
            </a:r>
          </a:p>
          <a:p>
            <a:pPr algn="ctr">
              <a:lnSpc>
                <a:spcPts val="3919"/>
              </a:lnSpc>
              <a:spcBef>
                <a:spcPct val="0"/>
              </a:spcBef>
              <a:defRPr/>
            </a:pPr>
            <a:r>
              <a:rPr lang="en-US" sz="1600" b="1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- Schedule of Firewall Policies</a:t>
            </a:r>
          </a:p>
          <a:p>
            <a:pPr algn="ctr">
              <a:lnSpc>
                <a:spcPts val="3919"/>
              </a:lnSpc>
              <a:spcBef>
                <a:spcPct val="0"/>
              </a:spcBef>
              <a:defRPr/>
            </a:pPr>
            <a:r>
              <a:rPr lang="en-US" sz="1600" b="1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- Tester Administrator (Profile for Test)</a:t>
            </a:r>
          </a:p>
        </p:txBody>
      </p:sp>
      <p:sp>
        <p:nvSpPr>
          <p:cNvPr id="21" name="Freeform 21">
            <a:extLst>
              <a:ext uri="{FF2B5EF4-FFF2-40B4-BE49-F238E27FC236}">
                <a16:creationId xmlns:a16="http://schemas.microsoft.com/office/drawing/2014/main" id="{12A5545F-CDF3-70EB-43BD-9CB4D67B9121}"/>
              </a:ext>
            </a:extLst>
          </p:cNvPr>
          <p:cNvSpPr/>
          <p:nvPr/>
        </p:nvSpPr>
        <p:spPr>
          <a:xfrm>
            <a:off x="9045045" y="4999923"/>
            <a:ext cx="197909" cy="268103"/>
          </a:xfrm>
          <a:custGeom>
            <a:avLst/>
            <a:gdLst/>
            <a:ahLst/>
            <a:cxnLst/>
            <a:rect l="l" t="t" r="r" b="b"/>
            <a:pathLst>
              <a:path w="197909" h="268103">
                <a:moveTo>
                  <a:pt x="0" y="0"/>
                </a:moveTo>
                <a:lnTo>
                  <a:pt x="197910" y="0"/>
                </a:lnTo>
                <a:lnTo>
                  <a:pt x="197910" y="268104"/>
                </a:lnTo>
                <a:lnTo>
                  <a:pt x="0" y="26810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625788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271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078FE4-63E3-03EE-5632-348A1A1AD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B7582FF2-0B56-482C-88D8-DDEB591C8A9B}"/>
              </a:ext>
            </a:extLst>
          </p:cNvPr>
          <p:cNvGrpSpPr/>
          <p:nvPr/>
        </p:nvGrpSpPr>
        <p:grpSpPr>
          <a:xfrm>
            <a:off x="1028700" y="1028700"/>
            <a:ext cx="15887700" cy="7696200"/>
            <a:chOff x="0" y="0"/>
            <a:chExt cx="10703931" cy="10972800"/>
          </a:xfrm>
        </p:grpSpPr>
        <p:grpSp>
          <p:nvGrpSpPr>
            <p:cNvPr id="3" name="Group 3">
              <a:extLst>
                <a:ext uri="{FF2B5EF4-FFF2-40B4-BE49-F238E27FC236}">
                  <a16:creationId xmlns:a16="http://schemas.microsoft.com/office/drawing/2014/main" id="{65A4BCE2-EFAE-6B35-B7E9-3BE83EADF44F}"/>
                </a:ext>
              </a:extLst>
            </p:cNvPr>
            <p:cNvGrpSpPr/>
            <p:nvPr/>
          </p:nvGrpSpPr>
          <p:grpSpPr>
            <a:xfrm>
              <a:off x="0" y="0"/>
              <a:ext cx="10703931" cy="10972800"/>
              <a:chOff x="0" y="0"/>
              <a:chExt cx="2114357" cy="2167467"/>
            </a:xfrm>
          </p:grpSpPr>
          <p:sp>
            <p:nvSpPr>
              <p:cNvPr id="4" name="Freeform 4">
                <a:extLst>
                  <a:ext uri="{FF2B5EF4-FFF2-40B4-BE49-F238E27FC236}">
                    <a16:creationId xmlns:a16="http://schemas.microsoft.com/office/drawing/2014/main" id="{042A22B8-496E-BAFD-AC4F-6B4BCC8E2046}"/>
                  </a:ext>
                </a:extLst>
              </p:cNvPr>
              <p:cNvSpPr/>
              <p:nvPr/>
            </p:nvSpPr>
            <p:spPr>
              <a:xfrm>
                <a:off x="0" y="0"/>
                <a:ext cx="2114357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2114357" h="2167467">
                    <a:moveTo>
                      <a:pt x="38575" y="0"/>
                    </a:moveTo>
                    <a:lnTo>
                      <a:pt x="2075782" y="0"/>
                    </a:lnTo>
                    <a:cubicBezTo>
                      <a:pt x="2086013" y="0"/>
                      <a:pt x="2095824" y="4064"/>
                      <a:pt x="2103058" y="11298"/>
                    </a:cubicBezTo>
                    <a:cubicBezTo>
                      <a:pt x="2110293" y="18532"/>
                      <a:pt x="2114357" y="28344"/>
                      <a:pt x="2114357" y="38575"/>
                    </a:cubicBezTo>
                    <a:lnTo>
                      <a:pt x="2114357" y="2128892"/>
                    </a:lnTo>
                    <a:cubicBezTo>
                      <a:pt x="2114357" y="2139123"/>
                      <a:pt x="2110293" y="2148934"/>
                      <a:pt x="2103058" y="2156168"/>
                    </a:cubicBezTo>
                    <a:cubicBezTo>
                      <a:pt x="2095824" y="2163403"/>
                      <a:pt x="2086013" y="2167467"/>
                      <a:pt x="2075782" y="2167467"/>
                    </a:cubicBezTo>
                    <a:lnTo>
                      <a:pt x="38575" y="2167467"/>
                    </a:lnTo>
                    <a:cubicBezTo>
                      <a:pt x="28344" y="2167467"/>
                      <a:pt x="18532" y="2163403"/>
                      <a:pt x="11298" y="2156168"/>
                    </a:cubicBezTo>
                    <a:cubicBezTo>
                      <a:pt x="4064" y="2148934"/>
                      <a:pt x="0" y="2139123"/>
                      <a:pt x="0" y="2128892"/>
                    </a:cubicBezTo>
                    <a:lnTo>
                      <a:pt x="0" y="38575"/>
                    </a:lnTo>
                    <a:cubicBezTo>
                      <a:pt x="0" y="28344"/>
                      <a:pt x="4064" y="18532"/>
                      <a:pt x="11298" y="11298"/>
                    </a:cubicBezTo>
                    <a:cubicBezTo>
                      <a:pt x="18532" y="4064"/>
                      <a:pt x="28344" y="0"/>
                      <a:pt x="38575" y="0"/>
                    </a:cubicBezTo>
                    <a:close/>
                  </a:path>
                </a:pathLst>
              </a:custGeom>
              <a:solidFill>
                <a:srgbClr val="F4F8FF"/>
              </a:solidFill>
              <a:ln w="1905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5" name="TextBox 5">
                <a:extLst>
                  <a:ext uri="{FF2B5EF4-FFF2-40B4-BE49-F238E27FC236}">
                    <a16:creationId xmlns:a16="http://schemas.microsoft.com/office/drawing/2014/main" id="{596DF168-EAB8-DBDD-F9B4-44393B826E2A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2114357" cy="22055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ts val="2659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p:grp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C98BBB5B-230C-AD8B-4AA8-C0FF371F9F22}"/>
                </a:ext>
              </a:extLst>
            </p:cNvPr>
            <p:cNvSpPr txBox="1"/>
            <p:nvPr/>
          </p:nvSpPr>
          <p:spPr>
            <a:xfrm>
              <a:off x="567983" y="442281"/>
              <a:ext cx="308414" cy="3262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EA6D73AC-B216-F368-9820-E3B65EFC9C75}"/>
                </a:ext>
              </a:extLst>
            </p:cNvPr>
            <p:cNvSpPr txBox="1"/>
            <p:nvPr/>
          </p:nvSpPr>
          <p:spPr>
            <a:xfrm>
              <a:off x="1111201" y="442281"/>
              <a:ext cx="308414" cy="3262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50707332-2F77-C201-1BC2-FF7075173DC8}"/>
                </a:ext>
              </a:extLst>
            </p:cNvPr>
            <p:cNvSpPr txBox="1"/>
            <p:nvPr/>
          </p:nvSpPr>
          <p:spPr>
            <a:xfrm>
              <a:off x="1655887" y="442281"/>
              <a:ext cx="308414" cy="3262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15" name="Group 15">
            <a:extLst>
              <a:ext uri="{FF2B5EF4-FFF2-40B4-BE49-F238E27FC236}">
                <a16:creationId xmlns:a16="http://schemas.microsoft.com/office/drawing/2014/main" id="{FA014A6C-F844-A820-BE73-B4313C9F669C}"/>
              </a:ext>
            </a:extLst>
          </p:cNvPr>
          <p:cNvGrpSpPr/>
          <p:nvPr/>
        </p:nvGrpSpPr>
        <p:grpSpPr>
          <a:xfrm>
            <a:off x="9231352" y="884039"/>
            <a:ext cx="8027948" cy="8374261"/>
            <a:chOff x="0" y="-192881"/>
            <a:chExt cx="10703931" cy="11165681"/>
          </a:xfrm>
        </p:grpSpPr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CB20B696-B22E-DDC3-BE9A-BA6C65CC1249}"/>
                </a:ext>
              </a:extLst>
            </p:cNvPr>
            <p:cNvSpPr txBox="1"/>
            <p:nvPr/>
          </p:nvSpPr>
          <p:spPr>
            <a:xfrm>
              <a:off x="0" y="-192881"/>
              <a:ext cx="10703931" cy="1116568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1" name="TextBox 21">
              <a:extLst>
                <a:ext uri="{FF2B5EF4-FFF2-40B4-BE49-F238E27FC236}">
                  <a16:creationId xmlns:a16="http://schemas.microsoft.com/office/drawing/2014/main" id="{EB1417E3-19F5-B0E1-0297-07B85D5E6CD1}"/>
                </a:ext>
              </a:extLst>
            </p:cNvPr>
            <p:cNvSpPr txBox="1"/>
            <p:nvPr/>
          </p:nvSpPr>
          <p:spPr>
            <a:xfrm>
              <a:off x="567984" y="442281"/>
              <a:ext cx="308413" cy="3262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F1FB9C6C-1D1C-2CB5-B5E0-A96FAFC64DFD}"/>
                </a:ext>
              </a:extLst>
            </p:cNvPr>
            <p:cNvSpPr txBox="1"/>
            <p:nvPr/>
          </p:nvSpPr>
          <p:spPr>
            <a:xfrm>
              <a:off x="1655888" y="442281"/>
              <a:ext cx="308413" cy="3262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30" name="TextBox 30">
            <a:extLst>
              <a:ext uri="{FF2B5EF4-FFF2-40B4-BE49-F238E27FC236}">
                <a16:creationId xmlns:a16="http://schemas.microsoft.com/office/drawing/2014/main" id="{FD0A536D-7001-5899-9FA7-49D01A99520A}"/>
              </a:ext>
            </a:extLst>
          </p:cNvPr>
          <p:cNvSpPr txBox="1"/>
          <p:nvPr/>
        </p:nvSpPr>
        <p:spPr>
          <a:xfrm>
            <a:off x="2111868" y="2145523"/>
            <a:ext cx="14118732" cy="3684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 algn="just">
              <a:lnSpc>
                <a:spcPts val="2376"/>
              </a:lnSpc>
            </a:pPr>
            <a:r>
              <a:rPr lang="en-US" sz="4500" b="1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Overall Firewall Policies &amp; Security Profiles used</a:t>
            </a:r>
            <a:endParaRPr lang="en-US" sz="4500" b="1" spc="84" dirty="0">
              <a:solidFill>
                <a:srgbClr val="000000"/>
              </a:solidFill>
              <a:latin typeface="Inter" panose="020B0604020202020204" charset="0"/>
              <a:ea typeface="Inter" panose="020B0604020202020204" charset="0"/>
              <a:cs typeface="Inter Light"/>
              <a:sym typeface="Inter Light"/>
            </a:endParaRPr>
          </a:p>
        </p:txBody>
      </p:sp>
      <p:sp>
        <p:nvSpPr>
          <p:cNvPr id="26" name="Freeform 7">
            <a:extLst>
              <a:ext uri="{FF2B5EF4-FFF2-40B4-BE49-F238E27FC236}">
                <a16:creationId xmlns:a16="http://schemas.microsoft.com/office/drawing/2014/main" id="{074A052C-B536-F694-7D07-D02D0306D294}"/>
              </a:ext>
            </a:extLst>
          </p:cNvPr>
          <p:cNvSpPr/>
          <p:nvPr/>
        </p:nvSpPr>
        <p:spPr>
          <a:xfrm>
            <a:off x="1427998" y="1347066"/>
            <a:ext cx="284689" cy="284690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85954"/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9" name="Freeform 10">
            <a:extLst>
              <a:ext uri="{FF2B5EF4-FFF2-40B4-BE49-F238E27FC236}">
                <a16:creationId xmlns:a16="http://schemas.microsoft.com/office/drawing/2014/main" id="{139B036F-F8F9-611D-E3D2-EA252EFF4B09}"/>
              </a:ext>
            </a:extLst>
          </p:cNvPr>
          <p:cNvSpPr/>
          <p:nvPr/>
        </p:nvSpPr>
        <p:spPr>
          <a:xfrm>
            <a:off x="1835411" y="1347066"/>
            <a:ext cx="284689" cy="284690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8C954"/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2" name="Freeform 13">
            <a:extLst>
              <a:ext uri="{FF2B5EF4-FFF2-40B4-BE49-F238E27FC236}">
                <a16:creationId xmlns:a16="http://schemas.microsoft.com/office/drawing/2014/main" id="{A96ECFE3-08A2-8381-9300-F04F1897F582}"/>
              </a:ext>
            </a:extLst>
          </p:cNvPr>
          <p:cNvSpPr/>
          <p:nvPr/>
        </p:nvSpPr>
        <p:spPr>
          <a:xfrm>
            <a:off x="2243926" y="1347066"/>
            <a:ext cx="284689" cy="284690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DCF854"/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3FD443A-E483-5880-ABF6-4A5572FA01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7998" y="2721889"/>
            <a:ext cx="15184969" cy="1964411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0F068875-3081-EDFA-6296-5537C10CAF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7998" y="5794341"/>
            <a:ext cx="7030431" cy="2095792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E6C0D5A0-63EC-8B9A-2AB8-95E75C9454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7998" y="4686300"/>
            <a:ext cx="6992326" cy="1038370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D5A88117-90C6-3576-45EB-1507C47B12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8296" y="4702869"/>
            <a:ext cx="6115904" cy="1076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10252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271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8D531E-7237-1F1A-9011-B93D82FD1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66BA4FBB-685B-32CE-5D4B-98FDFAD39764}"/>
              </a:ext>
            </a:extLst>
          </p:cNvPr>
          <p:cNvGrpSpPr/>
          <p:nvPr/>
        </p:nvGrpSpPr>
        <p:grpSpPr>
          <a:xfrm>
            <a:off x="1028700" y="1028700"/>
            <a:ext cx="15887700" cy="7696200"/>
            <a:chOff x="0" y="0"/>
            <a:chExt cx="10703931" cy="10972800"/>
          </a:xfrm>
        </p:grpSpPr>
        <p:grpSp>
          <p:nvGrpSpPr>
            <p:cNvPr id="3" name="Group 3">
              <a:extLst>
                <a:ext uri="{FF2B5EF4-FFF2-40B4-BE49-F238E27FC236}">
                  <a16:creationId xmlns:a16="http://schemas.microsoft.com/office/drawing/2014/main" id="{B93C97CF-5471-D2B1-7E3E-7AD7D26BA554}"/>
                </a:ext>
              </a:extLst>
            </p:cNvPr>
            <p:cNvGrpSpPr/>
            <p:nvPr/>
          </p:nvGrpSpPr>
          <p:grpSpPr>
            <a:xfrm>
              <a:off x="0" y="0"/>
              <a:ext cx="10703931" cy="10972800"/>
              <a:chOff x="0" y="0"/>
              <a:chExt cx="2114357" cy="2167467"/>
            </a:xfrm>
          </p:grpSpPr>
          <p:sp>
            <p:nvSpPr>
              <p:cNvPr id="4" name="Freeform 4">
                <a:extLst>
                  <a:ext uri="{FF2B5EF4-FFF2-40B4-BE49-F238E27FC236}">
                    <a16:creationId xmlns:a16="http://schemas.microsoft.com/office/drawing/2014/main" id="{4A930147-F744-524F-DBD0-D6BE00259E4D}"/>
                  </a:ext>
                </a:extLst>
              </p:cNvPr>
              <p:cNvSpPr/>
              <p:nvPr/>
            </p:nvSpPr>
            <p:spPr>
              <a:xfrm>
                <a:off x="0" y="0"/>
                <a:ext cx="2114357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2114357" h="2167467">
                    <a:moveTo>
                      <a:pt x="38575" y="0"/>
                    </a:moveTo>
                    <a:lnTo>
                      <a:pt x="2075782" y="0"/>
                    </a:lnTo>
                    <a:cubicBezTo>
                      <a:pt x="2086013" y="0"/>
                      <a:pt x="2095824" y="4064"/>
                      <a:pt x="2103058" y="11298"/>
                    </a:cubicBezTo>
                    <a:cubicBezTo>
                      <a:pt x="2110293" y="18532"/>
                      <a:pt x="2114357" y="28344"/>
                      <a:pt x="2114357" y="38575"/>
                    </a:cubicBezTo>
                    <a:lnTo>
                      <a:pt x="2114357" y="2128892"/>
                    </a:lnTo>
                    <a:cubicBezTo>
                      <a:pt x="2114357" y="2139123"/>
                      <a:pt x="2110293" y="2148934"/>
                      <a:pt x="2103058" y="2156168"/>
                    </a:cubicBezTo>
                    <a:cubicBezTo>
                      <a:pt x="2095824" y="2163403"/>
                      <a:pt x="2086013" y="2167467"/>
                      <a:pt x="2075782" y="2167467"/>
                    </a:cubicBezTo>
                    <a:lnTo>
                      <a:pt x="38575" y="2167467"/>
                    </a:lnTo>
                    <a:cubicBezTo>
                      <a:pt x="28344" y="2167467"/>
                      <a:pt x="18532" y="2163403"/>
                      <a:pt x="11298" y="2156168"/>
                    </a:cubicBezTo>
                    <a:cubicBezTo>
                      <a:pt x="4064" y="2148934"/>
                      <a:pt x="0" y="2139123"/>
                      <a:pt x="0" y="2128892"/>
                    </a:cubicBezTo>
                    <a:lnTo>
                      <a:pt x="0" y="38575"/>
                    </a:lnTo>
                    <a:cubicBezTo>
                      <a:pt x="0" y="28344"/>
                      <a:pt x="4064" y="18532"/>
                      <a:pt x="11298" y="11298"/>
                    </a:cubicBezTo>
                    <a:cubicBezTo>
                      <a:pt x="18532" y="4064"/>
                      <a:pt x="28344" y="0"/>
                      <a:pt x="38575" y="0"/>
                    </a:cubicBezTo>
                    <a:close/>
                  </a:path>
                </a:pathLst>
              </a:custGeom>
              <a:solidFill>
                <a:srgbClr val="F4F8FF"/>
              </a:solidFill>
              <a:ln w="1905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5" name="TextBox 5">
                <a:extLst>
                  <a:ext uri="{FF2B5EF4-FFF2-40B4-BE49-F238E27FC236}">
                    <a16:creationId xmlns:a16="http://schemas.microsoft.com/office/drawing/2014/main" id="{0719C067-441F-A5C8-0D12-96504BBBCF05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2114357" cy="22055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ts val="2659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p:grp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884C36D5-2844-F7DF-529E-F1D2F4BBF4A5}"/>
                </a:ext>
              </a:extLst>
            </p:cNvPr>
            <p:cNvSpPr txBox="1"/>
            <p:nvPr/>
          </p:nvSpPr>
          <p:spPr>
            <a:xfrm>
              <a:off x="567983" y="442281"/>
              <a:ext cx="308414" cy="3262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FE26FE51-A149-B3C7-DFBC-72D362BFF54C}"/>
                </a:ext>
              </a:extLst>
            </p:cNvPr>
            <p:cNvSpPr txBox="1"/>
            <p:nvPr/>
          </p:nvSpPr>
          <p:spPr>
            <a:xfrm>
              <a:off x="1111201" y="442281"/>
              <a:ext cx="308414" cy="3262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EC21608E-70C3-D87A-0E4E-ACBD592531EE}"/>
                </a:ext>
              </a:extLst>
            </p:cNvPr>
            <p:cNvSpPr txBox="1"/>
            <p:nvPr/>
          </p:nvSpPr>
          <p:spPr>
            <a:xfrm>
              <a:off x="1655887" y="442281"/>
              <a:ext cx="308414" cy="3262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15" name="Group 15">
            <a:extLst>
              <a:ext uri="{FF2B5EF4-FFF2-40B4-BE49-F238E27FC236}">
                <a16:creationId xmlns:a16="http://schemas.microsoft.com/office/drawing/2014/main" id="{C1EF5E9F-1A24-4AD2-C8D8-635CC2F26A66}"/>
              </a:ext>
            </a:extLst>
          </p:cNvPr>
          <p:cNvGrpSpPr/>
          <p:nvPr/>
        </p:nvGrpSpPr>
        <p:grpSpPr>
          <a:xfrm>
            <a:off x="9231352" y="884039"/>
            <a:ext cx="8027948" cy="8374261"/>
            <a:chOff x="0" y="-192881"/>
            <a:chExt cx="10703931" cy="11165681"/>
          </a:xfrm>
        </p:grpSpPr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CC521B9A-05EC-CF24-9038-91774B79EEDF}"/>
                </a:ext>
              </a:extLst>
            </p:cNvPr>
            <p:cNvSpPr txBox="1"/>
            <p:nvPr/>
          </p:nvSpPr>
          <p:spPr>
            <a:xfrm>
              <a:off x="0" y="-192881"/>
              <a:ext cx="10703931" cy="1116568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1" name="TextBox 21">
              <a:extLst>
                <a:ext uri="{FF2B5EF4-FFF2-40B4-BE49-F238E27FC236}">
                  <a16:creationId xmlns:a16="http://schemas.microsoft.com/office/drawing/2014/main" id="{004EE735-6D47-A478-4AEC-7DB85D011244}"/>
                </a:ext>
              </a:extLst>
            </p:cNvPr>
            <p:cNvSpPr txBox="1"/>
            <p:nvPr/>
          </p:nvSpPr>
          <p:spPr>
            <a:xfrm>
              <a:off x="567984" y="442281"/>
              <a:ext cx="308413" cy="3262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85FDA27D-65E0-4332-4D03-6FDBB36B3BFB}"/>
                </a:ext>
              </a:extLst>
            </p:cNvPr>
            <p:cNvSpPr txBox="1"/>
            <p:nvPr/>
          </p:nvSpPr>
          <p:spPr>
            <a:xfrm>
              <a:off x="1655888" y="442281"/>
              <a:ext cx="308413" cy="3262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30" name="TextBox 30">
            <a:extLst>
              <a:ext uri="{FF2B5EF4-FFF2-40B4-BE49-F238E27FC236}">
                <a16:creationId xmlns:a16="http://schemas.microsoft.com/office/drawing/2014/main" id="{14842A46-0C02-AD63-8992-C6F5A5C60141}"/>
              </a:ext>
            </a:extLst>
          </p:cNvPr>
          <p:cNvSpPr txBox="1"/>
          <p:nvPr/>
        </p:nvSpPr>
        <p:spPr>
          <a:xfrm>
            <a:off x="2111868" y="2145523"/>
            <a:ext cx="14118732" cy="3684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 algn="just">
              <a:lnSpc>
                <a:spcPts val="2376"/>
              </a:lnSpc>
            </a:pPr>
            <a:r>
              <a:rPr lang="en-US" sz="4500" b="1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Schedule of Firewall Policies</a:t>
            </a:r>
            <a:endParaRPr lang="en-US" sz="4500" b="1" spc="84" dirty="0">
              <a:solidFill>
                <a:srgbClr val="000000"/>
              </a:solidFill>
              <a:latin typeface="Inter" panose="020B0604020202020204" charset="0"/>
              <a:ea typeface="Inter" panose="020B0604020202020204" charset="0"/>
              <a:cs typeface="Inter Light"/>
              <a:sym typeface="Inter Light"/>
            </a:endParaRPr>
          </a:p>
        </p:txBody>
      </p:sp>
      <p:sp>
        <p:nvSpPr>
          <p:cNvPr id="26" name="Freeform 7">
            <a:extLst>
              <a:ext uri="{FF2B5EF4-FFF2-40B4-BE49-F238E27FC236}">
                <a16:creationId xmlns:a16="http://schemas.microsoft.com/office/drawing/2014/main" id="{CD99A483-9D0C-03EE-932F-E8403EBF7E55}"/>
              </a:ext>
            </a:extLst>
          </p:cNvPr>
          <p:cNvSpPr/>
          <p:nvPr/>
        </p:nvSpPr>
        <p:spPr>
          <a:xfrm>
            <a:off x="1427998" y="1347066"/>
            <a:ext cx="284689" cy="284690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85954"/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9" name="Freeform 10">
            <a:extLst>
              <a:ext uri="{FF2B5EF4-FFF2-40B4-BE49-F238E27FC236}">
                <a16:creationId xmlns:a16="http://schemas.microsoft.com/office/drawing/2014/main" id="{8041027E-EF88-D378-BDE8-340DF89E4002}"/>
              </a:ext>
            </a:extLst>
          </p:cNvPr>
          <p:cNvSpPr/>
          <p:nvPr/>
        </p:nvSpPr>
        <p:spPr>
          <a:xfrm>
            <a:off x="1835411" y="1347066"/>
            <a:ext cx="284689" cy="284690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8C954"/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2" name="Freeform 13">
            <a:extLst>
              <a:ext uri="{FF2B5EF4-FFF2-40B4-BE49-F238E27FC236}">
                <a16:creationId xmlns:a16="http://schemas.microsoft.com/office/drawing/2014/main" id="{087A184F-69B8-B473-A72F-4978A145F936}"/>
              </a:ext>
            </a:extLst>
          </p:cNvPr>
          <p:cNvSpPr/>
          <p:nvPr/>
        </p:nvSpPr>
        <p:spPr>
          <a:xfrm>
            <a:off x="2243926" y="1347066"/>
            <a:ext cx="284689" cy="284690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DCF854"/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5372D1B-F47F-E3C9-3C9C-4247FAB622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7998" y="2721889"/>
            <a:ext cx="15184969" cy="19644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0A10D11-85F2-6759-D76F-3EA6CF47A90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9224"/>
          <a:stretch/>
        </p:blipFill>
        <p:spPr>
          <a:xfrm>
            <a:off x="10198617" y="4821585"/>
            <a:ext cx="4592822" cy="316644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3171827-48C5-7B5E-E7EC-FD78EBA190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600" y="4771057"/>
            <a:ext cx="6230219" cy="3029373"/>
          </a:xfrm>
          <a:prstGeom prst="rect">
            <a:avLst/>
          </a:prstGeom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EEA14CE-89C4-D763-575B-1659F165899E}"/>
              </a:ext>
            </a:extLst>
          </p:cNvPr>
          <p:cNvCxnSpPr/>
          <p:nvPr/>
        </p:nvCxnSpPr>
        <p:spPr>
          <a:xfrm>
            <a:off x="8153400" y="6285743"/>
            <a:ext cx="1735250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Picture 18">
            <a:extLst>
              <a:ext uri="{FF2B5EF4-FFF2-40B4-BE49-F238E27FC236}">
                <a16:creationId xmlns:a16="http://schemas.microsoft.com/office/drawing/2014/main" id="{F2F5F4D2-98EB-CE99-F8A3-E6399F79CE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67161" y="6952794"/>
            <a:ext cx="3553321" cy="552527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133DDBA2-EBB1-96B0-E561-7A0C957034ED}"/>
              </a:ext>
            </a:extLst>
          </p:cNvPr>
          <p:cNvSpPr txBox="1"/>
          <p:nvPr/>
        </p:nvSpPr>
        <p:spPr>
          <a:xfrm>
            <a:off x="3662025" y="8123313"/>
            <a:ext cx="100607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Since the </a:t>
            </a:r>
            <a:r>
              <a:rPr lang="en-US" b="1" dirty="0">
                <a:solidFill>
                  <a:srgbClr val="FF0000"/>
                </a:solidFill>
              </a:rPr>
              <a:t>System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time</a:t>
            </a:r>
            <a:r>
              <a:rPr lang="en-US" dirty="0"/>
              <a:t> exceeds the </a:t>
            </a:r>
            <a:r>
              <a:rPr lang="en-US" b="1" dirty="0">
                <a:solidFill>
                  <a:srgbClr val="FF0000"/>
                </a:solidFill>
              </a:rPr>
              <a:t>stop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time</a:t>
            </a:r>
            <a:r>
              <a:rPr lang="en-US" dirty="0"/>
              <a:t> of Schedule used in Policy then </a:t>
            </a:r>
            <a:r>
              <a:rPr lang="en-US" b="1" dirty="0">
                <a:solidFill>
                  <a:srgbClr val="FF0000"/>
                </a:solidFill>
              </a:rPr>
              <a:t>STOP</a:t>
            </a:r>
            <a:r>
              <a:rPr lang="en-US" dirty="0"/>
              <a:t> work is done for today 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97C7300-97BF-5FB5-E62E-DDF665199AA0}"/>
              </a:ext>
            </a:extLst>
          </p:cNvPr>
          <p:cNvSpPr txBox="1"/>
          <p:nvPr/>
        </p:nvSpPr>
        <p:spPr>
          <a:xfrm>
            <a:off x="14738471" y="4760770"/>
            <a:ext cx="227998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When You search which policy used</a:t>
            </a:r>
          </a:p>
          <a:p>
            <a:r>
              <a:rPr lang="en-US" dirty="0"/>
              <a:t>You will find that Implicit policy deny applied Because all above are treated as disabled</a:t>
            </a:r>
          </a:p>
        </p:txBody>
      </p:sp>
    </p:spTree>
    <p:extLst>
      <p:ext uri="{BB962C8B-B14F-4D97-AF65-F5344CB8AC3E}">
        <p14:creationId xmlns:p14="http://schemas.microsoft.com/office/powerpoint/2010/main" val="1463533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271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4B9CB8-E144-382F-3829-5D4A14B43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E9BFDD2A-DA72-315C-59C1-A5D4D208A023}"/>
              </a:ext>
            </a:extLst>
          </p:cNvPr>
          <p:cNvGrpSpPr/>
          <p:nvPr/>
        </p:nvGrpSpPr>
        <p:grpSpPr>
          <a:xfrm>
            <a:off x="1028700" y="1028700"/>
            <a:ext cx="15887700" cy="7696200"/>
            <a:chOff x="0" y="0"/>
            <a:chExt cx="10703931" cy="10972800"/>
          </a:xfrm>
        </p:grpSpPr>
        <p:grpSp>
          <p:nvGrpSpPr>
            <p:cNvPr id="3" name="Group 3">
              <a:extLst>
                <a:ext uri="{FF2B5EF4-FFF2-40B4-BE49-F238E27FC236}">
                  <a16:creationId xmlns:a16="http://schemas.microsoft.com/office/drawing/2014/main" id="{92043E59-D72D-F999-5EE2-34E7B5D91799}"/>
                </a:ext>
              </a:extLst>
            </p:cNvPr>
            <p:cNvGrpSpPr/>
            <p:nvPr/>
          </p:nvGrpSpPr>
          <p:grpSpPr>
            <a:xfrm>
              <a:off x="0" y="0"/>
              <a:ext cx="10703931" cy="10972800"/>
              <a:chOff x="0" y="0"/>
              <a:chExt cx="2114357" cy="2167467"/>
            </a:xfrm>
          </p:grpSpPr>
          <p:sp>
            <p:nvSpPr>
              <p:cNvPr id="4" name="Freeform 4">
                <a:extLst>
                  <a:ext uri="{FF2B5EF4-FFF2-40B4-BE49-F238E27FC236}">
                    <a16:creationId xmlns:a16="http://schemas.microsoft.com/office/drawing/2014/main" id="{BD62B0C8-7D34-2490-DEE4-B65FF3D1FC5A}"/>
                  </a:ext>
                </a:extLst>
              </p:cNvPr>
              <p:cNvSpPr/>
              <p:nvPr/>
            </p:nvSpPr>
            <p:spPr>
              <a:xfrm>
                <a:off x="0" y="0"/>
                <a:ext cx="2114357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2114357" h="2167467">
                    <a:moveTo>
                      <a:pt x="38575" y="0"/>
                    </a:moveTo>
                    <a:lnTo>
                      <a:pt x="2075782" y="0"/>
                    </a:lnTo>
                    <a:cubicBezTo>
                      <a:pt x="2086013" y="0"/>
                      <a:pt x="2095824" y="4064"/>
                      <a:pt x="2103058" y="11298"/>
                    </a:cubicBezTo>
                    <a:cubicBezTo>
                      <a:pt x="2110293" y="18532"/>
                      <a:pt x="2114357" y="28344"/>
                      <a:pt x="2114357" y="38575"/>
                    </a:cubicBezTo>
                    <a:lnTo>
                      <a:pt x="2114357" y="2128892"/>
                    </a:lnTo>
                    <a:cubicBezTo>
                      <a:pt x="2114357" y="2139123"/>
                      <a:pt x="2110293" y="2148934"/>
                      <a:pt x="2103058" y="2156168"/>
                    </a:cubicBezTo>
                    <a:cubicBezTo>
                      <a:pt x="2095824" y="2163403"/>
                      <a:pt x="2086013" y="2167467"/>
                      <a:pt x="2075782" y="2167467"/>
                    </a:cubicBezTo>
                    <a:lnTo>
                      <a:pt x="38575" y="2167467"/>
                    </a:lnTo>
                    <a:cubicBezTo>
                      <a:pt x="28344" y="2167467"/>
                      <a:pt x="18532" y="2163403"/>
                      <a:pt x="11298" y="2156168"/>
                    </a:cubicBezTo>
                    <a:cubicBezTo>
                      <a:pt x="4064" y="2148934"/>
                      <a:pt x="0" y="2139123"/>
                      <a:pt x="0" y="2128892"/>
                    </a:cubicBezTo>
                    <a:lnTo>
                      <a:pt x="0" y="38575"/>
                    </a:lnTo>
                    <a:cubicBezTo>
                      <a:pt x="0" y="28344"/>
                      <a:pt x="4064" y="18532"/>
                      <a:pt x="11298" y="11298"/>
                    </a:cubicBezTo>
                    <a:cubicBezTo>
                      <a:pt x="18532" y="4064"/>
                      <a:pt x="28344" y="0"/>
                      <a:pt x="38575" y="0"/>
                    </a:cubicBezTo>
                    <a:close/>
                  </a:path>
                </a:pathLst>
              </a:custGeom>
              <a:solidFill>
                <a:srgbClr val="F4F8FF"/>
              </a:solidFill>
              <a:ln w="1905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5" name="TextBox 5">
                <a:extLst>
                  <a:ext uri="{FF2B5EF4-FFF2-40B4-BE49-F238E27FC236}">
                    <a16:creationId xmlns:a16="http://schemas.microsoft.com/office/drawing/2014/main" id="{79F770E6-E683-B1DB-FB31-3C357F35454F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2114357" cy="22055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ts val="2659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p:grp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95D62C47-3864-433D-1868-D8BC26F78A8D}"/>
                </a:ext>
              </a:extLst>
            </p:cNvPr>
            <p:cNvSpPr txBox="1"/>
            <p:nvPr/>
          </p:nvSpPr>
          <p:spPr>
            <a:xfrm>
              <a:off x="567983" y="442281"/>
              <a:ext cx="308414" cy="3262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B71F5DCF-E3DC-2C48-B6EE-59233E6D6512}"/>
                </a:ext>
              </a:extLst>
            </p:cNvPr>
            <p:cNvSpPr txBox="1"/>
            <p:nvPr/>
          </p:nvSpPr>
          <p:spPr>
            <a:xfrm>
              <a:off x="1111201" y="442281"/>
              <a:ext cx="308414" cy="3262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04AD1D43-C41D-69C1-2E37-01FABFCF122B}"/>
                </a:ext>
              </a:extLst>
            </p:cNvPr>
            <p:cNvSpPr txBox="1"/>
            <p:nvPr/>
          </p:nvSpPr>
          <p:spPr>
            <a:xfrm>
              <a:off x="1655887" y="442281"/>
              <a:ext cx="308414" cy="3262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15" name="Group 15">
            <a:extLst>
              <a:ext uri="{FF2B5EF4-FFF2-40B4-BE49-F238E27FC236}">
                <a16:creationId xmlns:a16="http://schemas.microsoft.com/office/drawing/2014/main" id="{28456E35-C92A-DF0E-8314-2FF4853C1637}"/>
              </a:ext>
            </a:extLst>
          </p:cNvPr>
          <p:cNvGrpSpPr/>
          <p:nvPr/>
        </p:nvGrpSpPr>
        <p:grpSpPr>
          <a:xfrm>
            <a:off x="9231352" y="884039"/>
            <a:ext cx="8027948" cy="8374261"/>
            <a:chOff x="0" y="-192881"/>
            <a:chExt cx="10703931" cy="11165681"/>
          </a:xfrm>
        </p:grpSpPr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022375B6-FEFC-CC27-D459-FE548F5ED96A}"/>
                </a:ext>
              </a:extLst>
            </p:cNvPr>
            <p:cNvSpPr txBox="1"/>
            <p:nvPr/>
          </p:nvSpPr>
          <p:spPr>
            <a:xfrm>
              <a:off x="0" y="-192881"/>
              <a:ext cx="10703931" cy="1116568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1" name="TextBox 21">
              <a:extLst>
                <a:ext uri="{FF2B5EF4-FFF2-40B4-BE49-F238E27FC236}">
                  <a16:creationId xmlns:a16="http://schemas.microsoft.com/office/drawing/2014/main" id="{411E1D7F-9321-FAA4-EB04-8AC780755387}"/>
                </a:ext>
              </a:extLst>
            </p:cNvPr>
            <p:cNvSpPr txBox="1"/>
            <p:nvPr/>
          </p:nvSpPr>
          <p:spPr>
            <a:xfrm>
              <a:off x="567984" y="442281"/>
              <a:ext cx="308413" cy="3262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290BC6FD-598B-CE5C-812C-045803C6C670}"/>
                </a:ext>
              </a:extLst>
            </p:cNvPr>
            <p:cNvSpPr txBox="1"/>
            <p:nvPr/>
          </p:nvSpPr>
          <p:spPr>
            <a:xfrm>
              <a:off x="1655888" y="442281"/>
              <a:ext cx="308413" cy="3262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30" name="TextBox 30">
            <a:extLst>
              <a:ext uri="{FF2B5EF4-FFF2-40B4-BE49-F238E27FC236}">
                <a16:creationId xmlns:a16="http://schemas.microsoft.com/office/drawing/2014/main" id="{201EAB9E-6CCF-1F52-E6B7-363F921B522E}"/>
              </a:ext>
            </a:extLst>
          </p:cNvPr>
          <p:cNvSpPr txBox="1"/>
          <p:nvPr/>
        </p:nvSpPr>
        <p:spPr>
          <a:xfrm>
            <a:off x="2111868" y="2145523"/>
            <a:ext cx="14118732" cy="3684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 algn="just">
              <a:lnSpc>
                <a:spcPts val="2376"/>
              </a:lnSpc>
            </a:pPr>
            <a:r>
              <a:rPr lang="en-US" sz="4500" b="1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Tester Administrator</a:t>
            </a:r>
            <a:endParaRPr lang="en-US" sz="4500" b="1" spc="84" dirty="0">
              <a:solidFill>
                <a:srgbClr val="000000"/>
              </a:solidFill>
              <a:latin typeface="Inter" panose="020B0604020202020204" charset="0"/>
              <a:ea typeface="Inter" panose="020B0604020202020204" charset="0"/>
              <a:cs typeface="Inter Light"/>
              <a:sym typeface="Inter Light"/>
            </a:endParaRPr>
          </a:p>
        </p:txBody>
      </p:sp>
      <p:sp>
        <p:nvSpPr>
          <p:cNvPr id="26" name="Freeform 7">
            <a:extLst>
              <a:ext uri="{FF2B5EF4-FFF2-40B4-BE49-F238E27FC236}">
                <a16:creationId xmlns:a16="http://schemas.microsoft.com/office/drawing/2014/main" id="{FCABC53D-B8D0-7548-2F25-B83A3B567CD6}"/>
              </a:ext>
            </a:extLst>
          </p:cNvPr>
          <p:cNvSpPr/>
          <p:nvPr/>
        </p:nvSpPr>
        <p:spPr>
          <a:xfrm>
            <a:off x="1427998" y="1347066"/>
            <a:ext cx="284689" cy="284690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85954"/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9" name="Freeform 10">
            <a:extLst>
              <a:ext uri="{FF2B5EF4-FFF2-40B4-BE49-F238E27FC236}">
                <a16:creationId xmlns:a16="http://schemas.microsoft.com/office/drawing/2014/main" id="{A54275E4-C191-B63D-C1C0-665BC94DE55F}"/>
              </a:ext>
            </a:extLst>
          </p:cNvPr>
          <p:cNvSpPr/>
          <p:nvPr/>
        </p:nvSpPr>
        <p:spPr>
          <a:xfrm>
            <a:off x="1835411" y="1347066"/>
            <a:ext cx="284689" cy="284690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8C954"/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2" name="Freeform 13">
            <a:extLst>
              <a:ext uri="{FF2B5EF4-FFF2-40B4-BE49-F238E27FC236}">
                <a16:creationId xmlns:a16="http://schemas.microsoft.com/office/drawing/2014/main" id="{C977DA66-C471-9824-0A44-0222B632489E}"/>
              </a:ext>
            </a:extLst>
          </p:cNvPr>
          <p:cNvSpPr/>
          <p:nvPr/>
        </p:nvSpPr>
        <p:spPr>
          <a:xfrm>
            <a:off x="2243926" y="1347066"/>
            <a:ext cx="284689" cy="284690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DCF854"/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7740F18-7561-E19E-602A-6453E10E37CB}"/>
              </a:ext>
            </a:extLst>
          </p:cNvPr>
          <p:cNvSpPr txBox="1"/>
          <p:nvPr/>
        </p:nvSpPr>
        <p:spPr>
          <a:xfrm>
            <a:off x="1672757" y="6634707"/>
            <a:ext cx="7894149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Tester Administrator Created (For more security) if you want to test it by yourself</a:t>
            </a:r>
          </a:p>
          <a:p>
            <a:r>
              <a:rPr lang="en-US" b="1" dirty="0"/>
              <a:t>Credentials:</a:t>
            </a:r>
          </a:p>
          <a:p>
            <a:endParaRPr lang="en-US" dirty="0"/>
          </a:p>
          <a:p>
            <a:r>
              <a:rPr lang="en-US" b="1" dirty="0"/>
              <a:t>Username : </a:t>
            </a:r>
            <a:r>
              <a:rPr lang="en-US" dirty="0">
                <a:solidFill>
                  <a:srgbClr val="FF0000"/>
                </a:solidFill>
              </a:rPr>
              <a:t>Tester</a:t>
            </a:r>
          </a:p>
          <a:p>
            <a:r>
              <a:rPr lang="en-US" b="1" dirty="0"/>
              <a:t>Password : </a:t>
            </a:r>
            <a:r>
              <a:rPr lang="en-US" dirty="0">
                <a:solidFill>
                  <a:srgbClr val="FF0000"/>
                </a:solidFill>
              </a:rPr>
              <a:t>Fortinet1!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1A4A499-3490-BC78-B3E1-2FE2917C99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3926" y="2711745"/>
            <a:ext cx="6366674" cy="375110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94C6924-0A0A-EC6D-3B0D-3B1BE76855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82400" y="1440845"/>
            <a:ext cx="4891475" cy="6826855"/>
          </a:xfrm>
          <a:prstGeom prst="rect">
            <a:avLst/>
          </a:prstGeom>
        </p:spPr>
      </p:pic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CE0635FD-7FCB-DC06-8D03-188E4EBC5626}"/>
              </a:ext>
            </a:extLst>
          </p:cNvPr>
          <p:cNvCxnSpPr/>
          <p:nvPr/>
        </p:nvCxnSpPr>
        <p:spPr>
          <a:xfrm>
            <a:off x="9144000" y="4610100"/>
            <a:ext cx="2057400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309787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271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3C44BB-799E-ED45-6DB4-8670F1A7A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DE39528A-DA72-05C3-342F-E53D1FD9EBFE}"/>
              </a:ext>
            </a:extLst>
          </p:cNvPr>
          <p:cNvGrpSpPr/>
          <p:nvPr/>
        </p:nvGrpSpPr>
        <p:grpSpPr>
          <a:xfrm>
            <a:off x="1028700" y="1028700"/>
            <a:ext cx="15887700" cy="7696200"/>
            <a:chOff x="0" y="0"/>
            <a:chExt cx="10703931" cy="10972800"/>
          </a:xfrm>
        </p:grpSpPr>
        <p:grpSp>
          <p:nvGrpSpPr>
            <p:cNvPr id="3" name="Group 3">
              <a:extLst>
                <a:ext uri="{FF2B5EF4-FFF2-40B4-BE49-F238E27FC236}">
                  <a16:creationId xmlns:a16="http://schemas.microsoft.com/office/drawing/2014/main" id="{E43D45F9-65B9-F053-6F40-7D6350540C73}"/>
                </a:ext>
              </a:extLst>
            </p:cNvPr>
            <p:cNvGrpSpPr/>
            <p:nvPr/>
          </p:nvGrpSpPr>
          <p:grpSpPr>
            <a:xfrm>
              <a:off x="0" y="0"/>
              <a:ext cx="10703931" cy="10972800"/>
              <a:chOff x="0" y="0"/>
              <a:chExt cx="2114357" cy="2167467"/>
            </a:xfrm>
          </p:grpSpPr>
          <p:sp>
            <p:nvSpPr>
              <p:cNvPr id="4" name="Freeform 4">
                <a:extLst>
                  <a:ext uri="{FF2B5EF4-FFF2-40B4-BE49-F238E27FC236}">
                    <a16:creationId xmlns:a16="http://schemas.microsoft.com/office/drawing/2014/main" id="{EF3068B0-5D96-BA08-14C7-B159DD4A021B}"/>
                  </a:ext>
                </a:extLst>
              </p:cNvPr>
              <p:cNvSpPr/>
              <p:nvPr/>
            </p:nvSpPr>
            <p:spPr>
              <a:xfrm>
                <a:off x="0" y="0"/>
                <a:ext cx="2114357" cy="2167467"/>
              </a:xfrm>
              <a:custGeom>
                <a:avLst/>
                <a:gdLst/>
                <a:ahLst/>
                <a:cxnLst/>
                <a:rect l="l" t="t" r="r" b="b"/>
                <a:pathLst>
                  <a:path w="2114357" h="2167467">
                    <a:moveTo>
                      <a:pt x="38575" y="0"/>
                    </a:moveTo>
                    <a:lnTo>
                      <a:pt x="2075782" y="0"/>
                    </a:lnTo>
                    <a:cubicBezTo>
                      <a:pt x="2086013" y="0"/>
                      <a:pt x="2095824" y="4064"/>
                      <a:pt x="2103058" y="11298"/>
                    </a:cubicBezTo>
                    <a:cubicBezTo>
                      <a:pt x="2110293" y="18532"/>
                      <a:pt x="2114357" y="28344"/>
                      <a:pt x="2114357" y="38575"/>
                    </a:cubicBezTo>
                    <a:lnTo>
                      <a:pt x="2114357" y="2128892"/>
                    </a:lnTo>
                    <a:cubicBezTo>
                      <a:pt x="2114357" y="2139123"/>
                      <a:pt x="2110293" y="2148934"/>
                      <a:pt x="2103058" y="2156168"/>
                    </a:cubicBezTo>
                    <a:cubicBezTo>
                      <a:pt x="2095824" y="2163403"/>
                      <a:pt x="2086013" y="2167467"/>
                      <a:pt x="2075782" y="2167467"/>
                    </a:cubicBezTo>
                    <a:lnTo>
                      <a:pt x="38575" y="2167467"/>
                    </a:lnTo>
                    <a:cubicBezTo>
                      <a:pt x="28344" y="2167467"/>
                      <a:pt x="18532" y="2163403"/>
                      <a:pt x="11298" y="2156168"/>
                    </a:cubicBezTo>
                    <a:cubicBezTo>
                      <a:pt x="4064" y="2148934"/>
                      <a:pt x="0" y="2139123"/>
                      <a:pt x="0" y="2128892"/>
                    </a:cubicBezTo>
                    <a:lnTo>
                      <a:pt x="0" y="38575"/>
                    </a:lnTo>
                    <a:cubicBezTo>
                      <a:pt x="0" y="28344"/>
                      <a:pt x="4064" y="18532"/>
                      <a:pt x="11298" y="11298"/>
                    </a:cubicBezTo>
                    <a:cubicBezTo>
                      <a:pt x="18532" y="4064"/>
                      <a:pt x="28344" y="0"/>
                      <a:pt x="38575" y="0"/>
                    </a:cubicBezTo>
                    <a:close/>
                  </a:path>
                </a:pathLst>
              </a:custGeom>
              <a:solidFill>
                <a:srgbClr val="F4F8FF"/>
              </a:solidFill>
              <a:ln w="1905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  <p:sp>
            <p:nvSpPr>
              <p:cNvPr id="5" name="TextBox 5">
                <a:extLst>
                  <a:ext uri="{FF2B5EF4-FFF2-40B4-BE49-F238E27FC236}">
                    <a16:creationId xmlns:a16="http://schemas.microsoft.com/office/drawing/2014/main" id="{A4012FAB-062E-A319-15EA-0622C62322DB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2114357" cy="2205567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ts val="2659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endParaRPr>
              </a:p>
            </p:txBody>
          </p:sp>
        </p:grp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408BE686-9725-59B7-3703-1F97FA912646}"/>
                </a:ext>
              </a:extLst>
            </p:cNvPr>
            <p:cNvSpPr txBox="1"/>
            <p:nvPr/>
          </p:nvSpPr>
          <p:spPr>
            <a:xfrm>
              <a:off x="567983" y="442281"/>
              <a:ext cx="308414" cy="3262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22F4F62B-EB86-E025-5A94-2C301670BD80}"/>
                </a:ext>
              </a:extLst>
            </p:cNvPr>
            <p:cNvSpPr txBox="1"/>
            <p:nvPr/>
          </p:nvSpPr>
          <p:spPr>
            <a:xfrm>
              <a:off x="1111201" y="442281"/>
              <a:ext cx="308414" cy="3262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AB7ACD32-5C7C-6708-8B25-995901D778C1}"/>
                </a:ext>
              </a:extLst>
            </p:cNvPr>
            <p:cNvSpPr txBox="1"/>
            <p:nvPr/>
          </p:nvSpPr>
          <p:spPr>
            <a:xfrm>
              <a:off x="1655887" y="442281"/>
              <a:ext cx="308414" cy="32620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15" name="Group 15">
            <a:extLst>
              <a:ext uri="{FF2B5EF4-FFF2-40B4-BE49-F238E27FC236}">
                <a16:creationId xmlns:a16="http://schemas.microsoft.com/office/drawing/2014/main" id="{A39D1B95-CBEF-6590-5B2C-AE92B40E8430}"/>
              </a:ext>
            </a:extLst>
          </p:cNvPr>
          <p:cNvGrpSpPr/>
          <p:nvPr/>
        </p:nvGrpSpPr>
        <p:grpSpPr>
          <a:xfrm>
            <a:off x="9231352" y="884039"/>
            <a:ext cx="8027948" cy="8374261"/>
            <a:chOff x="0" y="-192881"/>
            <a:chExt cx="10703931" cy="11165681"/>
          </a:xfrm>
        </p:grpSpPr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1481143B-09A8-1B5A-5F51-A576E23FF8E3}"/>
                </a:ext>
              </a:extLst>
            </p:cNvPr>
            <p:cNvSpPr txBox="1"/>
            <p:nvPr/>
          </p:nvSpPr>
          <p:spPr>
            <a:xfrm>
              <a:off x="0" y="-192881"/>
              <a:ext cx="10703931" cy="1116568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1" name="TextBox 21">
              <a:extLst>
                <a:ext uri="{FF2B5EF4-FFF2-40B4-BE49-F238E27FC236}">
                  <a16:creationId xmlns:a16="http://schemas.microsoft.com/office/drawing/2014/main" id="{B7B6BC57-F495-A650-E9E4-E5DB9C41D18A}"/>
                </a:ext>
              </a:extLst>
            </p:cNvPr>
            <p:cNvSpPr txBox="1"/>
            <p:nvPr/>
          </p:nvSpPr>
          <p:spPr>
            <a:xfrm>
              <a:off x="567984" y="442281"/>
              <a:ext cx="308413" cy="3262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E8D0A625-48DF-1C29-6B13-A3D7FF15B998}"/>
                </a:ext>
              </a:extLst>
            </p:cNvPr>
            <p:cNvSpPr txBox="1"/>
            <p:nvPr/>
          </p:nvSpPr>
          <p:spPr>
            <a:xfrm>
              <a:off x="1655888" y="442281"/>
              <a:ext cx="308413" cy="3262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265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30" name="TextBox 30">
            <a:extLst>
              <a:ext uri="{FF2B5EF4-FFF2-40B4-BE49-F238E27FC236}">
                <a16:creationId xmlns:a16="http://schemas.microsoft.com/office/drawing/2014/main" id="{DDD9CAA0-58D1-645C-1794-70D4DE4EE8A4}"/>
              </a:ext>
            </a:extLst>
          </p:cNvPr>
          <p:cNvSpPr txBox="1"/>
          <p:nvPr/>
        </p:nvSpPr>
        <p:spPr>
          <a:xfrm>
            <a:off x="2111868" y="2145523"/>
            <a:ext cx="14118732" cy="3684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 algn="just">
              <a:lnSpc>
                <a:spcPts val="2376"/>
              </a:lnSpc>
            </a:pPr>
            <a:r>
              <a:rPr lang="en-US" sz="4500" b="1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Tester Administrator</a:t>
            </a:r>
            <a:endParaRPr lang="en-US" sz="4500" b="1" spc="84" dirty="0">
              <a:solidFill>
                <a:srgbClr val="000000"/>
              </a:solidFill>
              <a:latin typeface="Inter" panose="020B0604020202020204" charset="0"/>
              <a:ea typeface="Inter" panose="020B0604020202020204" charset="0"/>
              <a:cs typeface="Inter Light"/>
              <a:sym typeface="Inter Light"/>
            </a:endParaRPr>
          </a:p>
        </p:txBody>
      </p:sp>
      <p:sp>
        <p:nvSpPr>
          <p:cNvPr id="26" name="Freeform 7">
            <a:extLst>
              <a:ext uri="{FF2B5EF4-FFF2-40B4-BE49-F238E27FC236}">
                <a16:creationId xmlns:a16="http://schemas.microsoft.com/office/drawing/2014/main" id="{7C34F18D-C2BE-C0AA-67B3-094BB84A907C}"/>
              </a:ext>
            </a:extLst>
          </p:cNvPr>
          <p:cNvSpPr/>
          <p:nvPr/>
        </p:nvSpPr>
        <p:spPr>
          <a:xfrm>
            <a:off x="1427998" y="1347066"/>
            <a:ext cx="284689" cy="284690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85954"/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9" name="Freeform 10">
            <a:extLst>
              <a:ext uri="{FF2B5EF4-FFF2-40B4-BE49-F238E27FC236}">
                <a16:creationId xmlns:a16="http://schemas.microsoft.com/office/drawing/2014/main" id="{BA8BB015-F223-4203-E7FC-377A38E694E2}"/>
              </a:ext>
            </a:extLst>
          </p:cNvPr>
          <p:cNvSpPr/>
          <p:nvPr/>
        </p:nvSpPr>
        <p:spPr>
          <a:xfrm>
            <a:off x="1835411" y="1347066"/>
            <a:ext cx="284689" cy="284690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8C954"/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2" name="Freeform 13">
            <a:extLst>
              <a:ext uri="{FF2B5EF4-FFF2-40B4-BE49-F238E27FC236}">
                <a16:creationId xmlns:a16="http://schemas.microsoft.com/office/drawing/2014/main" id="{0609B150-A19C-0AE1-CAF2-01DA364DC732}"/>
              </a:ext>
            </a:extLst>
          </p:cNvPr>
          <p:cNvSpPr/>
          <p:nvPr/>
        </p:nvSpPr>
        <p:spPr>
          <a:xfrm>
            <a:off x="2243926" y="1347066"/>
            <a:ext cx="284689" cy="284690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DCF854"/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89B5084-6BF5-8818-C18E-67365E47C250}"/>
              </a:ext>
            </a:extLst>
          </p:cNvPr>
          <p:cNvSpPr txBox="1"/>
          <p:nvPr/>
        </p:nvSpPr>
        <p:spPr>
          <a:xfrm>
            <a:off x="1672757" y="6634707"/>
            <a:ext cx="7894149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Tester Administrator Created (For more security) if you want to test it by yourself</a:t>
            </a:r>
          </a:p>
          <a:p>
            <a:r>
              <a:rPr lang="en-US" b="1" dirty="0"/>
              <a:t>Credentials:</a:t>
            </a:r>
          </a:p>
          <a:p>
            <a:endParaRPr lang="en-US" dirty="0"/>
          </a:p>
          <a:p>
            <a:r>
              <a:rPr lang="en-US" b="1" dirty="0"/>
              <a:t>Username : </a:t>
            </a:r>
            <a:r>
              <a:rPr lang="en-US" dirty="0">
                <a:solidFill>
                  <a:srgbClr val="FF0000"/>
                </a:solidFill>
              </a:rPr>
              <a:t>Tester</a:t>
            </a:r>
          </a:p>
          <a:p>
            <a:r>
              <a:rPr lang="en-US" b="1" dirty="0"/>
              <a:t>Password : </a:t>
            </a:r>
            <a:r>
              <a:rPr lang="en-US" dirty="0">
                <a:solidFill>
                  <a:srgbClr val="FF0000"/>
                </a:solidFill>
              </a:rPr>
              <a:t>Fortinet1!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B184130-492B-272F-768C-094835E9F0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9524" y="2649307"/>
            <a:ext cx="13616928" cy="3637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239198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271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1028700"/>
            <a:ext cx="16230600" cy="8229600"/>
            <a:chOff x="0" y="0"/>
            <a:chExt cx="4274726" cy="216746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>
                  <a:moveTo>
                    <a:pt x="19080" y="0"/>
                  </a:moveTo>
                  <a:lnTo>
                    <a:pt x="4255646" y="0"/>
                  </a:lnTo>
                  <a:cubicBezTo>
                    <a:pt x="4266183" y="0"/>
                    <a:pt x="4274726" y="8542"/>
                    <a:pt x="4274726" y="19080"/>
                  </a:cubicBezTo>
                  <a:lnTo>
                    <a:pt x="4274726" y="2148387"/>
                  </a:lnTo>
                  <a:cubicBezTo>
                    <a:pt x="4274726" y="2158924"/>
                    <a:pt x="4266183" y="2167467"/>
                    <a:pt x="4255646" y="2167467"/>
                  </a:cubicBezTo>
                  <a:lnTo>
                    <a:pt x="19080" y="2167467"/>
                  </a:lnTo>
                  <a:cubicBezTo>
                    <a:pt x="8542" y="2167467"/>
                    <a:pt x="0" y="2158924"/>
                    <a:pt x="0" y="2148387"/>
                  </a:cubicBezTo>
                  <a:lnTo>
                    <a:pt x="0" y="19080"/>
                  </a:lnTo>
                  <a:cubicBezTo>
                    <a:pt x="0" y="8542"/>
                    <a:pt x="8542" y="0"/>
                    <a:pt x="19080" y="0"/>
                  </a:cubicBezTo>
                  <a:close/>
                </a:path>
              </a:pathLst>
            </a:custGeom>
            <a:solidFill>
              <a:srgbClr val="F4F8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427998" y="1347066"/>
            <a:ext cx="284690" cy="284690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59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835411" y="1347066"/>
            <a:ext cx="284690" cy="284690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C9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2243926" y="1347066"/>
            <a:ext cx="284690" cy="284690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CF8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427998" y="1886627"/>
            <a:ext cx="15419497" cy="6925551"/>
            <a:chOff x="0" y="0"/>
            <a:chExt cx="4061102" cy="182401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4061102" cy="1824013"/>
            </a:xfrm>
            <a:custGeom>
              <a:avLst/>
              <a:gdLst/>
              <a:ahLst/>
              <a:cxnLst/>
              <a:rect l="l" t="t" r="r" b="b"/>
              <a:pathLst>
                <a:path w="4061102" h="1824013">
                  <a:moveTo>
                    <a:pt x="20083" y="0"/>
                  </a:moveTo>
                  <a:lnTo>
                    <a:pt x="4041019" y="0"/>
                  </a:lnTo>
                  <a:cubicBezTo>
                    <a:pt x="4052110" y="0"/>
                    <a:pt x="4061102" y="8992"/>
                    <a:pt x="4061102" y="20083"/>
                  </a:cubicBezTo>
                  <a:lnTo>
                    <a:pt x="4061102" y="1803930"/>
                  </a:lnTo>
                  <a:cubicBezTo>
                    <a:pt x="4061102" y="1815022"/>
                    <a:pt x="4052110" y="1824013"/>
                    <a:pt x="4041019" y="1824013"/>
                  </a:cubicBezTo>
                  <a:lnTo>
                    <a:pt x="20083" y="1824013"/>
                  </a:lnTo>
                  <a:cubicBezTo>
                    <a:pt x="8992" y="1824013"/>
                    <a:pt x="0" y="1815022"/>
                    <a:pt x="0" y="1803930"/>
                  </a:cubicBezTo>
                  <a:lnTo>
                    <a:pt x="0" y="20083"/>
                  </a:lnTo>
                  <a:cubicBezTo>
                    <a:pt x="0" y="8992"/>
                    <a:pt x="8992" y="0"/>
                    <a:pt x="20083" y="0"/>
                  </a:cubicBezTo>
                  <a:close/>
                </a:path>
              </a:pathLst>
            </a:custGeom>
            <a:solidFill>
              <a:srgbClr val="F4F8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4061102" cy="18621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4467859" y="2485595"/>
            <a:ext cx="9352282" cy="10165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639"/>
              </a:lnSpc>
            </a:pPr>
            <a:r>
              <a:rPr lang="en-US" sz="8041" b="1" dirty="0">
                <a:solidFill>
                  <a:srgbClr val="000000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Special Thanks</a:t>
            </a:r>
          </a:p>
        </p:txBody>
      </p:sp>
      <p:sp>
        <p:nvSpPr>
          <p:cNvPr id="18" name="AutoShape 18"/>
          <p:cNvSpPr/>
          <p:nvPr/>
        </p:nvSpPr>
        <p:spPr>
          <a:xfrm flipV="1">
            <a:off x="1427998" y="5133975"/>
            <a:ext cx="15419497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Box 19"/>
          <p:cNvSpPr txBox="1"/>
          <p:nvPr/>
        </p:nvSpPr>
        <p:spPr>
          <a:xfrm>
            <a:off x="5771543" y="5905500"/>
            <a:ext cx="6732407" cy="500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  <a:spcBef>
                <a:spcPct val="0"/>
              </a:spcBef>
            </a:pPr>
            <a:r>
              <a:rPr lang="en-US" sz="4000" b="1" spc="148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Our Instructor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2736535" y="6902938"/>
            <a:ext cx="12802424" cy="3536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6"/>
              </a:lnSpc>
            </a:pPr>
            <a:r>
              <a:rPr lang="en-US" sz="4000" b="1" spc="84" dirty="0">
                <a:solidFill>
                  <a:srgbClr val="000000"/>
                </a:solidFill>
                <a:latin typeface="Inter Light"/>
                <a:ea typeface="Inter Light"/>
                <a:cs typeface="Inter Light"/>
                <a:sym typeface="Inter Light"/>
              </a:rPr>
              <a:t>Eng. Afaf Wael</a:t>
            </a:r>
          </a:p>
        </p:txBody>
      </p:sp>
      <p:sp>
        <p:nvSpPr>
          <p:cNvPr id="21" name="Freeform 21"/>
          <p:cNvSpPr/>
          <p:nvPr/>
        </p:nvSpPr>
        <p:spPr>
          <a:xfrm>
            <a:off x="9045045" y="4999923"/>
            <a:ext cx="197909" cy="268103"/>
          </a:xfrm>
          <a:custGeom>
            <a:avLst/>
            <a:gdLst/>
            <a:ahLst/>
            <a:cxnLst/>
            <a:rect l="l" t="t" r="r" b="b"/>
            <a:pathLst>
              <a:path w="197909" h="268103">
                <a:moveTo>
                  <a:pt x="0" y="0"/>
                </a:moveTo>
                <a:lnTo>
                  <a:pt x="197910" y="0"/>
                </a:lnTo>
                <a:lnTo>
                  <a:pt x="197910" y="268104"/>
                </a:lnTo>
                <a:lnTo>
                  <a:pt x="0" y="26810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2" name="Freeform 31">
            <a:extLst>
              <a:ext uri="{FF2B5EF4-FFF2-40B4-BE49-F238E27FC236}">
                <a16:creationId xmlns:a16="http://schemas.microsoft.com/office/drawing/2014/main" id="{62979899-61E9-3B00-AFAD-BBEC103BE08B}"/>
              </a:ext>
            </a:extLst>
          </p:cNvPr>
          <p:cNvSpPr/>
          <p:nvPr/>
        </p:nvSpPr>
        <p:spPr>
          <a:xfrm>
            <a:off x="12711596" y="5420475"/>
            <a:ext cx="3519004" cy="3124552"/>
          </a:xfrm>
          <a:custGeom>
            <a:avLst/>
            <a:gdLst/>
            <a:ahLst/>
            <a:cxnLst/>
            <a:rect l="l" t="t" r="r" b="b"/>
            <a:pathLst>
              <a:path w="5325632" h="5286900">
                <a:moveTo>
                  <a:pt x="0" y="0"/>
                </a:moveTo>
                <a:lnTo>
                  <a:pt x="5325632" y="0"/>
                </a:lnTo>
                <a:lnTo>
                  <a:pt x="5325632" y="5286900"/>
                </a:lnTo>
                <a:lnTo>
                  <a:pt x="0" y="52869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3A9E7F2-EAB6-1CE1-C3B1-405AA26D97D0}"/>
              </a:ext>
            </a:extLst>
          </p:cNvPr>
          <p:cNvSpPr txBox="1"/>
          <p:nvPr/>
        </p:nvSpPr>
        <p:spPr>
          <a:xfrm rot="20396267">
            <a:off x="13058655" y="6123381"/>
            <a:ext cx="6281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Afaf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F13C7C7-5889-EB26-1289-686518C4ECC5}"/>
              </a:ext>
            </a:extLst>
          </p:cNvPr>
          <p:cNvSpPr txBox="1"/>
          <p:nvPr/>
        </p:nvSpPr>
        <p:spPr>
          <a:xfrm rot="1059172">
            <a:off x="14661494" y="5629215"/>
            <a:ext cx="6281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Wael</a:t>
            </a:r>
          </a:p>
        </p:txBody>
      </p:sp>
      <p:sp>
        <p:nvSpPr>
          <p:cNvPr id="31" name="Freeform 63">
            <a:extLst>
              <a:ext uri="{FF2B5EF4-FFF2-40B4-BE49-F238E27FC236}">
                <a16:creationId xmlns:a16="http://schemas.microsoft.com/office/drawing/2014/main" id="{7CB93D76-A1C5-5361-3109-AD94AEA0ABA3}"/>
              </a:ext>
            </a:extLst>
          </p:cNvPr>
          <p:cNvSpPr/>
          <p:nvPr/>
        </p:nvSpPr>
        <p:spPr>
          <a:xfrm>
            <a:off x="9525000" y="7344050"/>
            <a:ext cx="230565" cy="230565"/>
          </a:xfrm>
          <a:custGeom>
            <a:avLst/>
            <a:gdLst/>
            <a:ahLst/>
            <a:cxnLst/>
            <a:rect l="l" t="t" r="r" b="b"/>
            <a:pathLst>
              <a:path w="230565" h="230565">
                <a:moveTo>
                  <a:pt x="0" y="0"/>
                </a:moveTo>
                <a:lnTo>
                  <a:pt x="230565" y="0"/>
                </a:lnTo>
                <a:lnTo>
                  <a:pt x="230565" y="230566"/>
                </a:lnTo>
                <a:lnTo>
                  <a:pt x="0" y="23056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2" name="TextBox 64">
            <a:extLst>
              <a:ext uri="{FF2B5EF4-FFF2-40B4-BE49-F238E27FC236}">
                <a16:creationId xmlns:a16="http://schemas.microsoft.com/office/drawing/2014/main" id="{CD59A243-2330-C0B8-EE5D-7DADD82C0067}"/>
              </a:ext>
            </a:extLst>
          </p:cNvPr>
          <p:cNvSpPr txBox="1"/>
          <p:nvPr/>
        </p:nvSpPr>
        <p:spPr>
          <a:xfrm>
            <a:off x="8507657" y="7256625"/>
            <a:ext cx="1107102" cy="34035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54"/>
              </a:lnSpc>
              <a:spcBef>
                <a:spcPct val="0"/>
              </a:spcBef>
            </a:pPr>
            <a:r>
              <a:rPr lang="en-US" sz="2038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Verified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271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17882F-124B-9B2D-DF21-6321A7C12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09AD638A-08D0-A5A7-05BF-BBFA344F35F9}"/>
              </a:ext>
            </a:extLst>
          </p:cNvPr>
          <p:cNvGrpSpPr/>
          <p:nvPr/>
        </p:nvGrpSpPr>
        <p:grpSpPr>
          <a:xfrm>
            <a:off x="1028700" y="1028700"/>
            <a:ext cx="16230600" cy="8229600"/>
            <a:chOff x="0" y="0"/>
            <a:chExt cx="4274726" cy="2167467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C302FB91-2D8A-6E92-B5F7-A7A457CAFDCB}"/>
                </a:ext>
              </a:extLst>
            </p:cNvPr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>
                  <a:moveTo>
                    <a:pt x="19080" y="0"/>
                  </a:moveTo>
                  <a:lnTo>
                    <a:pt x="4255646" y="0"/>
                  </a:lnTo>
                  <a:cubicBezTo>
                    <a:pt x="4266183" y="0"/>
                    <a:pt x="4274726" y="8542"/>
                    <a:pt x="4274726" y="19080"/>
                  </a:cubicBezTo>
                  <a:lnTo>
                    <a:pt x="4274726" y="2148387"/>
                  </a:lnTo>
                  <a:cubicBezTo>
                    <a:pt x="4274726" y="2158924"/>
                    <a:pt x="4266183" y="2167467"/>
                    <a:pt x="4255646" y="2167467"/>
                  </a:cubicBezTo>
                  <a:lnTo>
                    <a:pt x="19080" y="2167467"/>
                  </a:lnTo>
                  <a:cubicBezTo>
                    <a:pt x="8542" y="2167467"/>
                    <a:pt x="0" y="2158924"/>
                    <a:pt x="0" y="2148387"/>
                  </a:cubicBezTo>
                  <a:lnTo>
                    <a:pt x="0" y="19080"/>
                  </a:lnTo>
                  <a:cubicBezTo>
                    <a:pt x="0" y="8542"/>
                    <a:pt x="8542" y="0"/>
                    <a:pt x="19080" y="0"/>
                  </a:cubicBezTo>
                  <a:close/>
                </a:path>
              </a:pathLst>
            </a:custGeom>
            <a:solidFill>
              <a:srgbClr val="F4F8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FA4CE6A4-79CF-5BCD-904D-5543DE19D17D}"/>
                </a:ext>
              </a:extLst>
            </p:cNvPr>
            <p:cNvSpPr txBox="1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3437D787-41F8-CB7B-8DAA-B91ED5DA21DC}"/>
              </a:ext>
            </a:extLst>
          </p:cNvPr>
          <p:cNvGrpSpPr/>
          <p:nvPr/>
        </p:nvGrpSpPr>
        <p:grpSpPr>
          <a:xfrm>
            <a:off x="1427998" y="1347066"/>
            <a:ext cx="284690" cy="284690"/>
            <a:chOff x="0" y="0"/>
            <a:chExt cx="812800" cy="812800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D6E40949-E359-AE03-573B-58E1B185426B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59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09CDC6D-ECE6-22C6-71AF-5CDFD2D2AAB7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D74F8F21-2EB3-E5C8-7FB2-60DBFB27FFF4}"/>
              </a:ext>
            </a:extLst>
          </p:cNvPr>
          <p:cNvGrpSpPr/>
          <p:nvPr/>
        </p:nvGrpSpPr>
        <p:grpSpPr>
          <a:xfrm>
            <a:off x="1835411" y="1347066"/>
            <a:ext cx="284690" cy="284690"/>
            <a:chOff x="0" y="0"/>
            <a:chExt cx="812800" cy="812800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01AB079E-58C9-BBCB-097E-DD67E5ABB9F2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8C9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8D6E65A0-AA82-ECB5-A014-DFE9A89906E8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922A9136-07F7-B1BD-434C-63CD2E0EE4CE}"/>
              </a:ext>
            </a:extLst>
          </p:cNvPr>
          <p:cNvGrpSpPr/>
          <p:nvPr/>
        </p:nvGrpSpPr>
        <p:grpSpPr>
          <a:xfrm>
            <a:off x="2243926" y="1347066"/>
            <a:ext cx="284690" cy="284690"/>
            <a:chOff x="0" y="0"/>
            <a:chExt cx="812800" cy="812800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7E2A2154-EE75-FAE9-5E79-20AC48BDCB1D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CF85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B59D22E7-C0FA-505E-ABF9-B7F022F01C88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48816ECF-94B7-C1C3-4EA4-E8C588C76BCC}"/>
              </a:ext>
            </a:extLst>
          </p:cNvPr>
          <p:cNvGrpSpPr/>
          <p:nvPr/>
        </p:nvGrpSpPr>
        <p:grpSpPr>
          <a:xfrm>
            <a:off x="1427998" y="1886627"/>
            <a:ext cx="15419497" cy="6925551"/>
            <a:chOff x="0" y="0"/>
            <a:chExt cx="4061102" cy="1824013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2924C61F-9EC2-1475-6618-FB74A03D0D5C}"/>
                </a:ext>
              </a:extLst>
            </p:cNvPr>
            <p:cNvSpPr/>
            <p:nvPr/>
          </p:nvSpPr>
          <p:spPr>
            <a:xfrm>
              <a:off x="0" y="0"/>
              <a:ext cx="4061102" cy="1824013"/>
            </a:xfrm>
            <a:custGeom>
              <a:avLst/>
              <a:gdLst/>
              <a:ahLst/>
              <a:cxnLst/>
              <a:rect l="l" t="t" r="r" b="b"/>
              <a:pathLst>
                <a:path w="4061102" h="1824013">
                  <a:moveTo>
                    <a:pt x="20083" y="0"/>
                  </a:moveTo>
                  <a:lnTo>
                    <a:pt x="4041019" y="0"/>
                  </a:lnTo>
                  <a:cubicBezTo>
                    <a:pt x="4052110" y="0"/>
                    <a:pt x="4061102" y="8992"/>
                    <a:pt x="4061102" y="20083"/>
                  </a:cubicBezTo>
                  <a:lnTo>
                    <a:pt x="4061102" y="1803930"/>
                  </a:lnTo>
                  <a:cubicBezTo>
                    <a:pt x="4061102" y="1815022"/>
                    <a:pt x="4052110" y="1824013"/>
                    <a:pt x="4041019" y="1824013"/>
                  </a:cubicBezTo>
                  <a:lnTo>
                    <a:pt x="20083" y="1824013"/>
                  </a:lnTo>
                  <a:cubicBezTo>
                    <a:pt x="8992" y="1824013"/>
                    <a:pt x="0" y="1815022"/>
                    <a:pt x="0" y="1803930"/>
                  </a:cubicBezTo>
                  <a:lnTo>
                    <a:pt x="0" y="20083"/>
                  </a:lnTo>
                  <a:cubicBezTo>
                    <a:pt x="0" y="8992"/>
                    <a:pt x="8992" y="0"/>
                    <a:pt x="20083" y="0"/>
                  </a:cubicBezTo>
                  <a:close/>
                </a:path>
              </a:pathLst>
            </a:custGeom>
            <a:solidFill>
              <a:srgbClr val="F4F8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73C96F9C-0428-47B4-B909-F7919B2D9F2B}"/>
                </a:ext>
              </a:extLst>
            </p:cNvPr>
            <p:cNvSpPr txBox="1"/>
            <p:nvPr/>
          </p:nvSpPr>
          <p:spPr>
            <a:xfrm>
              <a:off x="0" y="-38100"/>
              <a:ext cx="4061102" cy="18621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7" name="TextBox 17">
            <a:extLst>
              <a:ext uri="{FF2B5EF4-FFF2-40B4-BE49-F238E27FC236}">
                <a16:creationId xmlns:a16="http://schemas.microsoft.com/office/drawing/2014/main" id="{065F2D57-F6D0-F469-36CD-3BCCA57F2158}"/>
              </a:ext>
            </a:extLst>
          </p:cNvPr>
          <p:cNvSpPr txBox="1"/>
          <p:nvPr/>
        </p:nvSpPr>
        <p:spPr>
          <a:xfrm>
            <a:off x="4467859" y="2485595"/>
            <a:ext cx="9352282" cy="10165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639"/>
              </a:lnSpc>
            </a:pPr>
            <a:r>
              <a:rPr lang="en-US" sz="8041" b="1" dirty="0">
                <a:solidFill>
                  <a:srgbClr val="000000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Team Worked</a:t>
            </a:r>
          </a:p>
        </p:txBody>
      </p:sp>
      <p:sp>
        <p:nvSpPr>
          <p:cNvPr id="18" name="AutoShape 18">
            <a:extLst>
              <a:ext uri="{FF2B5EF4-FFF2-40B4-BE49-F238E27FC236}">
                <a16:creationId xmlns:a16="http://schemas.microsoft.com/office/drawing/2014/main" id="{0DE928E2-E6B8-4C0E-4C90-2373195B0DA1}"/>
              </a:ext>
            </a:extLst>
          </p:cNvPr>
          <p:cNvSpPr/>
          <p:nvPr/>
        </p:nvSpPr>
        <p:spPr>
          <a:xfrm flipV="1">
            <a:off x="1427998" y="5133975"/>
            <a:ext cx="15419497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6EC17228-0514-4648-9F9D-5B0A41B1DDED}"/>
              </a:ext>
            </a:extLst>
          </p:cNvPr>
          <p:cNvSpPr txBox="1"/>
          <p:nvPr/>
        </p:nvSpPr>
        <p:spPr>
          <a:xfrm>
            <a:off x="5771543" y="5905500"/>
            <a:ext cx="6732407" cy="500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  <a:spcBef>
                <a:spcPct val="0"/>
              </a:spcBef>
            </a:pPr>
            <a:r>
              <a:rPr lang="en-US" sz="4000" b="1" spc="148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VULN SHARKS TEAM</a:t>
            </a:r>
          </a:p>
        </p:txBody>
      </p:sp>
      <p:sp>
        <p:nvSpPr>
          <p:cNvPr id="21" name="Freeform 21">
            <a:extLst>
              <a:ext uri="{FF2B5EF4-FFF2-40B4-BE49-F238E27FC236}">
                <a16:creationId xmlns:a16="http://schemas.microsoft.com/office/drawing/2014/main" id="{5B120F53-AC25-DA8B-5AF2-6A37461C85B6}"/>
              </a:ext>
            </a:extLst>
          </p:cNvPr>
          <p:cNvSpPr/>
          <p:nvPr/>
        </p:nvSpPr>
        <p:spPr>
          <a:xfrm>
            <a:off x="9045045" y="4999923"/>
            <a:ext cx="197909" cy="268103"/>
          </a:xfrm>
          <a:custGeom>
            <a:avLst/>
            <a:gdLst/>
            <a:ahLst/>
            <a:cxnLst/>
            <a:rect l="l" t="t" r="r" b="b"/>
            <a:pathLst>
              <a:path w="197909" h="268103">
                <a:moveTo>
                  <a:pt x="0" y="0"/>
                </a:moveTo>
                <a:lnTo>
                  <a:pt x="197910" y="0"/>
                </a:lnTo>
                <a:lnTo>
                  <a:pt x="197910" y="268104"/>
                </a:lnTo>
                <a:lnTo>
                  <a:pt x="0" y="26810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25" name="Group 14">
            <a:extLst>
              <a:ext uri="{FF2B5EF4-FFF2-40B4-BE49-F238E27FC236}">
                <a16:creationId xmlns:a16="http://schemas.microsoft.com/office/drawing/2014/main" id="{121A0DC6-BC87-0D29-C210-B3DB7D77C5FF}"/>
              </a:ext>
            </a:extLst>
          </p:cNvPr>
          <p:cNvGrpSpPr/>
          <p:nvPr/>
        </p:nvGrpSpPr>
        <p:grpSpPr>
          <a:xfrm>
            <a:off x="13203012" y="2956210"/>
            <a:ext cx="3656989" cy="5855968"/>
            <a:chOff x="0" y="0"/>
            <a:chExt cx="963158" cy="1542313"/>
          </a:xfrm>
        </p:grpSpPr>
        <p:sp>
          <p:nvSpPr>
            <p:cNvPr id="26" name="Freeform 15">
              <a:extLst>
                <a:ext uri="{FF2B5EF4-FFF2-40B4-BE49-F238E27FC236}">
                  <a16:creationId xmlns:a16="http://schemas.microsoft.com/office/drawing/2014/main" id="{EC1C2E1B-B4EE-A3CB-600D-760368878964}"/>
                </a:ext>
              </a:extLst>
            </p:cNvPr>
            <p:cNvSpPr/>
            <p:nvPr/>
          </p:nvSpPr>
          <p:spPr>
            <a:xfrm>
              <a:off x="0" y="0"/>
              <a:ext cx="963158" cy="1542313"/>
            </a:xfrm>
            <a:custGeom>
              <a:avLst/>
              <a:gdLst/>
              <a:ahLst/>
              <a:cxnLst/>
              <a:rect l="l" t="t" r="r" b="b"/>
              <a:pathLst>
                <a:path w="963158" h="1542313">
                  <a:moveTo>
                    <a:pt x="76213" y="0"/>
                  </a:moveTo>
                  <a:lnTo>
                    <a:pt x="886945" y="0"/>
                  </a:lnTo>
                  <a:cubicBezTo>
                    <a:pt x="929036" y="0"/>
                    <a:pt x="963158" y="34122"/>
                    <a:pt x="963158" y="76213"/>
                  </a:cubicBezTo>
                  <a:lnTo>
                    <a:pt x="963158" y="1466100"/>
                  </a:lnTo>
                  <a:cubicBezTo>
                    <a:pt x="963158" y="1486313"/>
                    <a:pt x="955128" y="1505698"/>
                    <a:pt x="940835" y="1519990"/>
                  </a:cubicBezTo>
                  <a:cubicBezTo>
                    <a:pt x="926543" y="1534283"/>
                    <a:pt x="907158" y="1542313"/>
                    <a:pt x="886945" y="1542313"/>
                  </a:cubicBezTo>
                  <a:lnTo>
                    <a:pt x="76213" y="1542313"/>
                  </a:lnTo>
                  <a:cubicBezTo>
                    <a:pt x="34122" y="1542313"/>
                    <a:pt x="0" y="1508191"/>
                    <a:pt x="0" y="1466100"/>
                  </a:cubicBezTo>
                  <a:lnTo>
                    <a:pt x="0" y="76213"/>
                  </a:lnTo>
                  <a:cubicBezTo>
                    <a:pt x="0" y="56000"/>
                    <a:pt x="8030" y="36615"/>
                    <a:pt x="22322" y="22322"/>
                  </a:cubicBezTo>
                  <a:cubicBezTo>
                    <a:pt x="36615" y="8030"/>
                    <a:pt x="56000" y="0"/>
                    <a:pt x="76213" y="0"/>
                  </a:cubicBezTo>
                  <a:close/>
                </a:path>
              </a:pathLst>
            </a:custGeom>
            <a:solidFill>
              <a:srgbClr val="000000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TextBox 16">
              <a:extLst>
                <a:ext uri="{FF2B5EF4-FFF2-40B4-BE49-F238E27FC236}">
                  <a16:creationId xmlns:a16="http://schemas.microsoft.com/office/drawing/2014/main" id="{8C32D453-F024-7789-D237-1F365312FC0B}"/>
                </a:ext>
              </a:extLst>
            </p:cNvPr>
            <p:cNvSpPr txBox="1"/>
            <p:nvPr/>
          </p:nvSpPr>
          <p:spPr>
            <a:xfrm>
              <a:off x="0" y="-38100"/>
              <a:ext cx="963158" cy="15804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8" name="Group 56">
            <a:extLst>
              <a:ext uri="{FF2B5EF4-FFF2-40B4-BE49-F238E27FC236}">
                <a16:creationId xmlns:a16="http://schemas.microsoft.com/office/drawing/2014/main" id="{B576C1AB-52AE-F88B-FBBE-E7BEFB2D71F8}"/>
              </a:ext>
            </a:extLst>
          </p:cNvPr>
          <p:cNvGrpSpPr/>
          <p:nvPr/>
        </p:nvGrpSpPr>
        <p:grpSpPr>
          <a:xfrm>
            <a:off x="13582959" y="3396241"/>
            <a:ext cx="2897094" cy="4975906"/>
            <a:chOff x="0" y="0"/>
            <a:chExt cx="763021" cy="1310527"/>
          </a:xfrm>
        </p:grpSpPr>
        <p:sp>
          <p:nvSpPr>
            <p:cNvPr id="29" name="Freeform 57">
              <a:extLst>
                <a:ext uri="{FF2B5EF4-FFF2-40B4-BE49-F238E27FC236}">
                  <a16:creationId xmlns:a16="http://schemas.microsoft.com/office/drawing/2014/main" id="{9310388E-5613-9024-923D-461245CCBBC1}"/>
                </a:ext>
              </a:extLst>
            </p:cNvPr>
            <p:cNvSpPr/>
            <p:nvPr/>
          </p:nvSpPr>
          <p:spPr>
            <a:xfrm>
              <a:off x="0" y="0"/>
              <a:ext cx="763021" cy="1310527"/>
            </a:xfrm>
            <a:custGeom>
              <a:avLst/>
              <a:gdLst/>
              <a:ahLst/>
              <a:cxnLst/>
              <a:rect l="l" t="t" r="r" b="b"/>
              <a:pathLst>
                <a:path w="763021" h="1310527">
                  <a:moveTo>
                    <a:pt x="96203" y="0"/>
                  </a:moveTo>
                  <a:lnTo>
                    <a:pt x="666818" y="0"/>
                  </a:lnTo>
                  <a:cubicBezTo>
                    <a:pt x="692332" y="0"/>
                    <a:pt x="716802" y="10136"/>
                    <a:pt x="734844" y="28177"/>
                  </a:cubicBezTo>
                  <a:cubicBezTo>
                    <a:pt x="752885" y="46219"/>
                    <a:pt x="763021" y="70688"/>
                    <a:pt x="763021" y="96203"/>
                  </a:cubicBezTo>
                  <a:lnTo>
                    <a:pt x="763021" y="1214324"/>
                  </a:lnTo>
                  <a:cubicBezTo>
                    <a:pt x="763021" y="1267455"/>
                    <a:pt x="719949" y="1310527"/>
                    <a:pt x="666818" y="1310527"/>
                  </a:cubicBezTo>
                  <a:lnTo>
                    <a:pt x="96203" y="1310527"/>
                  </a:lnTo>
                  <a:cubicBezTo>
                    <a:pt x="43072" y="1310527"/>
                    <a:pt x="0" y="1267455"/>
                    <a:pt x="0" y="1214324"/>
                  </a:cubicBezTo>
                  <a:lnTo>
                    <a:pt x="0" y="96203"/>
                  </a:lnTo>
                  <a:cubicBezTo>
                    <a:pt x="0" y="43072"/>
                    <a:pt x="43072" y="0"/>
                    <a:pt x="96203" y="0"/>
                  </a:cubicBezTo>
                  <a:close/>
                </a:path>
              </a:pathLst>
            </a:custGeom>
            <a:solidFill>
              <a:srgbClr val="F4F8FF"/>
            </a:solidFill>
            <a:ln w="1905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TextBox 58">
              <a:extLst>
                <a:ext uri="{FF2B5EF4-FFF2-40B4-BE49-F238E27FC236}">
                  <a16:creationId xmlns:a16="http://schemas.microsoft.com/office/drawing/2014/main" id="{1B54092B-E021-E3B9-AC7E-7B02C557EF79}"/>
                </a:ext>
              </a:extLst>
            </p:cNvPr>
            <p:cNvSpPr txBox="1"/>
            <p:nvPr/>
          </p:nvSpPr>
          <p:spPr>
            <a:xfrm>
              <a:off x="0" y="-38100"/>
              <a:ext cx="763021" cy="134862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1" name="AutoShape 29">
            <a:extLst>
              <a:ext uri="{FF2B5EF4-FFF2-40B4-BE49-F238E27FC236}">
                <a16:creationId xmlns:a16="http://schemas.microsoft.com/office/drawing/2014/main" id="{8AA1B1E9-4ED8-240D-D500-C3EE5AC72910}"/>
              </a:ext>
            </a:extLst>
          </p:cNvPr>
          <p:cNvSpPr/>
          <p:nvPr/>
        </p:nvSpPr>
        <p:spPr>
          <a:xfrm>
            <a:off x="14632693" y="8563825"/>
            <a:ext cx="816678" cy="0"/>
          </a:xfrm>
          <a:prstGeom prst="line">
            <a:avLst/>
          </a:prstGeom>
          <a:ln w="38100" cap="rnd">
            <a:solidFill>
              <a:srgbClr val="F4F8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E6A2AB8-90BB-3077-CC76-ECA2AA1802AB}"/>
              </a:ext>
            </a:extLst>
          </p:cNvPr>
          <p:cNvSpPr txBox="1"/>
          <p:nvPr/>
        </p:nvSpPr>
        <p:spPr>
          <a:xfrm>
            <a:off x="13739133" y="4229100"/>
            <a:ext cx="2567667" cy="3367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latin typeface="Inter Light" panose="020B0604020202020204" charset="0"/>
                <a:ea typeface="Inter Light" panose="020B0604020202020204" charset="0"/>
              </a:rPr>
              <a:t>Mohamed Hassan</a:t>
            </a:r>
            <a:br>
              <a:rPr lang="en-US" b="1" dirty="0">
                <a:latin typeface="Inter Light" panose="020B0604020202020204" charset="0"/>
                <a:ea typeface="Inter Light" panose="020B0604020202020204" charset="0"/>
              </a:rPr>
            </a:br>
            <a:r>
              <a:rPr lang="en-US" b="1" dirty="0" err="1">
                <a:latin typeface="Inter Light" panose="020B0604020202020204" charset="0"/>
                <a:ea typeface="Inter Light" panose="020B0604020202020204" charset="0"/>
              </a:rPr>
              <a:t>Mahitab</a:t>
            </a:r>
            <a:r>
              <a:rPr lang="en-US" b="1" dirty="0">
                <a:latin typeface="Inter Light" panose="020B0604020202020204" charset="0"/>
                <a:ea typeface="Inter Light" panose="020B0604020202020204" charset="0"/>
              </a:rPr>
              <a:t> Fathy</a:t>
            </a:r>
          </a:p>
          <a:p>
            <a:pPr>
              <a:lnSpc>
                <a:spcPct val="150000"/>
              </a:lnSpc>
            </a:pPr>
            <a:r>
              <a:rPr lang="en-US" b="1" dirty="0">
                <a:latin typeface="Inter Light" panose="020B0604020202020204" charset="0"/>
                <a:ea typeface="Inter Light" panose="020B0604020202020204" charset="0"/>
              </a:rPr>
              <a:t>Ahmed Yasser</a:t>
            </a:r>
          </a:p>
          <a:p>
            <a:pPr>
              <a:lnSpc>
                <a:spcPct val="150000"/>
              </a:lnSpc>
            </a:pPr>
            <a:r>
              <a:rPr lang="en-US" b="1" dirty="0" err="1">
                <a:latin typeface="Inter Light" panose="020B0604020202020204" charset="0"/>
                <a:ea typeface="Inter Light" panose="020B0604020202020204" charset="0"/>
              </a:rPr>
              <a:t>Shimaa</a:t>
            </a:r>
            <a:r>
              <a:rPr lang="en-US" b="1" dirty="0">
                <a:latin typeface="Inter Light" panose="020B0604020202020204" charset="0"/>
                <a:ea typeface="Inter Light" panose="020B0604020202020204" charset="0"/>
              </a:rPr>
              <a:t> Saeed</a:t>
            </a:r>
          </a:p>
          <a:p>
            <a:pPr>
              <a:lnSpc>
                <a:spcPct val="150000"/>
              </a:lnSpc>
            </a:pPr>
            <a:r>
              <a:rPr lang="en-US" b="1" dirty="0">
                <a:latin typeface="Inter Light" panose="020B0604020202020204" charset="0"/>
                <a:ea typeface="Inter Light" panose="020B0604020202020204" charset="0"/>
              </a:rPr>
              <a:t>Fadi Magdy</a:t>
            </a:r>
          </a:p>
          <a:p>
            <a:pPr>
              <a:lnSpc>
                <a:spcPct val="150000"/>
              </a:lnSpc>
            </a:pPr>
            <a:r>
              <a:rPr lang="en-US" b="1" dirty="0">
                <a:latin typeface="Inter Light" panose="020B0604020202020204" charset="0"/>
                <a:ea typeface="Inter Light" panose="020B0604020202020204" charset="0"/>
              </a:rPr>
              <a:t>Asmaa Adel</a:t>
            </a:r>
          </a:p>
          <a:p>
            <a:pPr>
              <a:lnSpc>
                <a:spcPct val="150000"/>
              </a:lnSpc>
            </a:pPr>
            <a:r>
              <a:rPr lang="en-US" b="1" dirty="0">
                <a:latin typeface="Inter Light" panose="020B0604020202020204" charset="0"/>
                <a:ea typeface="Inter Light" panose="020B0604020202020204" charset="0"/>
              </a:rPr>
              <a:t>Shaker Taha</a:t>
            </a:r>
          </a:p>
          <a:p>
            <a:pPr>
              <a:lnSpc>
                <a:spcPct val="150000"/>
              </a:lnSpc>
            </a:pPr>
            <a:r>
              <a:rPr lang="en-US" b="1" dirty="0">
                <a:latin typeface="Inter Light" panose="020B0604020202020204" charset="0"/>
                <a:ea typeface="Inter Light" panose="020B0604020202020204" charset="0"/>
              </a:rPr>
              <a:t>Abdelrahman </a:t>
            </a:r>
            <a:r>
              <a:rPr lang="en-US" b="1" dirty="0" err="1">
                <a:latin typeface="Inter Light" panose="020B0604020202020204" charset="0"/>
                <a:ea typeface="Inter Light" panose="020B0604020202020204" charset="0"/>
              </a:rPr>
              <a:t>Wageeh</a:t>
            </a:r>
            <a:endParaRPr lang="en-US" b="1" dirty="0">
              <a:latin typeface="Inter Light" panose="020B0604020202020204" charset="0"/>
              <a:ea typeface="Inter Light" panose="020B060402020202020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5C33196-E832-B1BF-27A6-844F8A50CA9E}"/>
              </a:ext>
            </a:extLst>
          </p:cNvPr>
          <p:cNvSpPr txBox="1"/>
          <p:nvPr/>
        </p:nvSpPr>
        <p:spPr>
          <a:xfrm>
            <a:off x="14097630" y="3162300"/>
            <a:ext cx="1855479" cy="887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7639"/>
              </a:lnSpc>
            </a:pPr>
            <a:r>
              <a:rPr lang="en-US" sz="1800" b="1" dirty="0">
                <a:solidFill>
                  <a:srgbClr val="000000"/>
                </a:solidFill>
                <a:latin typeface="Cooper Hewitt Bold"/>
                <a:ea typeface="Cooper Hewitt Bold"/>
                <a:cs typeface="Cooper Hewitt Bold"/>
                <a:sym typeface="Cooper Hewitt Bold"/>
              </a:rPr>
              <a:t>Team Worked</a:t>
            </a:r>
          </a:p>
        </p:txBody>
      </p:sp>
      <p:sp>
        <p:nvSpPr>
          <p:cNvPr id="36" name="Freeform 60">
            <a:extLst>
              <a:ext uri="{FF2B5EF4-FFF2-40B4-BE49-F238E27FC236}">
                <a16:creationId xmlns:a16="http://schemas.microsoft.com/office/drawing/2014/main" id="{6EB12CF7-516D-44A8-A303-3D516443E4D3}"/>
              </a:ext>
            </a:extLst>
          </p:cNvPr>
          <p:cNvSpPr/>
          <p:nvPr/>
        </p:nvSpPr>
        <p:spPr>
          <a:xfrm>
            <a:off x="15812824" y="4704720"/>
            <a:ext cx="333486" cy="281570"/>
          </a:xfrm>
          <a:custGeom>
            <a:avLst/>
            <a:gdLst/>
            <a:ahLst/>
            <a:cxnLst/>
            <a:rect l="l" t="t" r="r" b="b"/>
            <a:pathLst>
              <a:path w="1821917" h="1599975">
                <a:moveTo>
                  <a:pt x="0" y="0"/>
                </a:moveTo>
                <a:lnTo>
                  <a:pt x="1821917" y="0"/>
                </a:lnTo>
                <a:lnTo>
                  <a:pt x="1821917" y="1599975"/>
                </a:lnTo>
                <a:lnTo>
                  <a:pt x="0" y="159997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7" name="Freeform 60">
            <a:extLst>
              <a:ext uri="{FF2B5EF4-FFF2-40B4-BE49-F238E27FC236}">
                <a16:creationId xmlns:a16="http://schemas.microsoft.com/office/drawing/2014/main" id="{DB17A023-6FBC-0754-56A0-6233E07ADDD6}"/>
              </a:ext>
            </a:extLst>
          </p:cNvPr>
          <p:cNvSpPr/>
          <p:nvPr/>
        </p:nvSpPr>
        <p:spPr>
          <a:xfrm>
            <a:off x="15812824" y="4297328"/>
            <a:ext cx="333486" cy="281570"/>
          </a:xfrm>
          <a:custGeom>
            <a:avLst/>
            <a:gdLst/>
            <a:ahLst/>
            <a:cxnLst/>
            <a:rect l="l" t="t" r="r" b="b"/>
            <a:pathLst>
              <a:path w="1821917" h="1599975">
                <a:moveTo>
                  <a:pt x="0" y="0"/>
                </a:moveTo>
                <a:lnTo>
                  <a:pt x="1821917" y="0"/>
                </a:lnTo>
                <a:lnTo>
                  <a:pt x="1821917" y="1599975"/>
                </a:lnTo>
                <a:lnTo>
                  <a:pt x="0" y="159997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8" name="Freeform 60">
            <a:extLst>
              <a:ext uri="{FF2B5EF4-FFF2-40B4-BE49-F238E27FC236}">
                <a16:creationId xmlns:a16="http://schemas.microsoft.com/office/drawing/2014/main" id="{F75D3DA6-5E91-6BAB-6B17-EB81F67081CD}"/>
              </a:ext>
            </a:extLst>
          </p:cNvPr>
          <p:cNvSpPr/>
          <p:nvPr/>
        </p:nvSpPr>
        <p:spPr>
          <a:xfrm>
            <a:off x="15820914" y="5143500"/>
            <a:ext cx="333486" cy="281570"/>
          </a:xfrm>
          <a:custGeom>
            <a:avLst/>
            <a:gdLst/>
            <a:ahLst/>
            <a:cxnLst/>
            <a:rect l="l" t="t" r="r" b="b"/>
            <a:pathLst>
              <a:path w="1821917" h="1599975">
                <a:moveTo>
                  <a:pt x="0" y="0"/>
                </a:moveTo>
                <a:lnTo>
                  <a:pt x="1821917" y="0"/>
                </a:lnTo>
                <a:lnTo>
                  <a:pt x="1821917" y="1599975"/>
                </a:lnTo>
                <a:lnTo>
                  <a:pt x="0" y="159997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9" name="Freeform 60">
            <a:extLst>
              <a:ext uri="{FF2B5EF4-FFF2-40B4-BE49-F238E27FC236}">
                <a16:creationId xmlns:a16="http://schemas.microsoft.com/office/drawing/2014/main" id="{7063B198-D7E3-12BB-F5CB-47DB40098EE7}"/>
              </a:ext>
            </a:extLst>
          </p:cNvPr>
          <p:cNvSpPr/>
          <p:nvPr/>
        </p:nvSpPr>
        <p:spPr>
          <a:xfrm>
            <a:off x="15820914" y="5547730"/>
            <a:ext cx="333486" cy="281570"/>
          </a:xfrm>
          <a:custGeom>
            <a:avLst/>
            <a:gdLst/>
            <a:ahLst/>
            <a:cxnLst/>
            <a:rect l="l" t="t" r="r" b="b"/>
            <a:pathLst>
              <a:path w="1821917" h="1599975">
                <a:moveTo>
                  <a:pt x="0" y="0"/>
                </a:moveTo>
                <a:lnTo>
                  <a:pt x="1821917" y="0"/>
                </a:lnTo>
                <a:lnTo>
                  <a:pt x="1821917" y="1599975"/>
                </a:lnTo>
                <a:lnTo>
                  <a:pt x="0" y="159997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0" name="Freeform 60">
            <a:extLst>
              <a:ext uri="{FF2B5EF4-FFF2-40B4-BE49-F238E27FC236}">
                <a16:creationId xmlns:a16="http://schemas.microsoft.com/office/drawing/2014/main" id="{CE7F2CCC-EA58-FA14-B0E1-6A88181EDD07}"/>
              </a:ext>
            </a:extLst>
          </p:cNvPr>
          <p:cNvSpPr/>
          <p:nvPr/>
        </p:nvSpPr>
        <p:spPr>
          <a:xfrm>
            <a:off x="15820914" y="5981700"/>
            <a:ext cx="333486" cy="281570"/>
          </a:xfrm>
          <a:custGeom>
            <a:avLst/>
            <a:gdLst/>
            <a:ahLst/>
            <a:cxnLst/>
            <a:rect l="l" t="t" r="r" b="b"/>
            <a:pathLst>
              <a:path w="1821917" h="1599975">
                <a:moveTo>
                  <a:pt x="0" y="0"/>
                </a:moveTo>
                <a:lnTo>
                  <a:pt x="1821917" y="0"/>
                </a:lnTo>
                <a:lnTo>
                  <a:pt x="1821917" y="1599975"/>
                </a:lnTo>
                <a:lnTo>
                  <a:pt x="0" y="159997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1" name="Freeform 60">
            <a:extLst>
              <a:ext uri="{FF2B5EF4-FFF2-40B4-BE49-F238E27FC236}">
                <a16:creationId xmlns:a16="http://schemas.microsoft.com/office/drawing/2014/main" id="{490EE6E8-A842-714F-6FC5-E79FEC8F966D}"/>
              </a:ext>
            </a:extLst>
          </p:cNvPr>
          <p:cNvSpPr/>
          <p:nvPr/>
        </p:nvSpPr>
        <p:spPr>
          <a:xfrm>
            <a:off x="15820914" y="6385930"/>
            <a:ext cx="333486" cy="281570"/>
          </a:xfrm>
          <a:custGeom>
            <a:avLst/>
            <a:gdLst/>
            <a:ahLst/>
            <a:cxnLst/>
            <a:rect l="l" t="t" r="r" b="b"/>
            <a:pathLst>
              <a:path w="1821917" h="1599975">
                <a:moveTo>
                  <a:pt x="0" y="0"/>
                </a:moveTo>
                <a:lnTo>
                  <a:pt x="1821917" y="0"/>
                </a:lnTo>
                <a:lnTo>
                  <a:pt x="1821917" y="1599975"/>
                </a:lnTo>
                <a:lnTo>
                  <a:pt x="0" y="159997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2" name="Freeform 60">
            <a:extLst>
              <a:ext uri="{FF2B5EF4-FFF2-40B4-BE49-F238E27FC236}">
                <a16:creationId xmlns:a16="http://schemas.microsoft.com/office/drawing/2014/main" id="{3D972D42-19E2-58D5-D628-37BA331624BB}"/>
              </a:ext>
            </a:extLst>
          </p:cNvPr>
          <p:cNvSpPr/>
          <p:nvPr/>
        </p:nvSpPr>
        <p:spPr>
          <a:xfrm>
            <a:off x="15820914" y="6743700"/>
            <a:ext cx="333486" cy="281570"/>
          </a:xfrm>
          <a:custGeom>
            <a:avLst/>
            <a:gdLst/>
            <a:ahLst/>
            <a:cxnLst/>
            <a:rect l="l" t="t" r="r" b="b"/>
            <a:pathLst>
              <a:path w="1821917" h="1599975">
                <a:moveTo>
                  <a:pt x="0" y="0"/>
                </a:moveTo>
                <a:lnTo>
                  <a:pt x="1821917" y="0"/>
                </a:lnTo>
                <a:lnTo>
                  <a:pt x="1821917" y="1599975"/>
                </a:lnTo>
                <a:lnTo>
                  <a:pt x="0" y="159997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6" name="Freeform 63">
            <a:extLst>
              <a:ext uri="{FF2B5EF4-FFF2-40B4-BE49-F238E27FC236}">
                <a16:creationId xmlns:a16="http://schemas.microsoft.com/office/drawing/2014/main" id="{022B29C1-3BA0-AB61-C42C-3A557286EF4C}"/>
              </a:ext>
            </a:extLst>
          </p:cNvPr>
          <p:cNvSpPr/>
          <p:nvPr/>
        </p:nvSpPr>
        <p:spPr>
          <a:xfrm>
            <a:off x="9523035" y="6486371"/>
            <a:ext cx="230565" cy="230565"/>
          </a:xfrm>
          <a:custGeom>
            <a:avLst/>
            <a:gdLst/>
            <a:ahLst/>
            <a:cxnLst/>
            <a:rect l="l" t="t" r="r" b="b"/>
            <a:pathLst>
              <a:path w="230565" h="230565">
                <a:moveTo>
                  <a:pt x="0" y="0"/>
                </a:moveTo>
                <a:lnTo>
                  <a:pt x="230565" y="0"/>
                </a:lnTo>
                <a:lnTo>
                  <a:pt x="230565" y="230566"/>
                </a:lnTo>
                <a:lnTo>
                  <a:pt x="0" y="23056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7" name="TextBox 64">
            <a:extLst>
              <a:ext uri="{FF2B5EF4-FFF2-40B4-BE49-F238E27FC236}">
                <a16:creationId xmlns:a16="http://schemas.microsoft.com/office/drawing/2014/main" id="{A9C8C1B4-7340-7C65-B562-F4A536AC9B54}"/>
              </a:ext>
            </a:extLst>
          </p:cNvPr>
          <p:cNvSpPr txBox="1"/>
          <p:nvPr/>
        </p:nvSpPr>
        <p:spPr>
          <a:xfrm>
            <a:off x="8505692" y="6398946"/>
            <a:ext cx="1107102" cy="34035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54"/>
              </a:lnSpc>
              <a:spcBef>
                <a:spcPct val="0"/>
              </a:spcBef>
            </a:pPr>
            <a:r>
              <a:rPr lang="en-US" sz="2038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Verified</a:t>
            </a:r>
          </a:p>
        </p:txBody>
      </p:sp>
    </p:spTree>
    <p:extLst>
      <p:ext uri="{BB962C8B-B14F-4D97-AF65-F5344CB8AC3E}">
        <p14:creationId xmlns:p14="http://schemas.microsoft.com/office/powerpoint/2010/main" val="29792840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806</TotalTime>
  <Words>1836</Words>
  <Application>Microsoft Office PowerPoint</Application>
  <PresentationFormat>Custom</PresentationFormat>
  <Paragraphs>320</Paragraphs>
  <Slides>46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6" baseType="lpstr">
      <vt:lpstr>Inter Medium</vt:lpstr>
      <vt:lpstr>Wingdings</vt:lpstr>
      <vt:lpstr>Inter Light</vt:lpstr>
      <vt:lpstr>HGPMinchoE</vt:lpstr>
      <vt:lpstr>Arial</vt:lpstr>
      <vt:lpstr>Inter</vt:lpstr>
      <vt:lpstr>Cooper Hewitt Bold</vt:lpstr>
      <vt:lpstr>Calibri</vt:lpstr>
      <vt:lpstr>Aptos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White and Blue Simple Modern Cyber Security Presentation</dc:title>
  <cp:lastModifiedBy>es-mhassankhalil20</cp:lastModifiedBy>
  <cp:revision>36</cp:revision>
  <dcterms:created xsi:type="dcterms:W3CDTF">2006-08-16T00:00:00Z</dcterms:created>
  <dcterms:modified xsi:type="dcterms:W3CDTF">2025-12-03T22:23:06Z</dcterms:modified>
  <dc:identifier>DAG4w1eGVzA</dc:identifier>
</cp:coreProperties>
</file>